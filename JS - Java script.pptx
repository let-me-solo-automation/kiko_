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779" r:id="rId4"/>
  </p:sldMasterIdLst>
  <p:notesMasterIdLst>
    <p:notesMasterId r:id="rId36"/>
  </p:notesMasterIdLst>
  <p:handoutMasterIdLst>
    <p:handoutMasterId r:id="rId37"/>
  </p:handoutMasterIdLst>
  <p:sldIdLst>
    <p:sldId id="2147470640" r:id="rId5"/>
    <p:sldId id="2147470623" r:id="rId6"/>
    <p:sldId id="2147470621" r:id="rId7"/>
    <p:sldId id="2147470684" r:id="rId8"/>
    <p:sldId id="2147470712" r:id="rId9"/>
    <p:sldId id="2147470709" r:id="rId10"/>
    <p:sldId id="2147470710" r:id="rId11"/>
    <p:sldId id="2147470711" r:id="rId12"/>
    <p:sldId id="2147470695" r:id="rId13"/>
    <p:sldId id="2147470686" r:id="rId14"/>
    <p:sldId id="2147470696" r:id="rId15"/>
    <p:sldId id="2147470687" r:id="rId16"/>
    <p:sldId id="2147470697" r:id="rId17"/>
    <p:sldId id="2147470689" r:id="rId18"/>
    <p:sldId id="2147470690" r:id="rId19"/>
    <p:sldId id="2286" r:id="rId20"/>
    <p:sldId id="2147470702" r:id="rId21"/>
    <p:sldId id="2147470698" r:id="rId22"/>
    <p:sldId id="2147470699" r:id="rId23"/>
    <p:sldId id="2147470700" r:id="rId24"/>
    <p:sldId id="2147470701" r:id="rId25"/>
    <p:sldId id="2147470672" r:id="rId26"/>
    <p:sldId id="2147470708" r:id="rId27"/>
    <p:sldId id="2147470703" r:id="rId28"/>
    <p:sldId id="2147470704" r:id="rId29"/>
    <p:sldId id="2657" r:id="rId30"/>
    <p:sldId id="2147470705" r:id="rId31"/>
    <p:sldId id="2147470706" r:id="rId32"/>
    <p:sldId id="2147470676" r:id="rId33"/>
    <p:sldId id="2142533283" r:id="rId34"/>
    <p:sldId id="2147470707" r:id="rId35"/>
  </p:sldIdLst>
  <p:sldSz cx="12192000" cy="6858000"/>
  <p:notesSz cx="6858000" cy="9144000"/>
  <p:embeddedFontLst>
    <p:embeddedFont>
      <p:font typeface="GT Walsheim LC" panose="020B0604020202020204" charset="0"/>
      <p:regular r:id="rId38"/>
      <p:italic r:id="rId39"/>
    </p:embeddedFont>
    <p:embeddedFont>
      <p:font typeface="GT Walsheim LC Black" panose="020B0604020202020204" charset="0"/>
      <p:bold r:id="rId40"/>
      <p:boldItalic r:id="rId41"/>
    </p:embeddedFont>
    <p:embeddedFont>
      <p:font typeface="GT Walsheim LC Bold" panose="020B0604020202020204" charset="0"/>
      <p:bold r:id="rId42"/>
      <p:boldItalic r:id="rId43"/>
    </p:embeddedFont>
    <p:embeddedFont>
      <p:font typeface="GT Walsheim LC Light" panose="020B0604020202020204" charset="0"/>
      <p:regular r:id="rId44"/>
      <p:italic r:id="rId45"/>
    </p:embeddedFont>
    <p:embeddedFont>
      <p:font typeface="Instrument Sans Medium" panose="020B0604020202020204" charset="0"/>
      <p:regular r:id="rId46"/>
    </p:embeddedFont>
    <p:embeddedFont>
      <p:font typeface="Poppins" panose="00000500000000000000" pitchFamily="2" charset="0"/>
      <p:regular r:id="rId47"/>
      <p:bold r:id="rId48"/>
      <p:italic r:id="rId49"/>
      <p:boldItalic r:id="rId50"/>
    </p:embeddedFont>
  </p:embeddedFontLst>
  <p:defaultTextStyle>
    <a:defPPr>
      <a:defRPr lang="en-GB"/>
    </a:defPPr>
    <a:lvl1pPr marL="0" indent="0" algn="l" defTabSz="736656" rtl="0" eaLnBrk="1" latinLnBrk="0" hangingPunct="1">
      <a:lnSpc>
        <a:spcPct val="100000"/>
      </a:lnSpc>
      <a:spcBef>
        <a:spcPts val="0"/>
      </a:spcBef>
      <a:spcAft>
        <a:spcPts val="600"/>
      </a:spcAft>
      <a:buFont typeface="Arial" panose="020B0604020202020204" pitchFamily="34" charset="0"/>
      <a:buNone/>
      <a:defRPr lang="en-GB" sz="1400" b="0" kern="1200" dirty="0">
        <a:solidFill>
          <a:schemeClr val="tx1"/>
        </a:solidFill>
        <a:latin typeface="+mn-lt"/>
        <a:ea typeface="+mn-ea"/>
        <a:cs typeface="+mn-cs"/>
      </a:defRPr>
    </a:lvl1pPr>
    <a:lvl2pPr marL="182563" indent="-182563" algn="l" defTabSz="736656"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2pPr>
    <a:lvl3pPr marL="358775" indent="-176213" algn="l" defTabSz="736656" rtl="0" eaLnBrk="1" latinLnBrk="0" hangingPunct="1">
      <a:lnSpc>
        <a:spcPct val="100000"/>
      </a:lnSpc>
      <a:spcBef>
        <a:spcPts val="0"/>
      </a:spcBef>
      <a:spcAft>
        <a:spcPts val="600"/>
      </a:spcAft>
      <a:buFont typeface="Arial" panose="020B0604020202020204" pitchFamily="34" charset="0"/>
      <a:buChar char="–"/>
      <a:tabLst/>
      <a:defRPr sz="1200" b="0" kern="1200">
        <a:solidFill>
          <a:schemeClr val="tx1"/>
        </a:solidFill>
        <a:latin typeface="+mn-lt"/>
        <a:ea typeface="+mn-ea"/>
        <a:cs typeface="+mn-cs"/>
      </a:defRPr>
    </a:lvl3pPr>
    <a:lvl4pPr marL="541338" indent="-182563" algn="l" defTabSz="736656" rtl="0" eaLnBrk="1" latinLnBrk="0" hangingPunct="1">
      <a:lnSpc>
        <a:spcPct val="100000"/>
      </a:lnSpc>
      <a:spcBef>
        <a:spcPts val="0"/>
      </a:spcBef>
      <a:spcAft>
        <a:spcPts val="600"/>
      </a:spcAft>
      <a:buFont typeface="Arial" panose="020B0604020202020204" pitchFamily="34" charset="0"/>
      <a:buChar char="–"/>
      <a:defRPr lang="en-GB" sz="1200" b="0" kern="1200" dirty="0">
        <a:solidFill>
          <a:schemeClr val="tx1"/>
        </a:solidFill>
        <a:latin typeface="+mn-lt"/>
        <a:ea typeface="+mn-ea"/>
        <a:cs typeface="+mn-cs"/>
      </a:defRPr>
    </a:lvl4pPr>
    <a:lvl5pPr marL="0" indent="0" algn="l" defTabSz="736656" rtl="0" eaLnBrk="1" latinLnBrk="0" hangingPunct="1">
      <a:lnSpc>
        <a:spcPct val="10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5pPr>
    <a:lvl6pPr marL="0" indent="0" algn="l" defTabSz="736656" rtl="0" eaLnBrk="1" latinLnBrk="0" hangingPunct="1">
      <a:lnSpc>
        <a:spcPct val="100000"/>
      </a:lnSpc>
      <a:spcBef>
        <a:spcPts val="0"/>
      </a:spcBef>
      <a:spcAft>
        <a:spcPts val="600"/>
      </a:spcAft>
      <a:buFont typeface="Arial" panose="020B0604020202020204" pitchFamily="34" charset="0"/>
      <a:buNone/>
      <a:tabLst/>
      <a:defRPr sz="1400" b="1" kern="1200">
        <a:solidFill>
          <a:schemeClr val="accent1"/>
        </a:solidFill>
        <a:latin typeface="+mn-lt"/>
        <a:ea typeface="+mn-ea"/>
        <a:cs typeface="+mn-cs"/>
      </a:defRPr>
    </a:lvl6pPr>
    <a:lvl7pPr marL="0" indent="0" algn="l" defTabSz="901700" rtl="0" eaLnBrk="1" latinLnBrk="0" hangingPunct="1">
      <a:lnSpc>
        <a:spcPct val="100000"/>
      </a:lnSpc>
      <a:spcBef>
        <a:spcPts val="0"/>
      </a:spcBef>
      <a:spcAft>
        <a:spcPts val="600"/>
      </a:spcAft>
      <a:buFont typeface="Arial" panose="020B0604020202020204" pitchFamily="34" charset="0"/>
      <a:buNone/>
      <a:defRPr sz="1400" b="1" kern="1200">
        <a:solidFill>
          <a:schemeClr val="tx1"/>
        </a:solidFill>
        <a:latin typeface="+mn-lt"/>
        <a:ea typeface="+mn-ea"/>
        <a:cs typeface="+mn-cs"/>
      </a:defRPr>
    </a:lvl7pPr>
    <a:lvl8pPr marL="266700" indent="-266700" algn="l" defTabSz="736656" rtl="0" eaLnBrk="1" latinLnBrk="0" hangingPunct="1">
      <a:lnSpc>
        <a:spcPct val="100000"/>
      </a:lnSpc>
      <a:spcBef>
        <a:spcPts val="0"/>
      </a:spcBef>
      <a:spcAft>
        <a:spcPts val="600"/>
      </a:spcAft>
      <a:buFont typeface="+mj-lt"/>
      <a:buAutoNum type="arabicPeriod"/>
      <a:defRPr lang="en-GB" sz="1400" b="0" kern="1200" dirty="0">
        <a:solidFill>
          <a:schemeClr val="tx1"/>
        </a:solidFill>
        <a:latin typeface="+mn-lt"/>
        <a:ea typeface="+mn-ea"/>
        <a:cs typeface="+mn-cs"/>
      </a:defRPr>
    </a:lvl8pPr>
    <a:lvl9pPr marL="541338" indent="-266700" algn="l" defTabSz="736656" rtl="0" eaLnBrk="1" latinLnBrk="0" hangingPunct="1">
      <a:lnSpc>
        <a:spcPct val="100000"/>
      </a:lnSpc>
      <a:spcBef>
        <a:spcPts val="0"/>
      </a:spcBef>
      <a:spcAft>
        <a:spcPts val="600"/>
      </a:spcAft>
      <a:buFont typeface="+mj-lt"/>
      <a:buAutoNum type="alphaLcPeriod"/>
      <a:defRPr lang="en-GB" sz="1400" b="0" kern="1200" dirty="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1C09E83-A7DD-659B-5744-05B82933AC3F}" name="Nick Siepmann" initials="NS" userId="S::Nick.Siepmann@Hamilton-Brown.com::f5ae3c78-5547-4715-8d44-7ee1fe756de9" providerId="AD"/>
  <p188:author id="{66B0F199-DE86-E0B4-EA20-2241CA30D750}" name="Monique Hogan" initials="MH" userId="S::monique.hogan@gti.gt.com::1afd5abb-7eb0-47ad-ad52-51ad4f5c0922" providerId="AD"/>
  <p188:author id="{E34249A1-C14E-DB4F-1E21-B859D63C1988}" name="Bradley Neill" initials="BN" userId="S::bradley.neill@gti.gt.com::9a47e7ee-eec8-48c6-859e-bc6e6b7bc9db" providerId="AD"/>
  <p188:author id="{61F68ECA-0477-B0FB-9B2A-19F8295F2290}" name="Ben Sutton" initials="BS" userId="S::ben.sutton@gti.gt.com::242aebbd-fc5f-47ef-be87-94df97e3cdf0" providerId="AD"/>
  <p188:author id="{D09EBEDC-3179-045E-FA19-7D3254405E60}" name="Kaik Xavier Marques de Oliveira" initials="KX" userId="S::kaik.oliveira@br.gt.com::3a389741-29f1-4230-909c-c14bc51cf8d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Joseph, Michael (Los Angeles)" initials="JM(A" lastIdx="53" clrIdx="0">
    <p:extLst>
      <p:ext uri="{19B8F6BF-5375-455C-9EA6-DF929625EA0E}">
        <p15:presenceInfo xmlns:p15="http://schemas.microsoft.com/office/powerpoint/2012/main" userId="S-1-5-21-507921405-362288127-725345543-8155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C216D"/>
    <a:srgbClr val="2E1952"/>
    <a:srgbClr val="2A174D"/>
    <a:srgbClr val="402373"/>
    <a:srgbClr val="00A4B3"/>
    <a:srgbClr val="4F2D7F"/>
    <a:srgbClr val="1C0C32"/>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FFDFE2-7EFF-4E10-BAE6-D963B14CF1AC}" v="259" dt="2026-05-04T20:57:42.953"/>
  </p1510:revLst>
</p1510:revInfo>
</file>

<file path=ppt/tableStyles.xml><?xml version="1.0" encoding="utf-8"?>
<a:tblStyleLst xmlns:a="http://schemas.openxmlformats.org/drawingml/2006/main" def="{79A5969B-65F0-4F1C-96AB-84BB84F7BFFD}">
  <a:tblStyle styleId="{79A5969B-65F0-4F1C-96AB-84BB84F7BFFD}" styleName="GT Table Style">
    <a:wholeTbl>
      <a:tcTxStyle>
        <a:fontRef idx="minor"/>
        <a:schemeClr val="tx1"/>
      </a:tcTxStyle>
      <a:tcStyle>
        <a:tcBdr>
          <a:left>
            <a:ln w="0" cmpd="sng">
              <a:noFill/>
            </a:ln>
          </a:left>
          <a:right>
            <a:ln w="0" cmpd="sng">
              <a:noFill/>
            </a:ln>
          </a:right>
          <a:top>
            <a:ln w="12700" cmpd="sng">
              <a:solidFill>
                <a:schemeClr val="accent1"/>
              </a:solidFill>
            </a:ln>
          </a:top>
          <a:bottom>
            <a:ln w="12700" cmpd="sng">
              <a:solidFill>
                <a:schemeClr val="accent1"/>
              </a:solidFill>
            </a:ln>
          </a:bottom>
          <a:insideH>
            <a:ln w="3175" cmpd="sng">
              <a:solidFill>
                <a:srgbClr val="E0DCD7"/>
              </a:solidFill>
            </a:ln>
          </a:insideH>
          <a:insideV>
            <a:ln w="0" cmpd="sng">
              <a:noFill/>
            </a:ln>
          </a:insideV>
        </a:tcBdr>
        <a:fill>
          <a:noFill/>
        </a:fill>
      </a:tcStyle>
    </a:wholeTbl>
    <a:band1H>
      <a:tcStyle>
        <a:tcBdr/>
      </a:tcStyle>
    </a:band1H>
    <a:band2H>
      <a:tcStyle>
        <a:tcBdr/>
        <a:fill>
          <a:solidFill>
            <a:schemeClr val="bg2"/>
          </a:solidFill>
        </a:fill>
      </a:tcStyle>
    </a:band2H>
    <a:band1V>
      <a:tcStyle>
        <a:tcBdr/>
      </a:tcStyle>
    </a:band1V>
    <a:band2V>
      <a:tcStyle>
        <a:tcBdr/>
      </a:tcStyle>
    </a:band2V>
    <a:lastCol>
      <a:tcTxStyle b="on"/>
      <a:tcStyle>
        <a:tcBdr/>
      </a:tcStyle>
    </a:lastCol>
    <a:firstCol>
      <a:tcTxStyle b="on"/>
      <a:tcStyle>
        <a:tcBdr/>
      </a:tcStyle>
    </a:firstCol>
    <a:lastRow>
      <a:tcTxStyle b="on">
        <a:fontRef idx="minor"/>
        <a:schemeClr val="tx1"/>
      </a:tcTxStyle>
      <a:tcStyle>
        <a:tcBdr>
          <a:top>
            <a:ln w="12700" cmpd="sng">
              <a:solidFill>
                <a:schemeClr val="accent1"/>
              </a:solidFill>
            </a:ln>
          </a:top>
          <a:bottom>
            <a:ln w="12700" cmpd="sng">
              <a:solidFill>
                <a:schemeClr val="accent1"/>
              </a:solidFill>
            </a:ln>
          </a:bottom>
        </a:tcBdr>
      </a:tcStyle>
    </a:lastRow>
    <a:firstRow>
      <a:tcTxStyle b="on">
        <a:fontRef idx="minor"/>
        <a:schemeClr val="accent1"/>
      </a:tcTxStyle>
      <a:tcStyle>
        <a:tcBdr>
          <a:top>
            <a:ln w="12700" cmpd="sng">
              <a:noFill/>
            </a:ln>
          </a:top>
          <a:bottom>
            <a:ln w="12700" cmpd="sng" algn="ctr">
              <a:solidFill>
                <a:schemeClr val="accent1"/>
              </a:solidFill>
            </a:ln>
          </a:bottom>
        </a:tcBdr>
      </a:tcStyle>
    </a:firstRow>
  </a:tblStyle>
  <a:tblStyle styleId="{EF1F6A50-9FDA-4665-8D13-FB949E408C9F}" styleName="GT Table Purple">
    <a:wholeTbl>
      <a:tcTxStyle>
        <a:fontRef idx="minor"/>
        <a:schemeClr val="tx1"/>
      </a:tcTxStyle>
      <a:tcStyle>
        <a:tcBdr>
          <a:left>
            <a:ln w="0" cmpd="sng">
              <a:noFill/>
            </a:ln>
          </a:left>
          <a:right>
            <a:ln w="0" cmpd="sng">
              <a:noFill/>
            </a:ln>
          </a:right>
          <a:top>
            <a:ln w="12700" cmpd="sng">
              <a:solidFill>
                <a:schemeClr val="accent1"/>
              </a:solidFill>
            </a:ln>
          </a:top>
          <a:bottom>
            <a:ln w="12700" cmpd="sng">
              <a:solidFill>
                <a:schemeClr val="accent1"/>
              </a:solidFill>
            </a:ln>
          </a:bottom>
          <a:insideH>
            <a:ln w="3175" cmpd="sng">
              <a:solidFill>
                <a:srgbClr val="E0DCD7"/>
              </a:solidFill>
            </a:ln>
          </a:insideH>
          <a:insideV>
            <a:ln w="0" cmpd="sng">
              <a:noFill/>
            </a:ln>
          </a:insideV>
        </a:tcBdr>
        <a:fill>
          <a:noFill/>
        </a:fill>
      </a:tcStyle>
    </a:wholeTbl>
    <a:band1H>
      <a:tcStyle>
        <a:tcBdr/>
      </a:tcStyle>
    </a:band1H>
    <a:band2H>
      <a:tcStyle>
        <a:tcBdr/>
        <a:fill>
          <a:solidFill>
            <a:schemeClr val="bg2"/>
          </a:solidFill>
        </a:fill>
      </a:tcStyle>
    </a:band2H>
    <a:band1V>
      <a:tcStyle>
        <a:tcBdr/>
      </a:tcStyle>
    </a:band1V>
    <a:band2V>
      <a:tcStyle>
        <a:tcBdr/>
      </a:tcStyle>
    </a:band2V>
    <a:lastCol>
      <a:tcTxStyle b="on"/>
      <a:tcStyle>
        <a:tcBdr/>
      </a:tcStyle>
    </a:lastCol>
    <a:firstCol>
      <a:tcTxStyle b="on"/>
      <a:tcStyle>
        <a:tcBdr/>
      </a:tcStyle>
    </a:firstCol>
    <a:lastRow>
      <a:tcTxStyle b="on">
        <a:fontRef idx="minor"/>
        <a:schemeClr val="tx1"/>
      </a:tcTxStyle>
      <a:tcStyle>
        <a:tcBdr>
          <a:top>
            <a:ln w="12700" cmpd="sng">
              <a:solidFill>
                <a:schemeClr val="accent1"/>
              </a:solidFill>
            </a:ln>
          </a:top>
          <a:bottom>
            <a:ln w="12700" cmpd="sng">
              <a:solidFill>
                <a:schemeClr val="accent1"/>
              </a:solidFill>
            </a:ln>
          </a:bottom>
        </a:tcBdr>
      </a:tcStyle>
    </a:lastRow>
    <a:firstRow>
      <a:tcTxStyle b="on">
        <a:fontRef idx="minor"/>
        <a:schemeClr val="bg1"/>
      </a:tcTxStyle>
      <a:tcStyle>
        <a:tcBdr>
          <a:top>
            <a:ln w="12700" cmpd="sng">
              <a:noFill/>
            </a:ln>
          </a:top>
          <a:bottom>
            <a:ln w="12700" cmpd="sng" algn="ctr">
              <a:solidFill>
                <a:schemeClr val="accent1"/>
              </a:solidFill>
            </a:ln>
          </a:bottom>
        </a:tcBdr>
        <a:fill>
          <a:solidFill>
            <a:schemeClr val="accent1"/>
          </a:solidFill>
        </a:fill>
      </a:tcStyle>
    </a:firstRow>
  </a:tblStyle>
  <a:tblStyle styleId="{201CC5A8-4774-4757-8A44-70A35173E36E}" styleName="GT Table Grey">
    <a:wholeTbl>
      <a:tcTxStyle>
        <a:fontRef idx="minor"/>
        <a:schemeClr val="tx1"/>
      </a:tcTxStyle>
      <a:tcStyle>
        <a:tcBdr>
          <a:left>
            <a:ln w="0" cmpd="sng">
              <a:noFill/>
            </a:ln>
          </a:left>
          <a:right>
            <a:ln w="0" cmpd="sng">
              <a:noFill/>
            </a:ln>
          </a:right>
          <a:top>
            <a:ln w="12700" cmpd="sng">
              <a:solidFill>
                <a:schemeClr val="tx1"/>
              </a:solidFill>
            </a:ln>
          </a:top>
          <a:bottom>
            <a:ln w="12700" cmpd="sng">
              <a:solidFill>
                <a:schemeClr val="tx1"/>
              </a:solidFill>
            </a:ln>
          </a:bottom>
          <a:insideH>
            <a:ln w="3175" cmpd="sng">
              <a:solidFill>
                <a:srgbClr val="E0DCD7"/>
              </a:solidFill>
            </a:ln>
          </a:insideH>
          <a:insideV>
            <a:ln w="0" cmpd="sng">
              <a:noFill/>
            </a:ln>
          </a:insideV>
        </a:tcBdr>
        <a:fill>
          <a:noFill/>
        </a:fill>
      </a:tcStyle>
    </a:wholeTbl>
    <a:band1H>
      <a:tcStyle>
        <a:tcBdr/>
      </a:tcStyle>
    </a:band1H>
    <a:band2H>
      <a:tcStyle>
        <a:tcBdr/>
        <a:fill>
          <a:solidFill>
            <a:schemeClr val="bg2"/>
          </a:solidFill>
        </a:fill>
      </a:tcStyle>
    </a:band2H>
    <a:band1V>
      <a:tcStyle>
        <a:tcBdr/>
      </a:tcStyle>
    </a:band1V>
    <a:band2V>
      <a:tcStyle>
        <a:tcBdr/>
      </a:tcStyle>
    </a:band2V>
    <a:lastCol>
      <a:tcTxStyle b="on"/>
      <a:tcStyle>
        <a:tcBdr/>
      </a:tcStyle>
    </a:lastCol>
    <a:firstCol>
      <a:tcTxStyle b="on"/>
      <a:tcStyle>
        <a:tcBdr/>
      </a:tcStyle>
    </a:firstCol>
    <a:lastRow>
      <a:tcTxStyle b="on">
        <a:fontRef idx="minor"/>
        <a:schemeClr val="tx1"/>
      </a:tcTxStyle>
      <a:tcStyle>
        <a:tcBdr>
          <a:top>
            <a:ln w="12700" cmpd="sng">
              <a:solidFill>
                <a:schemeClr val="tx1"/>
              </a:solidFill>
            </a:ln>
          </a:top>
          <a:bottom>
            <a:ln w="12700" cmpd="sng">
              <a:solidFill>
                <a:schemeClr val="tx1"/>
              </a:solidFill>
            </a:ln>
          </a:bottom>
        </a:tcBdr>
      </a:tcStyle>
    </a:lastRow>
    <a:firstRow>
      <a:tcTxStyle b="on">
        <a:fontRef idx="minor"/>
        <a:schemeClr val="tx1"/>
      </a:tcTxStyle>
      <a:tcStyle>
        <a:tcBdr>
          <a:top>
            <a:ln w="12700" cmpd="sng">
              <a:noFill/>
            </a:ln>
          </a:top>
          <a:bottom>
            <a:ln w="12700" cmpd="sng" algn="ctr">
              <a:solidFill>
                <a:schemeClr val="tx1"/>
              </a:solidFill>
            </a:ln>
          </a:bottom>
        </a:tcBdr>
        <a:fill>
          <a:solidFill>
            <a:schemeClr val="bg2"/>
          </a:solidFill>
        </a:fill>
      </a:tcStyle>
    </a:firstRow>
  </a:tblStyle>
  <a:tblStyle styleId="{284E427A-3D55-4303-BF80-6455036E1DE7}" styleName="Estilo com Tema 1 - Ênfase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38" autoAdjust="0"/>
    <p:restoredTop sz="94660"/>
  </p:normalViewPr>
  <p:slideViewPr>
    <p:cSldViewPr snapToGrid="0">
      <p:cViewPr varScale="1">
        <p:scale>
          <a:sx n="105" d="100"/>
          <a:sy n="105" d="100"/>
        </p:scale>
        <p:origin x="84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2.fntdata"/><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font" Target="fonts/font5.fntdata"/><Relationship Id="rId47" Type="http://schemas.openxmlformats.org/officeDocument/2006/relationships/font" Target="fonts/font10.fntdata"/><Relationship Id="rId50" Type="http://schemas.openxmlformats.org/officeDocument/2006/relationships/font" Target="fonts/font13.fntdata"/><Relationship Id="rId55"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handoutMaster" Target="handoutMasters/handoutMaster1.xml"/><Relationship Id="rId40" Type="http://schemas.openxmlformats.org/officeDocument/2006/relationships/font" Target="fonts/font3.fntdata"/><Relationship Id="rId45" Type="http://schemas.openxmlformats.org/officeDocument/2006/relationships/font" Target="fonts/font8.fntdata"/><Relationship Id="rId53" Type="http://schemas.openxmlformats.org/officeDocument/2006/relationships/viewProps" Target="viewProps.xml"/><Relationship Id="rId58" Type="http://schemas.microsoft.com/office/2018/10/relationships/authors" Target="author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font" Target="fonts/font6.fntdata"/><Relationship Id="rId48" Type="http://schemas.openxmlformats.org/officeDocument/2006/relationships/font" Target="fonts/font11.fntdata"/><Relationship Id="rId56"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commentAuthors" Target="commentAuthor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font" Target="fonts/font1.fntdata"/><Relationship Id="rId46" Type="http://schemas.openxmlformats.org/officeDocument/2006/relationships/font" Target="fonts/font9.fntdata"/><Relationship Id="rId20" Type="http://schemas.openxmlformats.org/officeDocument/2006/relationships/slide" Target="slides/slide16.xml"/><Relationship Id="rId41" Type="http://schemas.openxmlformats.org/officeDocument/2006/relationships/font" Target="fonts/font4.fntdata"/><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49" Type="http://schemas.openxmlformats.org/officeDocument/2006/relationships/font" Target="fonts/font12.fntdata"/><Relationship Id="rId57" Type="http://schemas.microsoft.com/office/2015/10/relationships/revisionInfo" Target="revisionInfo.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font" Target="fonts/font7.fntdata"/><Relationship Id="rId5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ik Xavier Marques de Oliveira" userId="3a389741-29f1-4230-909c-c14bc51cf8d0" providerId="ADAL" clId="{FBFD55F7-05E5-4593-A169-4B7B6DE43092}"/>
    <pc:docChg chg="undo redo custSel addSld delSld modSld sldOrd modSection">
      <pc:chgData name="Kaik Xavier Marques de Oliveira" userId="3a389741-29f1-4230-909c-c14bc51cf8d0" providerId="ADAL" clId="{FBFD55F7-05E5-4593-A169-4B7B6DE43092}" dt="2026-05-04T21:01:04.590" v="2541" actId="14100"/>
      <pc:docMkLst>
        <pc:docMk/>
      </pc:docMkLst>
      <pc:sldChg chg="addSp delSp modSp mod">
        <pc:chgData name="Kaik Xavier Marques de Oliveira" userId="3a389741-29f1-4230-909c-c14bc51cf8d0" providerId="ADAL" clId="{FBFD55F7-05E5-4593-A169-4B7B6DE43092}" dt="2026-05-04T12:14:38.261" v="2003" actId="167"/>
        <pc:sldMkLst>
          <pc:docMk/>
          <pc:sldMk cId="3626797704" sldId="2286"/>
        </pc:sldMkLst>
        <pc:spChg chg="mod">
          <ac:chgData name="Kaik Xavier Marques de Oliveira" userId="3a389741-29f1-4230-909c-c14bc51cf8d0" providerId="ADAL" clId="{FBFD55F7-05E5-4593-A169-4B7B6DE43092}" dt="2026-05-04T12:06:03.522" v="1908" actId="790"/>
          <ac:spMkLst>
            <pc:docMk/>
            <pc:sldMk cId="3626797704" sldId="2286"/>
            <ac:spMk id="2" creationId="{193864C8-7829-6F6B-95AC-E258747620FF}"/>
          </ac:spMkLst>
        </pc:spChg>
        <pc:spChg chg="del mod">
          <ac:chgData name="Kaik Xavier Marques de Oliveira" userId="3a389741-29f1-4230-909c-c14bc51cf8d0" providerId="ADAL" clId="{FBFD55F7-05E5-4593-A169-4B7B6DE43092}" dt="2026-05-04T11:51:41.080" v="1709" actId="478"/>
          <ac:spMkLst>
            <pc:docMk/>
            <pc:sldMk cId="3626797704" sldId="2286"/>
            <ac:spMk id="4" creationId="{D5268152-46D5-B0EF-AECE-01A115F946A0}"/>
          </ac:spMkLst>
        </pc:spChg>
        <pc:spChg chg="add del mod">
          <ac:chgData name="Kaik Xavier Marques de Oliveira" userId="3a389741-29f1-4230-909c-c14bc51cf8d0" providerId="ADAL" clId="{FBFD55F7-05E5-4593-A169-4B7B6DE43092}" dt="2026-05-04T12:11:32.857" v="1961" actId="478"/>
          <ac:spMkLst>
            <pc:docMk/>
            <pc:sldMk cId="3626797704" sldId="2286"/>
            <ac:spMk id="6" creationId="{E7A68FCF-397F-2C68-3659-18AE1BAB945B}"/>
          </ac:spMkLst>
        </pc:spChg>
        <pc:spChg chg="mod">
          <ac:chgData name="Kaik Xavier Marques de Oliveira" userId="3a389741-29f1-4230-909c-c14bc51cf8d0" providerId="ADAL" clId="{FBFD55F7-05E5-4593-A169-4B7B6DE43092}" dt="2026-05-04T12:13:21.745" v="1975" actId="20577"/>
          <ac:spMkLst>
            <pc:docMk/>
            <pc:sldMk cId="3626797704" sldId="2286"/>
            <ac:spMk id="9" creationId="{C7FBF1B9-AA95-6F73-2F39-76A33E92A923}"/>
          </ac:spMkLst>
        </pc:spChg>
        <pc:spChg chg="add mod">
          <ac:chgData name="Kaik Xavier Marques de Oliveira" userId="3a389741-29f1-4230-909c-c14bc51cf8d0" providerId="ADAL" clId="{FBFD55F7-05E5-4593-A169-4B7B6DE43092}" dt="2026-05-04T12:09:34.894" v="1943" actId="113"/>
          <ac:spMkLst>
            <pc:docMk/>
            <pc:sldMk cId="3626797704" sldId="2286"/>
            <ac:spMk id="12" creationId="{6278F552-96D8-2BB1-772A-E401A05BBA7C}"/>
          </ac:spMkLst>
        </pc:spChg>
        <pc:spChg chg="add mod">
          <ac:chgData name="Kaik Xavier Marques de Oliveira" userId="3a389741-29f1-4230-909c-c14bc51cf8d0" providerId="ADAL" clId="{FBFD55F7-05E5-4593-A169-4B7B6DE43092}" dt="2026-05-04T12:08:58.929" v="1937" actId="1076"/>
          <ac:spMkLst>
            <pc:docMk/>
            <pc:sldMk cId="3626797704" sldId="2286"/>
            <ac:spMk id="13" creationId="{4A0F2827-6731-61D5-CF59-3FC3E3830FC5}"/>
          </ac:spMkLst>
        </pc:spChg>
        <pc:spChg chg="add mod">
          <ac:chgData name="Kaik Xavier Marques de Oliveira" userId="3a389741-29f1-4230-909c-c14bc51cf8d0" providerId="ADAL" clId="{FBFD55F7-05E5-4593-A169-4B7B6DE43092}" dt="2026-05-04T12:09:32.733" v="1942" actId="113"/>
          <ac:spMkLst>
            <pc:docMk/>
            <pc:sldMk cId="3626797704" sldId="2286"/>
            <ac:spMk id="14" creationId="{EE4B9848-6C0B-189A-9F64-2BABB199D499}"/>
          </ac:spMkLst>
        </pc:spChg>
        <pc:spChg chg="add mod">
          <ac:chgData name="Kaik Xavier Marques de Oliveira" userId="3a389741-29f1-4230-909c-c14bc51cf8d0" providerId="ADAL" clId="{FBFD55F7-05E5-4593-A169-4B7B6DE43092}" dt="2026-05-04T12:09:28.145" v="1941" actId="1076"/>
          <ac:spMkLst>
            <pc:docMk/>
            <pc:sldMk cId="3626797704" sldId="2286"/>
            <ac:spMk id="15" creationId="{A85AA3CC-25CA-AC2C-9894-C30330352C9C}"/>
          </ac:spMkLst>
        </pc:spChg>
        <pc:spChg chg="add mod">
          <ac:chgData name="Kaik Xavier Marques de Oliveira" userId="3a389741-29f1-4230-909c-c14bc51cf8d0" providerId="ADAL" clId="{FBFD55F7-05E5-4593-A169-4B7B6DE43092}" dt="2026-05-04T12:09:49.699" v="1945" actId="1076"/>
          <ac:spMkLst>
            <pc:docMk/>
            <pc:sldMk cId="3626797704" sldId="2286"/>
            <ac:spMk id="16" creationId="{9C804CE5-61DF-CB48-DBD5-A4E3E9EEA79F}"/>
          </ac:spMkLst>
        </pc:spChg>
        <pc:spChg chg="add mod">
          <ac:chgData name="Kaik Xavier Marques de Oliveira" userId="3a389741-29f1-4230-909c-c14bc51cf8d0" providerId="ADAL" clId="{FBFD55F7-05E5-4593-A169-4B7B6DE43092}" dt="2026-05-04T12:11:18.703" v="1957" actId="1036"/>
          <ac:spMkLst>
            <pc:docMk/>
            <pc:sldMk cId="3626797704" sldId="2286"/>
            <ac:spMk id="17" creationId="{2FC57468-816C-5B57-62AC-4CFAE88F826C}"/>
          </ac:spMkLst>
        </pc:spChg>
        <pc:spChg chg="add mod">
          <ac:chgData name="Kaik Xavier Marques de Oliveira" userId="3a389741-29f1-4230-909c-c14bc51cf8d0" providerId="ADAL" clId="{FBFD55F7-05E5-4593-A169-4B7B6DE43092}" dt="2026-05-04T12:10:08.795" v="1947" actId="1076"/>
          <ac:spMkLst>
            <pc:docMk/>
            <pc:sldMk cId="3626797704" sldId="2286"/>
            <ac:spMk id="18" creationId="{19A4F70F-760F-3869-7FD3-584075A64B72}"/>
          </ac:spMkLst>
        </pc:spChg>
        <pc:spChg chg="add mod">
          <ac:chgData name="Kaik Xavier Marques de Oliveira" userId="3a389741-29f1-4230-909c-c14bc51cf8d0" providerId="ADAL" clId="{FBFD55F7-05E5-4593-A169-4B7B6DE43092}" dt="2026-05-04T12:11:24.466" v="1959" actId="1036"/>
          <ac:spMkLst>
            <pc:docMk/>
            <pc:sldMk cId="3626797704" sldId="2286"/>
            <ac:spMk id="19" creationId="{416199FB-4D77-C38A-23B6-B2BC3EFA9EB9}"/>
          </ac:spMkLst>
        </pc:spChg>
        <pc:spChg chg="add del mod">
          <ac:chgData name="Kaik Xavier Marques de Oliveira" userId="3a389741-29f1-4230-909c-c14bc51cf8d0" providerId="ADAL" clId="{FBFD55F7-05E5-4593-A169-4B7B6DE43092}" dt="2026-05-04T12:03:56.669" v="1873" actId="478"/>
          <ac:spMkLst>
            <pc:docMk/>
            <pc:sldMk cId="3626797704" sldId="2286"/>
            <ac:spMk id="21" creationId="{F681D7D8-A667-C7B5-50E0-5388D91854D8}"/>
          </ac:spMkLst>
        </pc:spChg>
        <pc:spChg chg="add del mod">
          <ac:chgData name="Kaik Xavier Marques de Oliveira" userId="3a389741-29f1-4230-909c-c14bc51cf8d0" providerId="ADAL" clId="{FBFD55F7-05E5-4593-A169-4B7B6DE43092}" dt="2026-05-04T12:04:02.014" v="1876" actId="478"/>
          <ac:spMkLst>
            <pc:docMk/>
            <pc:sldMk cId="3626797704" sldId="2286"/>
            <ac:spMk id="23" creationId="{FE5452CA-23F3-68BB-6071-8B84BB7F21DE}"/>
          </ac:spMkLst>
        </pc:spChg>
        <pc:spChg chg="add del mod">
          <ac:chgData name="Kaik Xavier Marques de Oliveira" userId="3a389741-29f1-4230-909c-c14bc51cf8d0" providerId="ADAL" clId="{FBFD55F7-05E5-4593-A169-4B7B6DE43092}" dt="2026-05-04T12:13:47.656" v="1977" actId="478"/>
          <ac:spMkLst>
            <pc:docMk/>
            <pc:sldMk cId="3626797704" sldId="2286"/>
            <ac:spMk id="29" creationId="{DD4FEBFF-3BFC-8613-BE73-59B31DC270DE}"/>
          </ac:spMkLst>
        </pc:spChg>
        <pc:picChg chg="del mod">
          <ac:chgData name="Kaik Xavier Marques de Oliveira" userId="3a389741-29f1-4230-909c-c14bc51cf8d0" providerId="ADAL" clId="{FBFD55F7-05E5-4593-A169-4B7B6DE43092}" dt="2026-05-04T12:00:43.449" v="1854" actId="478"/>
          <ac:picMkLst>
            <pc:docMk/>
            <pc:sldMk cId="3626797704" sldId="2286"/>
            <ac:picMk id="3" creationId="{46FF7155-B52E-D9CD-8B41-041BCF763F64}"/>
          </ac:picMkLst>
        </pc:picChg>
        <pc:picChg chg="add mod ord">
          <ac:chgData name="Kaik Xavier Marques de Oliveira" userId="3a389741-29f1-4230-909c-c14bc51cf8d0" providerId="ADAL" clId="{FBFD55F7-05E5-4593-A169-4B7B6DE43092}" dt="2026-05-04T12:14:38.261" v="2003" actId="167"/>
          <ac:picMkLst>
            <pc:docMk/>
            <pc:sldMk cId="3626797704" sldId="2286"/>
            <ac:picMk id="7" creationId="{700220B3-ECC1-F5E4-EF96-1D6F0994260F}"/>
          </ac:picMkLst>
        </pc:picChg>
        <pc:picChg chg="add del mod">
          <ac:chgData name="Kaik Xavier Marques de Oliveira" userId="3a389741-29f1-4230-909c-c14bc51cf8d0" providerId="ADAL" clId="{FBFD55F7-05E5-4593-A169-4B7B6DE43092}" dt="2026-05-04T12:14:27.903" v="2002" actId="478"/>
          <ac:picMkLst>
            <pc:docMk/>
            <pc:sldMk cId="3626797704" sldId="2286"/>
            <ac:picMk id="10" creationId="{9E82AA6D-7EA4-3937-F166-92CD340C5A37}"/>
          </ac:picMkLst>
        </pc:picChg>
        <pc:picChg chg="add del">
          <ac:chgData name="Kaik Xavier Marques de Oliveira" userId="3a389741-29f1-4230-909c-c14bc51cf8d0" providerId="ADAL" clId="{FBFD55F7-05E5-4593-A169-4B7B6DE43092}" dt="2026-05-04T12:03:29.133" v="1868" actId="22"/>
          <ac:picMkLst>
            <pc:docMk/>
            <pc:sldMk cId="3626797704" sldId="2286"/>
            <ac:picMk id="11" creationId="{BE6C36F3-1778-D561-4341-E9E6DC37140D}"/>
          </ac:picMkLst>
        </pc:picChg>
        <pc:picChg chg="add mod">
          <ac:chgData name="Kaik Xavier Marques de Oliveira" userId="3a389741-29f1-4230-909c-c14bc51cf8d0" providerId="ADAL" clId="{FBFD55F7-05E5-4593-A169-4B7B6DE43092}" dt="2026-05-04T12:11:07.488" v="1954" actId="1076"/>
          <ac:picMkLst>
            <pc:docMk/>
            <pc:sldMk cId="3626797704" sldId="2286"/>
            <ac:picMk id="24" creationId="{1DCEADBC-4480-979B-7691-1F93F3CE9EDA}"/>
          </ac:picMkLst>
        </pc:picChg>
        <pc:picChg chg="add mod">
          <ac:chgData name="Kaik Xavier Marques de Oliveira" userId="3a389741-29f1-4230-909c-c14bc51cf8d0" providerId="ADAL" clId="{FBFD55F7-05E5-4593-A169-4B7B6DE43092}" dt="2026-05-04T12:10:57.108" v="1953" actId="1076"/>
          <ac:picMkLst>
            <pc:docMk/>
            <pc:sldMk cId="3626797704" sldId="2286"/>
            <ac:picMk id="25" creationId="{32706CF1-E3C4-27DA-7D27-46ED647830BA}"/>
          </ac:picMkLst>
        </pc:picChg>
        <pc:picChg chg="add mod">
          <ac:chgData name="Kaik Xavier Marques de Oliveira" userId="3a389741-29f1-4230-909c-c14bc51cf8d0" providerId="ADAL" clId="{FBFD55F7-05E5-4593-A169-4B7B6DE43092}" dt="2026-05-04T12:10:43.812" v="1952" actId="1076"/>
          <ac:picMkLst>
            <pc:docMk/>
            <pc:sldMk cId="3626797704" sldId="2286"/>
            <ac:picMk id="26" creationId="{F88B10F6-B049-52E6-B250-BE5F3316AD2B}"/>
          </ac:picMkLst>
        </pc:picChg>
        <pc:picChg chg="add mod">
          <ac:chgData name="Kaik Xavier Marques de Oliveira" userId="3a389741-29f1-4230-909c-c14bc51cf8d0" providerId="ADAL" clId="{FBFD55F7-05E5-4593-A169-4B7B6DE43092}" dt="2026-05-04T12:10:31.771" v="1951" actId="1076"/>
          <ac:picMkLst>
            <pc:docMk/>
            <pc:sldMk cId="3626797704" sldId="2286"/>
            <ac:picMk id="27" creationId="{39855A22-701B-9E46-B6BC-B1947FED1063}"/>
          </ac:picMkLst>
        </pc:picChg>
        <pc:picChg chg="add mod ord">
          <ac:chgData name="Kaik Xavier Marques de Oliveira" userId="3a389741-29f1-4230-909c-c14bc51cf8d0" providerId="ADAL" clId="{FBFD55F7-05E5-4593-A169-4B7B6DE43092}" dt="2026-05-04T12:14:26.051" v="2001" actId="1076"/>
          <ac:picMkLst>
            <pc:docMk/>
            <pc:sldMk cId="3626797704" sldId="2286"/>
            <ac:picMk id="30" creationId="{37DB7E0A-D331-3617-9944-E073657DF9E2}"/>
          </ac:picMkLst>
        </pc:picChg>
      </pc:sldChg>
      <pc:sldChg chg="modSp mod">
        <pc:chgData name="Kaik Xavier Marques de Oliveira" userId="3a389741-29f1-4230-909c-c14bc51cf8d0" providerId="ADAL" clId="{FBFD55F7-05E5-4593-A169-4B7B6DE43092}" dt="2026-05-04T12:06:03.522" v="1908" actId="790"/>
        <pc:sldMkLst>
          <pc:docMk/>
          <pc:sldMk cId="2398113106" sldId="2657"/>
        </pc:sldMkLst>
        <pc:spChg chg="mod">
          <ac:chgData name="Kaik Xavier Marques de Oliveira" userId="3a389741-29f1-4230-909c-c14bc51cf8d0" providerId="ADAL" clId="{FBFD55F7-05E5-4593-A169-4B7B6DE43092}" dt="2026-05-04T12:06:03.522" v="1908" actId="790"/>
          <ac:spMkLst>
            <pc:docMk/>
            <pc:sldMk cId="2398113106" sldId="2657"/>
            <ac:spMk id="11" creationId="{E10C43F4-5920-8E59-CC04-0A7342DFFC1B}"/>
          </ac:spMkLst>
        </pc:spChg>
        <pc:spChg chg="mod">
          <ac:chgData name="Kaik Xavier Marques de Oliveira" userId="3a389741-29f1-4230-909c-c14bc51cf8d0" providerId="ADAL" clId="{FBFD55F7-05E5-4593-A169-4B7B6DE43092}" dt="2026-05-04T12:06:03.522" v="1908" actId="790"/>
          <ac:spMkLst>
            <pc:docMk/>
            <pc:sldMk cId="2398113106" sldId="2657"/>
            <ac:spMk id="13" creationId="{2AB4AF92-BE76-81C8-C178-66E71E47E8DA}"/>
          </ac:spMkLst>
        </pc:spChg>
        <pc:spChg chg="mod">
          <ac:chgData name="Kaik Xavier Marques de Oliveira" userId="3a389741-29f1-4230-909c-c14bc51cf8d0" providerId="ADAL" clId="{FBFD55F7-05E5-4593-A169-4B7B6DE43092}" dt="2026-05-04T12:06:03.522" v="1908" actId="790"/>
          <ac:spMkLst>
            <pc:docMk/>
            <pc:sldMk cId="2398113106" sldId="2657"/>
            <ac:spMk id="14" creationId="{1A55835B-099F-138D-E048-9AAED8235CDC}"/>
          </ac:spMkLst>
        </pc:spChg>
        <pc:spChg chg="mod">
          <ac:chgData name="Kaik Xavier Marques de Oliveira" userId="3a389741-29f1-4230-909c-c14bc51cf8d0" providerId="ADAL" clId="{FBFD55F7-05E5-4593-A169-4B7B6DE43092}" dt="2026-05-04T12:06:03.522" v="1908" actId="790"/>
          <ac:spMkLst>
            <pc:docMk/>
            <pc:sldMk cId="2398113106" sldId="2657"/>
            <ac:spMk id="16" creationId="{E73DE241-3746-B669-E8B8-865FC07A8A04}"/>
          </ac:spMkLst>
        </pc:spChg>
        <pc:spChg chg="mod">
          <ac:chgData name="Kaik Xavier Marques de Oliveira" userId="3a389741-29f1-4230-909c-c14bc51cf8d0" providerId="ADAL" clId="{FBFD55F7-05E5-4593-A169-4B7B6DE43092}" dt="2026-05-04T12:06:03.522" v="1908" actId="790"/>
          <ac:spMkLst>
            <pc:docMk/>
            <pc:sldMk cId="2398113106" sldId="2657"/>
            <ac:spMk id="22" creationId="{6636EE9E-C119-8DAD-3C1B-FCDBA37EFCEC}"/>
          </ac:spMkLst>
        </pc:spChg>
        <pc:spChg chg="mod">
          <ac:chgData name="Kaik Xavier Marques de Oliveira" userId="3a389741-29f1-4230-909c-c14bc51cf8d0" providerId="ADAL" clId="{FBFD55F7-05E5-4593-A169-4B7B6DE43092}" dt="2026-05-04T12:06:03.522" v="1908" actId="790"/>
          <ac:spMkLst>
            <pc:docMk/>
            <pc:sldMk cId="2398113106" sldId="2657"/>
            <ac:spMk id="23" creationId="{6DB3E1D6-DEF6-933D-F400-49DB7067BA71}"/>
          </ac:spMkLst>
        </pc:spChg>
        <pc:spChg chg="mod">
          <ac:chgData name="Kaik Xavier Marques de Oliveira" userId="3a389741-29f1-4230-909c-c14bc51cf8d0" providerId="ADAL" clId="{FBFD55F7-05E5-4593-A169-4B7B6DE43092}" dt="2026-05-04T12:06:03.522" v="1908" actId="790"/>
          <ac:spMkLst>
            <pc:docMk/>
            <pc:sldMk cId="2398113106" sldId="2657"/>
            <ac:spMk id="26" creationId="{9A3A0B88-F206-A4C6-9A32-91DA26C4AAF7}"/>
          </ac:spMkLst>
        </pc:spChg>
        <pc:spChg chg="mod">
          <ac:chgData name="Kaik Xavier Marques de Oliveira" userId="3a389741-29f1-4230-909c-c14bc51cf8d0" providerId="ADAL" clId="{FBFD55F7-05E5-4593-A169-4B7B6DE43092}" dt="2026-05-04T12:06:03.522" v="1908" actId="790"/>
          <ac:spMkLst>
            <pc:docMk/>
            <pc:sldMk cId="2398113106" sldId="2657"/>
            <ac:spMk id="29" creationId="{83970291-5B1D-CC34-E2ED-2061C0F750B7}"/>
          </ac:spMkLst>
        </pc:spChg>
        <pc:spChg chg="mod">
          <ac:chgData name="Kaik Xavier Marques de Oliveira" userId="3a389741-29f1-4230-909c-c14bc51cf8d0" providerId="ADAL" clId="{FBFD55F7-05E5-4593-A169-4B7B6DE43092}" dt="2026-05-04T12:06:03.522" v="1908" actId="790"/>
          <ac:spMkLst>
            <pc:docMk/>
            <pc:sldMk cId="2398113106" sldId="2657"/>
            <ac:spMk id="40" creationId="{9B6F477A-0DC6-24B2-05BE-2771BC7C903C}"/>
          </ac:spMkLst>
        </pc:spChg>
        <pc:spChg chg="mod">
          <ac:chgData name="Kaik Xavier Marques de Oliveira" userId="3a389741-29f1-4230-909c-c14bc51cf8d0" providerId="ADAL" clId="{FBFD55F7-05E5-4593-A169-4B7B6DE43092}" dt="2026-05-04T11:18:38.459" v="1319" actId="207"/>
          <ac:spMkLst>
            <pc:docMk/>
            <pc:sldMk cId="2398113106" sldId="2657"/>
            <ac:spMk id="46" creationId="{00A13DE0-77F2-A757-95AD-789BB772EECB}"/>
          </ac:spMkLst>
        </pc:spChg>
        <pc:spChg chg="mod">
          <ac:chgData name="Kaik Xavier Marques de Oliveira" userId="3a389741-29f1-4230-909c-c14bc51cf8d0" providerId="ADAL" clId="{FBFD55F7-05E5-4593-A169-4B7B6DE43092}" dt="2026-05-04T12:06:03.522" v="1908" actId="790"/>
          <ac:spMkLst>
            <pc:docMk/>
            <pc:sldMk cId="2398113106" sldId="2657"/>
            <ac:spMk id="57" creationId="{AB5363DD-2025-B85F-DDC9-E276C775260D}"/>
          </ac:spMkLst>
        </pc:spChg>
      </pc:sldChg>
      <pc:sldChg chg="addSp delSp modSp mod ord">
        <pc:chgData name="Kaik Xavier Marques de Oliveira" userId="3a389741-29f1-4230-909c-c14bc51cf8d0" providerId="ADAL" clId="{FBFD55F7-05E5-4593-A169-4B7B6DE43092}" dt="2026-05-04T12:06:03.522" v="1908" actId="790"/>
        <pc:sldMkLst>
          <pc:docMk/>
          <pc:sldMk cId="2621522001" sldId="2840"/>
        </pc:sldMkLst>
        <pc:spChg chg="mod">
          <ac:chgData name="Kaik Xavier Marques de Oliveira" userId="3a389741-29f1-4230-909c-c14bc51cf8d0" providerId="ADAL" clId="{FBFD55F7-05E5-4593-A169-4B7B6DE43092}" dt="2026-05-04T12:06:03.522" v="1908" actId="790"/>
          <ac:spMkLst>
            <pc:docMk/>
            <pc:sldMk cId="2621522001" sldId="2840"/>
            <ac:spMk id="2" creationId="{028AE1C6-923F-40D2-BE12-88541DB8E30E}"/>
          </ac:spMkLst>
        </pc:spChg>
        <pc:spChg chg="del mod">
          <ac:chgData name="Kaik Xavier Marques de Oliveira" userId="3a389741-29f1-4230-909c-c14bc51cf8d0" providerId="ADAL" clId="{FBFD55F7-05E5-4593-A169-4B7B6DE43092}" dt="2026-05-04T11:54:05.812" v="1730" actId="478"/>
          <ac:spMkLst>
            <pc:docMk/>
            <pc:sldMk cId="2621522001" sldId="2840"/>
            <ac:spMk id="3" creationId="{AA91E0D6-6B73-A232-56B5-CBB154377054}"/>
          </ac:spMkLst>
        </pc:spChg>
        <pc:spChg chg="del">
          <ac:chgData name="Kaik Xavier Marques de Oliveira" userId="3a389741-29f1-4230-909c-c14bc51cf8d0" providerId="ADAL" clId="{FBFD55F7-05E5-4593-A169-4B7B6DE43092}" dt="2026-05-04T11:54:07.718" v="1731" actId="478"/>
          <ac:spMkLst>
            <pc:docMk/>
            <pc:sldMk cId="2621522001" sldId="2840"/>
            <ac:spMk id="4" creationId="{CF46327A-0022-4B1E-A953-B69A4F1AF58D}"/>
          </ac:spMkLst>
        </pc:spChg>
        <pc:spChg chg="add del mod">
          <ac:chgData name="Kaik Xavier Marques de Oliveira" userId="3a389741-29f1-4230-909c-c14bc51cf8d0" providerId="ADAL" clId="{FBFD55F7-05E5-4593-A169-4B7B6DE43092}" dt="2026-05-04T11:54:20.412" v="1734" actId="478"/>
          <ac:spMkLst>
            <pc:docMk/>
            <pc:sldMk cId="2621522001" sldId="2840"/>
            <ac:spMk id="8" creationId="{026F4086-D9DD-32D2-49EC-89099A07DF49}"/>
          </ac:spMkLst>
        </pc:spChg>
        <pc:spChg chg="del mod">
          <ac:chgData name="Kaik Xavier Marques de Oliveira" userId="3a389741-29f1-4230-909c-c14bc51cf8d0" providerId="ADAL" clId="{FBFD55F7-05E5-4593-A169-4B7B6DE43092}" dt="2026-05-04T11:53:54.086" v="1725" actId="478"/>
          <ac:spMkLst>
            <pc:docMk/>
            <pc:sldMk cId="2621522001" sldId="2840"/>
            <ac:spMk id="11" creationId="{A718E377-02D9-5FB4-EA73-C37EFA997C04}"/>
          </ac:spMkLst>
        </pc:spChg>
        <pc:graphicFrameChg chg="del">
          <ac:chgData name="Kaik Xavier Marques de Oliveira" userId="3a389741-29f1-4230-909c-c14bc51cf8d0" providerId="ADAL" clId="{FBFD55F7-05E5-4593-A169-4B7B6DE43092}" dt="2026-05-04T11:54:25.800" v="1735" actId="478"/>
          <ac:graphicFrameMkLst>
            <pc:docMk/>
            <pc:sldMk cId="2621522001" sldId="2840"/>
            <ac:graphicFrameMk id="10" creationId="{DBA590E6-BE21-43F2-9D0C-D887F986AA4F}"/>
          </ac:graphicFrameMkLst>
        </pc:graphicFrameChg>
        <pc:picChg chg="add del">
          <ac:chgData name="Kaik Xavier Marques de Oliveira" userId="3a389741-29f1-4230-909c-c14bc51cf8d0" providerId="ADAL" clId="{FBFD55F7-05E5-4593-A169-4B7B6DE43092}" dt="2026-05-04T11:54:01.971" v="1729" actId="478"/>
          <ac:picMkLst>
            <pc:docMk/>
            <pc:sldMk cId="2621522001" sldId="2840"/>
            <ac:picMk id="6" creationId="{D57CC49C-7B6C-1A1F-E0C4-7160F156560F}"/>
          </ac:picMkLst>
        </pc:picChg>
        <pc:picChg chg="del">
          <ac:chgData name="Kaik Xavier Marques de Oliveira" userId="3a389741-29f1-4230-909c-c14bc51cf8d0" providerId="ADAL" clId="{FBFD55F7-05E5-4593-A169-4B7B6DE43092}" dt="2026-05-04T11:54:27.188" v="1736" actId="478"/>
          <ac:picMkLst>
            <pc:docMk/>
            <pc:sldMk cId="2621522001" sldId="2840"/>
            <ac:picMk id="14" creationId="{CEC25749-FEA0-46C1-91DF-F048B38680AF}"/>
          </ac:picMkLst>
        </pc:picChg>
        <pc:picChg chg="del">
          <ac:chgData name="Kaik Xavier Marques de Oliveira" userId="3a389741-29f1-4230-909c-c14bc51cf8d0" providerId="ADAL" clId="{FBFD55F7-05E5-4593-A169-4B7B6DE43092}" dt="2026-05-04T11:53:58.664" v="1726" actId="478"/>
          <ac:picMkLst>
            <pc:docMk/>
            <pc:sldMk cId="2621522001" sldId="2840"/>
            <ac:picMk id="16" creationId="{231011D2-2589-DD4E-B794-ECBAB346FCA8}"/>
          </ac:picMkLst>
        </pc:picChg>
      </pc:sldChg>
      <pc:sldChg chg="modSp mod">
        <pc:chgData name="Kaik Xavier Marques de Oliveira" userId="3a389741-29f1-4230-909c-c14bc51cf8d0" providerId="ADAL" clId="{FBFD55F7-05E5-4593-A169-4B7B6DE43092}" dt="2026-05-04T12:06:03.522" v="1908" actId="790"/>
        <pc:sldMkLst>
          <pc:docMk/>
          <pc:sldMk cId="3721668875" sldId="4258"/>
        </pc:sldMkLst>
        <pc:spChg chg="mod">
          <ac:chgData name="Kaik Xavier Marques de Oliveira" userId="3a389741-29f1-4230-909c-c14bc51cf8d0" providerId="ADAL" clId="{FBFD55F7-05E5-4593-A169-4B7B6DE43092}" dt="2026-05-04T12:06:03.522" v="1908" actId="790"/>
          <ac:spMkLst>
            <pc:docMk/>
            <pc:sldMk cId="3721668875" sldId="4258"/>
            <ac:spMk id="3" creationId="{344CDCE7-4F9E-457F-0519-9AEF3A3B94F4}"/>
          </ac:spMkLst>
        </pc:spChg>
        <pc:spChg chg="mod">
          <ac:chgData name="Kaik Xavier Marques de Oliveira" userId="3a389741-29f1-4230-909c-c14bc51cf8d0" providerId="ADAL" clId="{FBFD55F7-05E5-4593-A169-4B7B6DE43092}" dt="2026-05-04T12:06:03.522" v="1908" actId="790"/>
          <ac:spMkLst>
            <pc:docMk/>
            <pc:sldMk cId="3721668875" sldId="4258"/>
            <ac:spMk id="22" creationId="{8336A4AE-D065-0583-A80C-D9277CB1F706}"/>
          </ac:spMkLst>
        </pc:spChg>
        <pc:spChg chg="mod">
          <ac:chgData name="Kaik Xavier Marques de Oliveira" userId="3a389741-29f1-4230-909c-c14bc51cf8d0" providerId="ADAL" clId="{FBFD55F7-05E5-4593-A169-4B7B6DE43092}" dt="2026-05-04T12:06:03.522" v="1908" actId="790"/>
          <ac:spMkLst>
            <pc:docMk/>
            <pc:sldMk cId="3721668875" sldId="4258"/>
            <ac:spMk id="24" creationId="{CC45DD14-FA8D-02F4-2E97-4F78BDCE7454}"/>
          </ac:spMkLst>
        </pc:spChg>
        <pc:spChg chg="mod">
          <ac:chgData name="Kaik Xavier Marques de Oliveira" userId="3a389741-29f1-4230-909c-c14bc51cf8d0" providerId="ADAL" clId="{FBFD55F7-05E5-4593-A169-4B7B6DE43092}" dt="2026-05-04T12:06:03.522" v="1908" actId="790"/>
          <ac:spMkLst>
            <pc:docMk/>
            <pc:sldMk cId="3721668875" sldId="4258"/>
            <ac:spMk id="26" creationId="{1E015B21-D30C-AB77-AEBB-D67899469C73}"/>
          </ac:spMkLst>
        </pc:spChg>
        <pc:spChg chg="mod">
          <ac:chgData name="Kaik Xavier Marques de Oliveira" userId="3a389741-29f1-4230-909c-c14bc51cf8d0" providerId="ADAL" clId="{FBFD55F7-05E5-4593-A169-4B7B6DE43092}" dt="2026-05-04T12:06:03.522" v="1908" actId="790"/>
          <ac:spMkLst>
            <pc:docMk/>
            <pc:sldMk cId="3721668875" sldId="4258"/>
            <ac:spMk id="28" creationId="{AB258062-ED47-122B-6115-47BE9AEC1236}"/>
          </ac:spMkLst>
        </pc:spChg>
        <pc:spChg chg="mod">
          <ac:chgData name="Kaik Xavier Marques de Oliveira" userId="3a389741-29f1-4230-909c-c14bc51cf8d0" providerId="ADAL" clId="{FBFD55F7-05E5-4593-A169-4B7B6DE43092}" dt="2026-05-04T12:06:03.522" v="1908" actId="790"/>
          <ac:spMkLst>
            <pc:docMk/>
            <pc:sldMk cId="3721668875" sldId="4258"/>
            <ac:spMk id="31" creationId="{FBDB2937-6C8F-B383-E499-3DE88B09EE02}"/>
          </ac:spMkLst>
        </pc:spChg>
        <pc:spChg chg="mod">
          <ac:chgData name="Kaik Xavier Marques de Oliveira" userId="3a389741-29f1-4230-909c-c14bc51cf8d0" providerId="ADAL" clId="{FBFD55F7-05E5-4593-A169-4B7B6DE43092}" dt="2026-05-04T12:06:03.522" v="1908" actId="790"/>
          <ac:spMkLst>
            <pc:docMk/>
            <pc:sldMk cId="3721668875" sldId="4258"/>
            <ac:spMk id="32" creationId="{4F3DAF51-F16A-6CCA-180C-70875431B1AD}"/>
          </ac:spMkLst>
        </pc:spChg>
        <pc:spChg chg="mod">
          <ac:chgData name="Kaik Xavier Marques de Oliveira" userId="3a389741-29f1-4230-909c-c14bc51cf8d0" providerId="ADAL" clId="{FBFD55F7-05E5-4593-A169-4B7B6DE43092}" dt="2026-05-04T12:06:03.522" v="1908" actId="790"/>
          <ac:spMkLst>
            <pc:docMk/>
            <pc:sldMk cId="3721668875" sldId="4258"/>
            <ac:spMk id="33" creationId="{00CEE770-EA41-DBBB-FB0A-1AA2BBF0FBAC}"/>
          </ac:spMkLst>
        </pc:spChg>
        <pc:spChg chg="mod">
          <ac:chgData name="Kaik Xavier Marques de Oliveira" userId="3a389741-29f1-4230-909c-c14bc51cf8d0" providerId="ADAL" clId="{FBFD55F7-05E5-4593-A169-4B7B6DE43092}" dt="2026-05-04T12:06:03.522" v="1908" actId="790"/>
          <ac:spMkLst>
            <pc:docMk/>
            <pc:sldMk cId="3721668875" sldId="4258"/>
            <ac:spMk id="34" creationId="{F096049A-4CCE-C9B7-D262-39FD700B3C32}"/>
          </ac:spMkLst>
        </pc:spChg>
        <pc:spChg chg="mod">
          <ac:chgData name="Kaik Xavier Marques de Oliveira" userId="3a389741-29f1-4230-909c-c14bc51cf8d0" providerId="ADAL" clId="{FBFD55F7-05E5-4593-A169-4B7B6DE43092}" dt="2026-04-29T10:30:24.845" v="290" actId="20577"/>
          <ac:spMkLst>
            <pc:docMk/>
            <pc:sldMk cId="3721668875" sldId="4258"/>
            <ac:spMk id="37" creationId="{E6E196B5-C7E8-0BB8-070B-E1C0B4392129}"/>
          </ac:spMkLst>
        </pc:spChg>
        <pc:spChg chg="mod">
          <ac:chgData name="Kaik Xavier Marques de Oliveira" userId="3a389741-29f1-4230-909c-c14bc51cf8d0" providerId="ADAL" clId="{FBFD55F7-05E5-4593-A169-4B7B6DE43092}" dt="2026-05-04T12:06:03.522" v="1908" actId="790"/>
          <ac:spMkLst>
            <pc:docMk/>
            <pc:sldMk cId="3721668875" sldId="4258"/>
            <ac:spMk id="56" creationId="{D5E457B4-CDCC-D14C-701C-A414AB6D50F1}"/>
          </ac:spMkLst>
        </pc:spChg>
        <pc:picChg chg="mod">
          <ac:chgData name="Kaik Xavier Marques de Oliveira" userId="3a389741-29f1-4230-909c-c14bc51cf8d0" providerId="ADAL" clId="{FBFD55F7-05E5-4593-A169-4B7B6DE43092}" dt="2026-04-29T10:51:34.674" v="744" actId="1076"/>
          <ac:picMkLst>
            <pc:docMk/>
            <pc:sldMk cId="3721668875" sldId="4258"/>
            <ac:picMk id="6" creationId="{33F9212A-BE9B-7805-AB8E-04CA5A7E0236}"/>
          </ac:picMkLst>
        </pc:picChg>
      </pc:sldChg>
      <pc:sldChg chg="modSp mod">
        <pc:chgData name="Kaik Xavier Marques de Oliveira" userId="3a389741-29f1-4230-909c-c14bc51cf8d0" providerId="ADAL" clId="{FBFD55F7-05E5-4593-A169-4B7B6DE43092}" dt="2026-05-04T12:06:03.522" v="1908" actId="790"/>
        <pc:sldMkLst>
          <pc:docMk/>
          <pc:sldMk cId="774003021" sldId="2142533224"/>
        </pc:sldMkLst>
        <pc:spChg chg="mod">
          <ac:chgData name="Kaik Xavier Marques de Oliveira" userId="3a389741-29f1-4230-909c-c14bc51cf8d0" providerId="ADAL" clId="{FBFD55F7-05E5-4593-A169-4B7B6DE43092}" dt="2026-05-04T12:06:03.522" v="1908" actId="790"/>
          <ac:spMkLst>
            <pc:docMk/>
            <pc:sldMk cId="774003021" sldId="2142533224"/>
            <ac:spMk id="6" creationId="{D1228D00-FCAA-504C-ED3F-AA4A32D09A90}"/>
          </ac:spMkLst>
        </pc:spChg>
        <pc:spChg chg="mod">
          <ac:chgData name="Kaik Xavier Marques de Oliveira" userId="3a389741-29f1-4230-909c-c14bc51cf8d0" providerId="ADAL" clId="{FBFD55F7-05E5-4593-A169-4B7B6DE43092}" dt="2026-05-04T12:06:03.522" v="1908" actId="790"/>
          <ac:spMkLst>
            <pc:docMk/>
            <pc:sldMk cId="774003021" sldId="2142533224"/>
            <ac:spMk id="7" creationId="{76D06B44-D7AB-CE7B-405E-248724CFB06E}"/>
          </ac:spMkLst>
        </pc:spChg>
        <pc:spChg chg="mod">
          <ac:chgData name="Kaik Xavier Marques de Oliveira" userId="3a389741-29f1-4230-909c-c14bc51cf8d0" providerId="ADAL" clId="{FBFD55F7-05E5-4593-A169-4B7B6DE43092}" dt="2026-05-04T12:06:03.522" v="1908" actId="790"/>
          <ac:spMkLst>
            <pc:docMk/>
            <pc:sldMk cId="774003021" sldId="2142533224"/>
            <ac:spMk id="41" creationId="{6D335827-9806-B271-3899-5A094F5F302E}"/>
          </ac:spMkLst>
        </pc:spChg>
        <pc:spChg chg="mod">
          <ac:chgData name="Kaik Xavier Marques de Oliveira" userId="3a389741-29f1-4230-909c-c14bc51cf8d0" providerId="ADAL" clId="{FBFD55F7-05E5-4593-A169-4B7B6DE43092}" dt="2026-05-04T12:06:03.522" v="1908" actId="790"/>
          <ac:spMkLst>
            <pc:docMk/>
            <pc:sldMk cId="774003021" sldId="2142533224"/>
            <ac:spMk id="45" creationId="{ADF2E836-F4B6-8DEC-D1B7-C296205129DB}"/>
          </ac:spMkLst>
        </pc:spChg>
        <pc:spChg chg="mod">
          <ac:chgData name="Kaik Xavier Marques de Oliveira" userId="3a389741-29f1-4230-909c-c14bc51cf8d0" providerId="ADAL" clId="{FBFD55F7-05E5-4593-A169-4B7B6DE43092}" dt="2026-05-04T12:06:03.522" v="1908" actId="790"/>
          <ac:spMkLst>
            <pc:docMk/>
            <pc:sldMk cId="774003021" sldId="2142533224"/>
            <ac:spMk id="46" creationId="{E26C8BFD-E384-6537-90B2-E321432BAB49}"/>
          </ac:spMkLst>
        </pc:spChg>
        <pc:spChg chg="mod">
          <ac:chgData name="Kaik Xavier Marques de Oliveira" userId="3a389741-29f1-4230-909c-c14bc51cf8d0" providerId="ADAL" clId="{FBFD55F7-05E5-4593-A169-4B7B6DE43092}" dt="2026-05-04T12:06:03.522" v="1908" actId="790"/>
          <ac:spMkLst>
            <pc:docMk/>
            <pc:sldMk cId="774003021" sldId="2142533224"/>
            <ac:spMk id="48" creationId="{CF676747-6C70-7BCC-2EDD-719DAE74A1CD}"/>
          </ac:spMkLst>
        </pc:spChg>
        <pc:spChg chg="mod">
          <ac:chgData name="Kaik Xavier Marques de Oliveira" userId="3a389741-29f1-4230-909c-c14bc51cf8d0" providerId="ADAL" clId="{FBFD55F7-05E5-4593-A169-4B7B6DE43092}" dt="2026-05-04T12:06:03.522" v="1908" actId="790"/>
          <ac:spMkLst>
            <pc:docMk/>
            <pc:sldMk cId="774003021" sldId="2142533224"/>
            <ac:spMk id="69" creationId="{2C47FFE4-917A-02EB-8A4F-7191A3B6E73D}"/>
          </ac:spMkLst>
        </pc:spChg>
        <pc:spChg chg="mod">
          <ac:chgData name="Kaik Xavier Marques de Oliveira" userId="3a389741-29f1-4230-909c-c14bc51cf8d0" providerId="ADAL" clId="{FBFD55F7-05E5-4593-A169-4B7B6DE43092}" dt="2026-05-04T12:06:03.522" v="1908" actId="790"/>
          <ac:spMkLst>
            <pc:docMk/>
            <pc:sldMk cId="774003021" sldId="2142533224"/>
            <ac:spMk id="71" creationId="{F1E08803-154D-102A-D0AE-EFEE39D86671}"/>
          </ac:spMkLst>
        </pc:spChg>
        <pc:spChg chg="mod">
          <ac:chgData name="Kaik Xavier Marques de Oliveira" userId="3a389741-29f1-4230-909c-c14bc51cf8d0" providerId="ADAL" clId="{FBFD55F7-05E5-4593-A169-4B7B6DE43092}" dt="2026-05-04T12:06:03.522" v="1908" actId="790"/>
          <ac:spMkLst>
            <pc:docMk/>
            <pc:sldMk cId="774003021" sldId="2142533224"/>
            <ac:spMk id="73" creationId="{A3AE9D11-B70C-10C1-7221-91EA6094E1B6}"/>
          </ac:spMkLst>
        </pc:spChg>
        <pc:spChg chg="mod">
          <ac:chgData name="Kaik Xavier Marques de Oliveira" userId="3a389741-29f1-4230-909c-c14bc51cf8d0" providerId="ADAL" clId="{FBFD55F7-05E5-4593-A169-4B7B6DE43092}" dt="2026-05-04T12:06:03.522" v="1908" actId="790"/>
          <ac:spMkLst>
            <pc:docMk/>
            <pc:sldMk cId="774003021" sldId="2142533224"/>
            <ac:spMk id="75" creationId="{18C5CA4B-2F0B-E802-E252-BE28DF69977D}"/>
          </ac:spMkLst>
        </pc:spChg>
      </pc:sldChg>
      <pc:sldChg chg="modSp mod">
        <pc:chgData name="Kaik Xavier Marques de Oliveira" userId="3a389741-29f1-4230-909c-c14bc51cf8d0" providerId="ADAL" clId="{FBFD55F7-05E5-4593-A169-4B7B6DE43092}" dt="2026-05-04T12:06:03.522" v="1908" actId="790"/>
        <pc:sldMkLst>
          <pc:docMk/>
          <pc:sldMk cId="3377219959" sldId="2142533226"/>
        </pc:sldMkLst>
        <pc:spChg chg="mod">
          <ac:chgData name="Kaik Xavier Marques de Oliveira" userId="3a389741-29f1-4230-909c-c14bc51cf8d0" providerId="ADAL" clId="{FBFD55F7-05E5-4593-A169-4B7B6DE43092}" dt="2026-05-04T12:06:03.522" v="1908" actId="790"/>
          <ac:spMkLst>
            <pc:docMk/>
            <pc:sldMk cId="3377219959" sldId="2142533226"/>
            <ac:spMk id="7" creationId="{FF5B1B91-0FB8-4F12-7690-B1C02E904DFA}"/>
          </ac:spMkLst>
        </pc:spChg>
        <pc:spChg chg="mod">
          <ac:chgData name="Kaik Xavier Marques de Oliveira" userId="3a389741-29f1-4230-909c-c14bc51cf8d0" providerId="ADAL" clId="{FBFD55F7-05E5-4593-A169-4B7B6DE43092}" dt="2026-05-04T12:06:03.522" v="1908" actId="790"/>
          <ac:spMkLst>
            <pc:docMk/>
            <pc:sldMk cId="3377219959" sldId="2142533226"/>
            <ac:spMk id="13" creationId="{91367187-5B37-D0E5-2E5D-EF4C67C1E3F1}"/>
          </ac:spMkLst>
        </pc:spChg>
        <pc:spChg chg="mod">
          <ac:chgData name="Kaik Xavier Marques de Oliveira" userId="3a389741-29f1-4230-909c-c14bc51cf8d0" providerId="ADAL" clId="{FBFD55F7-05E5-4593-A169-4B7B6DE43092}" dt="2026-05-04T12:06:03.522" v="1908" actId="790"/>
          <ac:spMkLst>
            <pc:docMk/>
            <pc:sldMk cId="3377219959" sldId="2142533226"/>
            <ac:spMk id="15" creationId="{BB32309B-9765-D711-D70D-3930B1AAAD28}"/>
          </ac:spMkLst>
        </pc:spChg>
        <pc:spChg chg="mod">
          <ac:chgData name="Kaik Xavier Marques de Oliveira" userId="3a389741-29f1-4230-909c-c14bc51cf8d0" providerId="ADAL" clId="{FBFD55F7-05E5-4593-A169-4B7B6DE43092}" dt="2026-05-04T12:06:03.522" v="1908" actId="790"/>
          <ac:spMkLst>
            <pc:docMk/>
            <pc:sldMk cId="3377219959" sldId="2142533226"/>
            <ac:spMk id="18" creationId="{AA2E521F-D757-C618-3714-360D74470129}"/>
          </ac:spMkLst>
        </pc:spChg>
        <pc:spChg chg="mod">
          <ac:chgData name="Kaik Xavier Marques de Oliveira" userId="3a389741-29f1-4230-909c-c14bc51cf8d0" providerId="ADAL" clId="{FBFD55F7-05E5-4593-A169-4B7B6DE43092}" dt="2026-05-04T12:06:03.522" v="1908" actId="790"/>
          <ac:spMkLst>
            <pc:docMk/>
            <pc:sldMk cId="3377219959" sldId="2142533226"/>
            <ac:spMk id="20" creationId="{D348560D-6831-2310-C256-1D096E45F5D0}"/>
          </ac:spMkLst>
        </pc:spChg>
        <pc:spChg chg="mod">
          <ac:chgData name="Kaik Xavier Marques de Oliveira" userId="3a389741-29f1-4230-909c-c14bc51cf8d0" providerId="ADAL" clId="{FBFD55F7-05E5-4593-A169-4B7B6DE43092}" dt="2026-05-04T12:06:03.522" v="1908" actId="790"/>
          <ac:spMkLst>
            <pc:docMk/>
            <pc:sldMk cId="3377219959" sldId="2142533226"/>
            <ac:spMk id="23" creationId="{8DB8EB95-7D88-B7C5-7285-3859A2D7B0FE}"/>
          </ac:spMkLst>
        </pc:spChg>
        <pc:spChg chg="mod">
          <ac:chgData name="Kaik Xavier Marques de Oliveira" userId="3a389741-29f1-4230-909c-c14bc51cf8d0" providerId="ADAL" clId="{FBFD55F7-05E5-4593-A169-4B7B6DE43092}" dt="2026-05-04T12:06:03.522" v="1908" actId="790"/>
          <ac:spMkLst>
            <pc:docMk/>
            <pc:sldMk cId="3377219959" sldId="2142533226"/>
            <ac:spMk id="32" creationId="{3956D368-4BBF-1381-681E-79EDF6F5777C}"/>
          </ac:spMkLst>
        </pc:spChg>
        <pc:spChg chg="mod">
          <ac:chgData name="Kaik Xavier Marques de Oliveira" userId="3a389741-29f1-4230-909c-c14bc51cf8d0" providerId="ADAL" clId="{FBFD55F7-05E5-4593-A169-4B7B6DE43092}" dt="2026-05-04T12:06:03.522" v="1908" actId="790"/>
          <ac:spMkLst>
            <pc:docMk/>
            <pc:sldMk cId="3377219959" sldId="2142533226"/>
            <ac:spMk id="35" creationId="{CDB31852-2D6F-0610-7188-DEAF441BC716}"/>
          </ac:spMkLst>
        </pc:spChg>
        <pc:spChg chg="mod">
          <ac:chgData name="Kaik Xavier Marques de Oliveira" userId="3a389741-29f1-4230-909c-c14bc51cf8d0" providerId="ADAL" clId="{FBFD55F7-05E5-4593-A169-4B7B6DE43092}" dt="2026-05-04T12:06:03.522" v="1908" actId="790"/>
          <ac:spMkLst>
            <pc:docMk/>
            <pc:sldMk cId="3377219959" sldId="2142533226"/>
            <ac:spMk id="37" creationId="{723C9C21-72CB-037B-D790-4088C2F995CD}"/>
          </ac:spMkLst>
        </pc:spChg>
        <pc:spChg chg="mod">
          <ac:chgData name="Kaik Xavier Marques de Oliveira" userId="3a389741-29f1-4230-909c-c14bc51cf8d0" providerId="ADAL" clId="{FBFD55F7-05E5-4593-A169-4B7B6DE43092}" dt="2026-05-04T12:06:03.522" v="1908" actId="790"/>
          <ac:spMkLst>
            <pc:docMk/>
            <pc:sldMk cId="3377219959" sldId="2142533226"/>
            <ac:spMk id="38" creationId="{74E7FBAE-F9A9-9529-32F7-F5D5A6AD7B99}"/>
          </ac:spMkLst>
        </pc:spChg>
      </pc:sldChg>
      <pc:sldChg chg="modSp mod">
        <pc:chgData name="Kaik Xavier Marques de Oliveira" userId="3a389741-29f1-4230-909c-c14bc51cf8d0" providerId="ADAL" clId="{FBFD55F7-05E5-4593-A169-4B7B6DE43092}" dt="2026-05-04T12:06:03.522" v="1908" actId="790"/>
        <pc:sldMkLst>
          <pc:docMk/>
          <pc:sldMk cId="4287791633" sldId="2142533232"/>
        </pc:sldMkLst>
        <pc:spChg chg="mod">
          <ac:chgData name="Kaik Xavier Marques de Oliveira" userId="3a389741-29f1-4230-909c-c14bc51cf8d0" providerId="ADAL" clId="{FBFD55F7-05E5-4593-A169-4B7B6DE43092}" dt="2026-05-04T12:06:03.522" v="1908" actId="790"/>
          <ac:spMkLst>
            <pc:docMk/>
            <pc:sldMk cId="4287791633" sldId="2142533232"/>
            <ac:spMk id="16" creationId="{241F4036-5530-2A0B-555A-0AA463F0D511}"/>
          </ac:spMkLst>
        </pc:spChg>
        <pc:spChg chg="mod">
          <ac:chgData name="Kaik Xavier Marques de Oliveira" userId="3a389741-29f1-4230-909c-c14bc51cf8d0" providerId="ADAL" clId="{FBFD55F7-05E5-4593-A169-4B7B6DE43092}" dt="2026-05-04T12:06:03.522" v="1908" actId="790"/>
          <ac:spMkLst>
            <pc:docMk/>
            <pc:sldMk cId="4287791633" sldId="2142533232"/>
            <ac:spMk id="18" creationId="{1C6A998A-C462-F03C-D27A-C6BAB8DF0CC9}"/>
          </ac:spMkLst>
        </pc:spChg>
        <pc:spChg chg="mod">
          <ac:chgData name="Kaik Xavier Marques de Oliveira" userId="3a389741-29f1-4230-909c-c14bc51cf8d0" providerId="ADAL" clId="{FBFD55F7-05E5-4593-A169-4B7B6DE43092}" dt="2026-05-04T12:06:03.522" v="1908" actId="790"/>
          <ac:spMkLst>
            <pc:docMk/>
            <pc:sldMk cId="4287791633" sldId="2142533232"/>
            <ac:spMk id="19" creationId="{A44B5173-94D6-3904-E8F3-C2C9B47121A0}"/>
          </ac:spMkLst>
        </pc:spChg>
        <pc:spChg chg="mod">
          <ac:chgData name="Kaik Xavier Marques de Oliveira" userId="3a389741-29f1-4230-909c-c14bc51cf8d0" providerId="ADAL" clId="{FBFD55F7-05E5-4593-A169-4B7B6DE43092}" dt="2026-05-04T12:06:03.522" v="1908" actId="790"/>
          <ac:spMkLst>
            <pc:docMk/>
            <pc:sldMk cId="4287791633" sldId="2142533232"/>
            <ac:spMk id="21" creationId="{4EC41D52-E687-5B2A-3A0C-10865391185F}"/>
          </ac:spMkLst>
        </pc:spChg>
        <pc:spChg chg="mod">
          <ac:chgData name="Kaik Xavier Marques de Oliveira" userId="3a389741-29f1-4230-909c-c14bc51cf8d0" providerId="ADAL" clId="{FBFD55F7-05E5-4593-A169-4B7B6DE43092}" dt="2026-05-04T12:06:03.522" v="1908" actId="790"/>
          <ac:spMkLst>
            <pc:docMk/>
            <pc:sldMk cId="4287791633" sldId="2142533232"/>
            <ac:spMk id="23" creationId="{4E391F05-2508-0A78-D242-6038B10FC058}"/>
          </ac:spMkLst>
        </pc:spChg>
        <pc:spChg chg="mod">
          <ac:chgData name="Kaik Xavier Marques de Oliveira" userId="3a389741-29f1-4230-909c-c14bc51cf8d0" providerId="ADAL" clId="{FBFD55F7-05E5-4593-A169-4B7B6DE43092}" dt="2026-05-04T12:06:03.522" v="1908" actId="790"/>
          <ac:spMkLst>
            <pc:docMk/>
            <pc:sldMk cId="4287791633" sldId="2142533232"/>
            <ac:spMk id="24" creationId="{480DE7BD-A5AF-1973-703E-A1B22005E40F}"/>
          </ac:spMkLst>
        </pc:spChg>
        <pc:spChg chg="mod">
          <ac:chgData name="Kaik Xavier Marques de Oliveira" userId="3a389741-29f1-4230-909c-c14bc51cf8d0" providerId="ADAL" clId="{FBFD55F7-05E5-4593-A169-4B7B6DE43092}" dt="2026-05-04T12:06:03.522" v="1908" actId="790"/>
          <ac:spMkLst>
            <pc:docMk/>
            <pc:sldMk cId="4287791633" sldId="2142533232"/>
            <ac:spMk id="27" creationId="{3473EC66-65AD-2984-87F3-F29CEB777933}"/>
          </ac:spMkLst>
        </pc:spChg>
        <pc:spChg chg="mod">
          <ac:chgData name="Kaik Xavier Marques de Oliveira" userId="3a389741-29f1-4230-909c-c14bc51cf8d0" providerId="ADAL" clId="{FBFD55F7-05E5-4593-A169-4B7B6DE43092}" dt="2026-05-04T12:06:03.522" v="1908" actId="790"/>
          <ac:spMkLst>
            <pc:docMk/>
            <pc:sldMk cId="4287791633" sldId="2142533232"/>
            <ac:spMk id="32" creationId="{C0264640-FAB2-4260-94CF-AF2EEA9EF584}"/>
          </ac:spMkLst>
        </pc:spChg>
        <pc:spChg chg="mod">
          <ac:chgData name="Kaik Xavier Marques de Oliveira" userId="3a389741-29f1-4230-909c-c14bc51cf8d0" providerId="ADAL" clId="{FBFD55F7-05E5-4593-A169-4B7B6DE43092}" dt="2026-05-04T12:06:03.522" v="1908" actId="790"/>
          <ac:spMkLst>
            <pc:docMk/>
            <pc:sldMk cId="4287791633" sldId="2142533232"/>
            <ac:spMk id="33" creationId="{572AF82A-1DB5-0BEB-4ACE-C05A23B52455}"/>
          </ac:spMkLst>
        </pc:spChg>
        <pc:spChg chg="mod">
          <ac:chgData name="Kaik Xavier Marques de Oliveira" userId="3a389741-29f1-4230-909c-c14bc51cf8d0" providerId="ADAL" clId="{FBFD55F7-05E5-4593-A169-4B7B6DE43092}" dt="2026-05-04T12:06:03.522" v="1908" actId="790"/>
          <ac:spMkLst>
            <pc:docMk/>
            <pc:sldMk cId="4287791633" sldId="2142533232"/>
            <ac:spMk id="40" creationId="{EC303A3F-DCE3-AADA-B942-702A3DC22E4C}"/>
          </ac:spMkLst>
        </pc:spChg>
      </pc:sldChg>
      <pc:sldChg chg="modSp mod">
        <pc:chgData name="Kaik Xavier Marques de Oliveira" userId="3a389741-29f1-4230-909c-c14bc51cf8d0" providerId="ADAL" clId="{FBFD55F7-05E5-4593-A169-4B7B6DE43092}" dt="2026-05-04T12:06:03.522" v="1908" actId="790"/>
        <pc:sldMkLst>
          <pc:docMk/>
          <pc:sldMk cId="88953100" sldId="2142533234"/>
        </pc:sldMkLst>
        <pc:spChg chg="mod">
          <ac:chgData name="Kaik Xavier Marques de Oliveira" userId="3a389741-29f1-4230-909c-c14bc51cf8d0" providerId="ADAL" clId="{FBFD55F7-05E5-4593-A169-4B7B6DE43092}" dt="2026-05-04T12:06:03.522" v="1908" actId="790"/>
          <ac:spMkLst>
            <pc:docMk/>
            <pc:sldMk cId="88953100" sldId="2142533234"/>
            <ac:spMk id="2" creationId="{E171F3E1-357E-58E5-7C18-EE3D3FD3CB94}"/>
          </ac:spMkLst>
        </pc:spChg>
        <pc:spChg chg="mod">
          <ac:chgData name="Kaik Xavier Marques de Oliveira" userId="3a389741-29f1-4230-909c-c14bc51cf8d0" providerId="ADAL" clId="{FBFD55F7-05E5-4593-A169-4B7B6DE43092}" dt="2026-05-04T12:06:03.522" v="1908" actId="790"/>
          <ac:spMkLst>
            <pc:docMk/>
            <pc:sldMk cId="88953100" sldId="2142533234"/>
            <ac:spMk id="3" creationId="{22BB7304-D197-54D5-C299-89380D15D2E3}"/>
          </ac:spMkLst>
        </pc:spChg>
        <pc:spChg chg="mod">
          <ac:chgData name="Kaik Xavier Marques de Oliveira" userId="3a389741-29f1-4230-909c-c14bc51cf8d0" providerId="ADAL" clId="{FBFD55F7-05E5-4593-A169-4B7B6DE43092}" dt="2026-05-04T12:06:03.522" v="1908" actId="790"/>
          <ac:spMkLst>
            <pc:docMk/>
            <pc:sldMk cId="88953100" sldId="2142533234"/>
            <ac:spMk id="15" creationId="{3A4F31C8-03AF-44E7-81BA-DA3A9F5879EB}"/>
          </ac:spMkLst>
        </pc:spChg>
      </pc:sldChg>
      <pc:sldChg chg="modSp mod">
        <pc:chgData name="Kaik Xavier Marques de Oliveira" userId="3a389741-29f1-4230-909c-c14bc51cf8d0" providerId="ADAL" clId="{FBFD55F7-05E5-4593-A169-4B7B6DE43092}" dt="2026-05-04T12:06:03.522" v="1908" actId="790"/>
        <pc:sldMkLst>
          <pc:docMk/>
          <pc:sldMk cId="2336505309" sldId="2142533270"/>
        </pc:sldMkLst>
        <pc:spChg chg="mod">
          <ac:chgData name="Kaik Xavier Marques de Oliveira" userId="3a389741-29f1-4230-909c-c14bc51cf8d0" providerId="ADAL" clId="{FBFD55F7-05E5-4593-A169-4B7B6DE43092}" dt="2026-05-04T12:06:03.522" v="1908" actId="790"/>
          <ac:spMkLst>
            <pc:docMk/>
            <pc:sldMk cId="2336505309" sldId="2142533270"/>
            <ac:spMk id="4" creationId="{B9C22548-1090-DD21-C6FF-445EEF753E98}"/>
          </ac:spMkLst>
        </pc:spChg>
        <pc:spChg chg="mod">
          <ac:chgData name="Kaik Xavier Marques de Oliveira" userId="3a389741-29f1-4230-909c-c14bc51cf8d0" providerId="ADAL" clId="{FBFD55F7-05E5-4593-A169-4B7B6DE43092}" dt="2026-05-04T12:06:03.522" v="1908" actId="790"/>
          <ac:spMkLst>
            <pc:docMk/>
            <pc:sldMk cId="2336505309" sldId="2142533270"/>
            <ac:spMk id="5" creationId="{DD67E55F-097C-7844-D036-B933F8479078}"/>
          </ac:spMkLst>
        </pc:spChg>
        <pc:spChg chg="mod">
          <ac:chgData name="Kaik Xavier Marques de Oliveira" userId="3a389741-29f1-4230-909c-c14bc51cf8d0" providerId="ADAL" clId="{FBFD55F7-05E5-4593-A169-4B7B6DE43092}" dt="2026-05-04T12:06:03.522" v="1908" actId="790"/>
          <ac:spMkLst>
            <pc:docMk/>
            <pc:sldMk cId="2336505309" sldId="2142533270"/>
            <ac:spMk id="6" creationId="{B5638E24-6038-BBDE-E743-677C2D02DA64}"/>
          </ac:spMkLst>
        </pc:spChg>
        <pc:spChg chg="mod">
          <ac:chgData name="Kaik Xavier Marques de Oliveira" userId="3a389741-29f1-4230-909c-c14bc51cf8d0" providerId="ADAL" clId="{FBFD55F7-05E5-4593-A169-4B7B6DE43092}" dt="2026-05-04T12:06:03.522" v="1908" actId="790"/>
          <ac:spMkLst>
            <pc:docMk/>
            <pc:sldMk cId="2336505309" sldId="2142533270"/>
            <ac:spMk id="8" creationId="{1DE86996-C89F-CD82-4834-6F7E3C187206}"/>
          </ac:spMkLst>
        </pc:spChg>
        <pc:spChg chg="mod">
          <ac:chgData name="Kaik Xavier Marques de Oliveira" userId="3a389741-29f1-4230-909c-c14bc51cf8d0" providerId="ADAL" clId="{FBFD55F7-05E5-4593-A169-4B7B6DE43092}" dt="2026-05-04T12:06:03.522" v="1908" actId="790"/>
          <ac:spMkLst>
            <pc:docMk/>
            <pc:sldMk cId="2336505309" sldId="2142533270"/>
            <ac:spMk id="11" creationId="{6D553B8D-D393-AA30-BEFE-A3FBE12B4F57}"/>
          </ac:spMkLst>
        </pc:spChg>
        <pc:spChg chg="mod">
          <ac:chgData name="Kaik Xavier Marques de Oliveira" userId="3a389741-29f1-4230-909c-c14bc51cf8d0" providerId="ADAL" clId="{FBFD55F7-05E5-4593-A169-4B7B6DE43092}" dt="2026-05-04T12:06:03.522" v="1908" actId="790"/>
          <ac:spMkLst>
            <pc:docMk/>
            <pc:sldMk cId="2336505309" sldId="2142533270"/>
            <ac:spMk id="18" creationId="{76EBB833-9B63-52FC-1112-B2524F484B6C}"/>
          </ac:spMkLst>
        </pc:spChg>
        <pc:spChg chg="mod">
          <ac:chgData name="Kaik Xavier Marques de Oliveira" userId="3a389741-29f1-4230-909c-c14bc51cf8d0" providerId="ADAL" clId="{FBFD55F7-05E5-4593-A169-4B7B6DE43092}" dt="2026-05-04T12:06:03.522" v="1908" actId="790"/>
          <ac:spMkLst>
            <pc:docMk/>
            <pc:sldMk cId="2336505309" sldId="2142533270"/>
            <ac:spMk id="19" creationId="{31BABFF2-EEA5-F804-F3ED-B3954695A311}"/>
          </ac:spMkLst>
        </pc:spChg>
        <pc:spChg chg="mod">
          <ac:chgData name="Kaik Xavier Marques de Oliveira" userId="3a389741-29f1-4230-909c-c14bc51cf8d0" providerId="ADAL" clId="{FBFD55F7-05E5-4593-A169-4B7B6DE43092}" dt="2026-05-04T12:06:03.522" v="1908" actId="790"/>
          <ac:spMkLst>
            <pc:docMk/>
            <pc:sldMk cId="2336505309" sldId="2142533270"/>
            <ac:spMk id="22" creationId="{B132698E-2F3C-33A6-7B90-69345318C4C2}"/>
          </ac:spMkLst>
        </pc:spChg>
        <pc:spChg chg="mod">
          <ac:chgData name="Kaik Xavier Marques de Oliveira" userId="3a389741-29f1-4230-909c-c14bc51cf8d0" providerId="ADAL" clId="{FBFD55F7-05E5-4593-A169-4B7B6DE43092}" dt="2026-05-04T12:06:03.522" v="1908" actId="790"/>
          <ac:spMkLst>
            <pc:docMk/>
            <pc:sldMk cId="2336505309" sldId="2142533270"/>
            <ac:spMk id="23" creationId="{C1E7A8C0-06DF-E005-4310-F6C8A1BF56BF}"/>
          </ac:spMkLst>
        </pc:spChg>
        <pc:spChg chg="mod">
          <ac:chgData name="Kaik Xavier Marques de Oliveira" userId="3a389741-29f1-4230-909c-c14bc51cf8d0" providerId="ADAL" clId="{FBFD55F7-05E5-4593-A169-4B7B6DE43092}" dt="2026-05-04T12:06:03.522" v="1908" actId="790"/>
          <ac:spMkLst>
            <pc:docMk/>
            <pc:sldMk cId="2336505309" sldId="2142533270"/>
            <ac:spMk id="24" creationId="{116C0626-1BB7-95CA-5479-54B292755206}"/>
          </ac:spMkLst>
        </pc:spChg>
      </pc:sldChg>
      <pc:sldChg chg="modSp mod ord">
        <pc:chgData name="Kaik Xavier Marques de Oliveira" userId="3a389741-29f1-4230-909c-c14bc51cf8d0" providerId="ADAL" clId="{FBFD55F7-05E5-4593-A169-4B7B6DE43092}" dt="2026-05-04T12:06:03.522" v="1908" actId="790"/>
        <pc:sldMkLst>
          <pc:docMk/>
          <pc:sldMk cId="1262166706" sldId="2142533276"/>
        </pc:sldMkLst>
        <pc:spChg chg="mod">
          <ac:chgData name="Kaik Xavier Marques de Oliveira" userId="3a389741-29f1-4230-909c-c14bc51cf8d0" providerId="ADAL" clId="{FBFD55F7-05E5-4593-A169-4B7B6DE43092}" dt="2026-05-04T12:06:03.522" v="1908" actId="790"/>
          <ac:spMkLst>
            <pc:docMk/>
            <pc:sldMk cId="1262166706" sldId="2142533276"/>
            <ac:spMk id="2" creationId="{65FAECBF-742C-7934-E41F-0AB5F1AEDA86}"/>
          </ac:spMkLst>
        </pc:spChg>
        <pc:spChg chg="mod">
          <ac:chgData name="Kaik Xavier Marques de Oliveira" userId="3a389741-29f1-4230-909c-c14bc51cf8d0" providerId="ADAL" clId="{FBFD55F7-05E5-4593-A169-4B7B6DE43092}" dt="2026-05-04T12:06:03.522" v="1908" actId="790"/>
          <ac:spMkLst>
            <pc:docMk/>
            <pc:sldMk cId="1262166706" sldId="2142533276"/>
            <ac:spMk id="7" creationId="{64CFC25F-A20D-1BCA-69E1-7FD7DD6703AA}"/>
          </ac:spMkLst>
        </pc:spChg>
      </pc:sldChg>
      <pc:sldChg chg="modSp mod">
        <pc:chgData name="Kaik Xavier Marques de Oliveira" userId="3a389741-29f1-4230-909c-c14bc51cf8d0" providerId="ADAL" clId="{FBFD55F7-05E5-4593-A169-4B7B6DE43092}" dt="2026-05-04T12:06:03.522" v="1908" actId="790"/>
        <pc:sldMkLst>
          <pc:docMk/>
          <pc:sldMk cId="1250424589" sldId="2142533281"/>
        </pc:sldMkLst>
        <pc:spChg chg="mod">
          <ac:chgData name="Kaik Xavier Marques de Oliveira" userId="3a389741-29f1-4230-909c-c14bc51cf8d0" providerId="ADAL" clId="{FBFD55F7-05E5-4593-A169-4B7B6DE43092}" dt="2026-05-04T12:06:03.522" v="1908" actId="790"/>
          <ac:spMkLst>
            <pc:docMk/>
            <pc:sldMk cId="1250424589" sldId="2142533281"/>
            <ac:spMk id="2" creationId="{2ACC67F4-DD8A-5E6B-A0D1-5F035B0ABB57}"/>
          </ac:spMkLst>
        </pc:spChg>
        <pc:spChg chg="mod">
          <ac:chgData name="Kaik Xavier Marques de Oliveira" userId="3a389741-29f1-4230-909c-c14bc51cf8d0" providerId="ADAL" clId="{FBFD55F7-05E5-4593-A169-4B7B6DE43092}" dt="2026-05-04T12:06:03.522" v="1908" actId="790"/>
          <ac:spMkLst>
            <pc:docMk/>
            <pc:sldMk cId="1250424589" sldId="2142533281"/>
            <ac:spMk id="3" creationId="{26EC7DAD-9AF9-A8FC-892D-83A7D360BE48}"/>
          </ac:spMkLst>
        </pc:spChg>
        <pc:spChg chg="mod">
          <ac:chgData name="Kaik Xavier Marques de Oliveira" userId="3a389741-29f1-4230-909c-c14bc51cf8d0" providerId="ADAL" clId="{FBFD55F7-05E5-4593-A169-4B7B6DE43092}" dt="2026-05-04T12:06:03.522" v="1908" actId="790"/>
          <ac:spMkLst>
            <pc:docMk/>
            <pc:sldMk cId="1250424589" sldId="2142533281"/>
            <ac:spMk id="4" creationId="{ECE30ACD-11BC-2218-5487-9CAF00887A6C}"/>
          </ac:spMkLst>
        </pc:spChg>
        <pc:spChg chg="mod">
          <ac:chgData name="Kaik Xavier Marques de Oliveira" userId="3a389741-29f1-4230-909c-c14bc51cf8d0" providerId="ADAL" clId="{FBFD55F7-05E5-4593-A169-4B7B6DE43092}" dt="2026-05-04T12:06:03.522" v="1908" actId="790"/>
          <ac:spMkLst>
            <pc:docMk/>
            <pc:sldMk cId="1250424589" sldId="2142533281"/>
            <ac:spMk id="5" creationId="{BCA58957-4FFF-322E-AE4B-C088777FA647}"/>
          </ac:spMkLst>
        </pc:spChg>
        <pc:spChg chg="mod">
          <ac:chgData name="Kaik Xavier Marques de Oliveira" userId="3a389741-29f1-4230-909c-c14bc51cf8d0" providerId="ADAL" clId="{FBFD55F7-05E5-4593-A169-4B7B6DE43092}" dt="2026-05-04T12:06:03.522" v="1908" actId="790"/>
          <ac:spMkLst>
            <pc:docMk/>
            <pc:sldMk cId="1250424589" sldId="2142533281"/>
            <ac:spMk id="17" creationId="{2B6372C4-3822-5985-37E1-694F5FEC7C11}"/>
          </ac:spMkLst>
        </pc:spChg>
        <pc:spChg chg="mod">
          <ac:chgData name="Kaik Xavier Marques de Oliveira" userId="3a389741-29f1-4230-909c-c14bc51cf8d0" providerId="ADAL" clId="{FBFD55F7-05E5-4593-A169-4B7B6DE43092}" dt="2026-05-04T12:06:03.522" v="1908" actId="790"/>
          <ac:spMkLst>
            <pc:docMk/>
            <pc:sldMk cId="1250424589" sldId="2142533281"/>
            <ac:spMk id="18" creationId="{B64BBE26-E60C-FB45-2B87-A39AE1C7EE09}"/>
          </ac:spMkLst>
        </pc:spChg>
        <pc:spChg chg="mod">
          <ac:chgData name="Kaik Xavier Marques de Oliveira" userId="3a389741-29f1-4230-909c-c14bc51cf8d0" providerId="ADAL" clId="{FBFD55F7-05E5-4593-A169-4B7B6DE43092}" dt="2026-05-04T12:06:03.522" v="1908" actId="790"/>
          <ac:spMkLst>
            <pc:docMk/>
            <pc:sldMk cId="1250424589" sldId="2142533281"/>
            <ac:spMk id="19" creationId="{138BE8C7-BAA3-253B-659C-6CD3AD5E15E3}"/>
          </ac:spMkLst>
        </pc:spChg>
        <pc:spChg chg="mod">
          <ac:chgData name="Kaik Xavier Marques de Oliveira" userId="3a389741-29f1-4230-909c-c14bc51cf8d0" providerId="ADAL" clId="{FBFD55F7-05E5-4593-A169-4B7B6DE43092}" dt="2026-05-04T12:06:03.522" v="1908" actId="790"/>
          <ac:spMkLst>
            <pc:docMk/>
            <pc:sldMk cId="1250424589" sldId="2142533281"/>
            <ac:spMk id="20" creationId="{60A551EE-E0D6-CB16-5E51-C795A4AADAAA}"/>
          </ac:spMkLst>
        </pc:spChg>
        <pc:spChg chg="mod">
          <ac:chgData name="Kaik Xavier Marques de Oliveira" userId="3a389741-29f1-4230-909c-c14bc51cf8d0" providerId="ADAL" clId="{FBFD55F7-05E5-4593-A169-4B7B6DE43092}" dt="2026-05-04T12:06:03.522" v="1908" actId="790"/>
          <ac:spMkLst>
            <pc:docMk/>
            <pc:sldMk cId="1250424589" sldId="2142533281"/>
            <ac:spMk id="24" creationId="{0221498F-A496-B376-04FB-6C5ED1299F3A}"/>
          </ac:spMkLst>
        </pc:spChg>
        <pc:spChg chg="mod">
          <ac:chgData name="Kaik Xavier Marques de Oliveira" userId="3a389741-29f1-4230-909c-c14bc51cf8d0" providerId="ADAL" clId="{FBFD55F7-05E5-4593-A169-4B7B6DE43092}" dt="2026-05-04T12:06:03.522" v="1908" actId="790"/>
          <ac:spMkLst>
            <pc:docMk/>
            <pc:sldMk cId="1250424589" sldId="2142533281"/>
            <ac:spMk id="30" creationId="{7821B8C4-7046-8A8A-0E31-BB463B45FAE0}"/>
          </ac:spMkLst>
        </pc:spChg>
      </pc:sldChg>
      <pc:sldChg chg="modSp mod">
        <pc:chgData name="Kaik Xavier Marques de Oliveira" userId="3a389741-29f1-4230-909c-c14bc51cf8d0" providerId="ADAL" clId="{FBFD55F7-05E5-4593-A169-4B7B6DE43092}" dt="2026-05-04T12:06:03.522" v="1908" actId="790"/>
        <pc:sldMkLst>
          <pc:docMk/>
          <pc:sldMk cId="1705314144" sldId="2142533283"/>
        </pc:sldMkLst>
        <pc:spChg chg="mod">
          <ac:chgData name="Kaik Xavier Marques de Oliveira" userId="3a389741-29f1-4230-909c-c14bc51cf8d0" providerId="ADAL" clId="{FBFD55F7-05E5-4593-A169-4B7B6DE43092}" dt="2026-05-04T12:06:03.522" v="1908" actId="790"/>
          <ac:spMkLst>
            <pc:docMk/>
            <pc:sldMk cId="1705314144" sldId="2142533283"/>
            <ac:spMk id="2" creationId="{7A482E2E-F7A2-2BA6-9747-B9BDC43F9A38}"/>
          </ac:spMkLst>
        </pc:spChg>
        <pc:spChg chg="mod">
          <ac:chgData name="Kaik Xavier Marques de Oliveira" userId="3a389741-29f1-4230-909c-c14bc51cf8d0" providerId="ADAL" clId="{FBFD55F7-05E5-4593-A169-4B7B6DE43092}" dt="2026-05-04T12:06:03.522" v="1908" actId="790"/>
          <ac:spMkLst>
            <pc:docMk/>
            <pc:sldMk cId="1705314144" sldId="2142533283"/>
            <ac:spMk id="4" creationId="{78FC403D-9F12-E826-7B4B-130B9DA9E9C0}"/>
          </ac:spMkLst>
        </pc:spChg>
        <pc:spChg chg="mod">
          <ac:chgData name="Kaik Xavier Marques de Oliveira" userId="3a389741-29f1-4230-909c-c14bc51cf8d0" providerId="ADAL" clId="{FBFD55F7-05E5-4593-A169-4B7B6DE43092}" dt="2026-05-04T12:06:03.522" v="1908" actId="790"/>
          <ac:spMkLst>
            <pc:docMk/>
            <pc:sldMk cId="1705314144" sldId="2142533283"/>
            <ac:spMk id="8" creationId="{CA70B1EA-DB14-A180-3813-BD9BEC1EEB66}"/>
          </ac:spMkLst>
        </pc:spChg>
        <pc:spChg chg="mod">
          <ac:chgData name="Kaik Xavier Marques de Oliveira" userId="3a389741-29f1-4230-909c-c14bc51cf8d0" providerId="ADAL" clId="{FBFD55F7-05E5-4593-A169-4B7B6DE43092}" dt="2026-05-04T12:06:03.522" v="1908" actId="790"/>
          <ac:spMkLst>
            <pc:docMk/>
            <pc:sldMk cId="1705314144" sldId="2142533283"/>
            <ac:spMk id="11" creationId="{4136274F-68E9-1A38-D730-CADC8783CBD6}"/>
          </ac:spMkLst>
        </pc:spChg>
        <pc:spChg chg="mod">
          <ac:chgData name="Kaik Xavier Marques de Oliveira" userId="3a389741-29f1-4230-909c-c14bc51cf8d0" providerId="ADAL" clId="{FBFD55F7-05E5-4593-A169-4B7B6DE43092}" dt="2026-05-04T12:06:03.522" v="1908" actId="790"/>
          <ac:spMkLst>
            <pc:docMk/>
            <pc:sldMk cId="1705314144" sldId="2142533283"/>
            <ac:spMk id="13" creationId="{591158D5-3C39-B980-4E35-792D03320D22}"/>
          </ac:spMkLst>
        </pc:spChg>
      </pc:sldChg>
      <pc:sldChg chg="modSp mod">
        <pc:chgData name="Kaik Xavier Marques de Oliveira" userId="3a389741-29f1-4230-909c-c14bc51cf8d0" providerId="ADAL" clId="{FBFD55F7-05E5-4593-A169-4B7B6DE43092}" dt="2026-05-04T12:06:03.522" v="1908" actId="790"/>
        <pc:sldMkLst>
          <pc:docMk/>
          <pc:sldMk cId="3421835614" sldId="2142533288"/>
        </pc:sldMkLst>
        <pc:spChg chg="mod">
          <ac:chgData name="Kaik Xavier Marques de Oliveira" userId="3a389741-29f1-4230-909c-c14bc51cf8d0" providerId="ADAL" clId="{FBFD55F7-05E5-4593-A169-4B7B6DE43092}" dt="2026-05-04T12:06:03.522" v="1908" actId="790"/>
          <ac:spMkLst>
            <pc:docMk/>
            <pc:sldMk cId="3421835614" sldId="2142533288"/>
            <ac:spMk id="3" creationId="{4050A6E9-EDFC-53E3-937F-17356C0B6DA5}"/>
          </ac:spMkLst>
        </pc:spChg>
        <pc:spChg chg="mod">
          <ac:chgData name="Kaik Xavier Marques de Oliveira" userId="3a389741-29f1-4230-909c-c14bc51cf8d0" providerId="ADAL" clId="{FBFD55F7-05E5-4593-A169-4B7B6DE43092}" dt="2026-05-04T12:06:03.522" v="1908" actId="790"/>
          <ac:spMkLst>
            <pc:docMk/>
            <pc:sldMk cId="3421835614" sldId="2142533288"/>
            <ac:spMk id="5" creationId="{290BDEDE-A3C1-36E2-92D3-B1381D9123B1}"/>
          </ac:spMkLst>
        </pc:spChg>
        <pc:spChg chg="mod">
          <ac:chgData name="Kaik Xavier Marques de Oliveira" userId="3a389741-29f1-4230-909c-c14bc51cf8d0" providerId="ADAL" clId="{FBFD55F7-05E5-4593-A169-4B7B6DE43092}" dt="2026-05-04T12:06:03.522" v="1908" actId="790"/>
          <ac:spMkLst>
            <pc:docMk/>
            <pc:sldMk cId="3421835614" sldId="2142533288"/>
            <ac:spMk id="11" creationId="{6CD8AAE5-0DE6-F418-567B-20CA22C4479A}"/>
          </ac:spMkLst>
        </pc:spChg>
        <pc:spChg chg="mod">
          <ac:chgData name="Kaik Xavier Marques de Oliveira" userId="3a389741-29f1-4230-909c-c14bc51cf8d0" providerId="ADAL" clId="{FBFD55F7-05E5-4593-A169-4B7B6DE43092}" dt="2026-05-04T12:06:03.522" v="1908" actId="790"/>
          <ac:spMkLst>
            <pc:docMk/>
            <pc:sldMk cId="3421835614" sldId="2142533288"/>
            <ac:spMk id="23" creationId="{B1FA2E56-004E-78CB-F32B-85D880A4F25D}"/>
          </ac:spMkLst>
        </pc:spChg>
        <pc:spChg chg="mod">
          <ac:chgData name="Kaik Xavier Marques de Oliveira" userId="3a389741-29f1-4230-909c-c14bc51cf8d0" providerId="ADAL" clId="{FBFD55F7-05E5-4593-A169-4B7B6DE43092}" dt="2026-05-04T12:06:03.522" v="1908" actId="790"/>
          <ac:spMkLst>
            <pc:docMk/>
            <pc:sldMk cId="3421835614" sldId="2142533288"/>
            <ac:spMk id="26" creationId="{8E07C706-DD76-8BC6-F6C3-55ED404FEB3D}"/>
          </ac:spMkLst>
        </pc:spChg>
        <pc:spChg chg="mod">
          <ac:chgData name="Kaik Xavier Marques de Oliveira" userId="3a389741-29f1-4230-909c-c14bc51cf8d0" providerId="ADAL" clId="{FBFD55F7-05E5-4593-A169-4B7B6DE43092}" dt="2026-05-04T12:06:03.522" v="1908" actId="790"/>
          <ac:spMkLst>
            <pc:docMk/>
            <pc:sldMk cId="3421835614" sldId="2142533288"/>
            <ac:spMk id="27" creationId="{9154B4A0-B1F8-C42F-627C-E23DAAC8DFBD}"/>
          </ac:spMkLst>
        </pc:spChg>
        <pc:spChg chg="mod">
          <ac:chgData name="Kaik Xavier Marques de Oliveira" userId="3a389741-29f1-4230-909c-c14bc51cf8d0" providerId="ADAL" clId="{FBFD55F7-05E5-4593-A169-4B7B6DE43092}" dt="2026-05-04T12:06:03.522" v="1908" actId="790"/>
          <ac:spMkLst>
            <pc:docMk/>
            <pc:sldMk cId="3421835614" sldId="2142533288"/>
            <ac:spMk id="31" creationId="{0989F711-0846-B4F4-913F-7237CA744DD7}"/>
          </ac:spMkLst>
        </pc:spChg>
        <pc:spChg chg="mod">
          <ac:chgData name="Kaik Xavier Marques de Oliveira" userId="3a389741-29f1-4230-909c-c14bc51cf8d0" providerId="ADAL" clId="{FBFD55F7-05E5-4593-A169-4B7B6DE43092}" dt="2026-05-04T12:06:03.522" v="1908" actId="790"/>
          <ac:spMkLst>
            <pc:docMk/>
            <pc:sldMk cId="3421835614" sldId="2142533288"/>
            <ac:spMk id="33" creationId="{24DF2C84-8B04-05D1-9D85-4C0D6D907BFB}"/>
          </ac:spMkLst>
        </pc:spChg>
        <pc:spChg chg="mod">
          <ac:chgData name="Kaik Xavier Marques de Oliveira" userId="3a389741-29f1-4230-909c-c14bc51cf8d0" providerId="ADAL" clId="{FBFD55F7-05E5-4593-A169-4B7B6DE43092}" dt="2026-05-04T12:06:03.522" v="1908" actId="790"/>
          <ac:spMkLst>
            <pc:docMk/>
            <pc:sldMk cId="3421835614" sldId="2142533288"/>
            <ac:spMk id="34" creationId="{7FDD2E46-EBDA-A265-CD63-63DEC9CBB497}"/>
          </ac:spMkLst>
        </pc:spChg>
        <pc:spChg chg="mod">
          <ac:chgData name="Kaik Xavier Marques de Oliveira" userId="3a389741-29f1-4230-909c-c14bc51cf8d0" providerId="ADAL" clId="{FBFD55F7-05E5-4593-A169-4B7B6DE43092}" dt="2026-05-04T12:06:03.522" v="1908" actId="790"/>
          <ac:spMkLst>
            <pc:docMk/>
            <pc:sldMk cId="3421835614" sldId="2142533288"/>
            <ac:spMk id="35" creationId="{DB0C0BAD-3055-FF19-498C-42F9A79DCD29}"/>
          </ac:spMkLst>
        </pc:spChg>
      </pc:sldChg>
      <pc:sldChg chg="delSp modSp mod">
        <pc:chgData name="Kaik Xavier Marques de Oliveira" userId="3a389741-29f1-4230-909c-c14bc51cf8d0" providerId="ADAL" clId="{FBFD55F7-05E5-4593-A169-4B7B6DE43092}" dt="2026-05-04T12:06:03.522" v="1908" actId="790"/>
        <pc:sldMkLst>
          <pc:docMk/>
          <pc:sldMk cId="3215635736" sldId="2142533289"/>
        </pc:sldMkLst>
        <pc:spChg chg="del mod">
          <ac:chgData name="Kaik Xavier Marques de Oliveira" userId="3a389741-29f1-4230-909c-c14bc51cf8d0" providerId="ADAL" clId="{FBFD55F7-05E5-4593-A169-4B7B6DE43092}" dt="2026-05-04T11:28:52.796" v="1440" actId="478"/>
          <ac:spMkLst>
            <pc:docMk/>
            <pc:sldMk cId="3215635736" sldId="2142533289"/>
            <ac:spMk id="6" creationId="{6964A0FC-0D27-9997-6302-E21FB4A0BFCD}"/>
          </ac:spMkLst>
        </pc:spChg>
        <pc:spChg chg="mod">
          <ac:chgData name="Kaik Xavier Marques de Oliveira" userId="3a389741-29f1-4230-909c-c14bc51cf8d0" providerId="ADAL" clId="{FBFD55F7-05E5-4593-A169-4B7B6DE43092}" dt="2026-05-04T12:06:03.522" v="1908" actId="790"/>
          <ac:spMkLst>
            <pc:docMk/>
            <pc:sldMk cId="3215635736" sldId="2142533289"/>
            <ac:spMk id="13" creationId="{20FE9677-A515-A046-59F0-8828FF0A0501}"/>
          </ac:spMkLst>
        </pc:spChg>
        <pc:spChg chg="mod">
          <ac:chgData name="Kaik Xavier Marques de Oliveira" userId="3a389741-29f1-4230-909c-c14bc51cf8d0" providerId="ADAL" clId="{FBFD55F7-05E5-4593-A169-4B7B6DE43092}" dt="2026-05-04T12:06:03.522" v="1908" actId="790"/>
          <ac:spMkLst>
            <pc:docMk/>
            <pc:sldMk cId="3215635736" sldId="2142533289"/>
            <ac:spMk id="24" creationId="{57BED024-FD80-2D9B-61FF-2016729FD4F3}"/>
          </ac:spMkLst>
        </pc:spChg>
        <pc:spChg chg="mod">
          <ac:chgData name="Kaik Xavier Marques de Oliveira" userId="3a389741-29f1-4230-909c-c14bc51cf8d0" providerId="ADAL" clId="{FBFD55F7-05E5-4593-A169-4B7B6DE43092}" dt="2026-05-04T12:06:03.522" v="1908" actId="790"/>
          <ac:spMkLst>
            <pc:docMk/>
            <pc:sldMk cId="3215635736" sldId="2142533289"/>
            <ac:spMk id="36" creationId="{C0FDAA30-6A35-9FE7-01C7-1B063F21608B}"/>
          </ac:spMkLst>
        </pc:spChg>
        <pc:spChg chg="mod">
          <ac:chgData name="Kaik Xavier Marques de Oliveira" userId="3a389741-29f1-4230-909c-c14bc51cf8d0" providerId="ADAL" clId="{FBFD55F7-05E5-4593-A169-4B7B6DE43092}" dt="2026-05-04T12:06:03.522" v="1908" actId="790"/>
          <ac:spMkLst>
            <pc:docMk/>
            <pc:sldMk cId="3215635736" sldId="2142533289"/>
            <ac:spMk id="37" creationId="{A7D6AEDE-BCAA-8555-1869-61D646729AC9}"/>
          </ac:spMkLst>
        </pc:spChg>
        <pc:spChg chg="mod">
          <ac:chgData name="Kaik Xavier Marques de Oliveira" userId="3a389741-29f1-4230-909c-c14bc51cf8d0" providerId="ADAL" clId="{FBFD55F7-05E5-4593-A169-4B7B6DE43092}" dt="2026-05-04T12:06:03.522" v="1908" actId="790"/>
          <ac:spMkLst>
            <pc:docMk/>
            <pc:sldMk cId="3215635736" sldId="2142533289"/>
            <ac:spMk id="38" creationId="{11AD233B-0AF2-DF72-9A7A-DAF283A6F48E}"/>
          </ac:spMkLst>
        </pc:spChg>
        <pc:spChg chg="mod">
          <ac:chgData name="Kaik Xavier Marques de Oliveira" userId="3a389741-29f1-4230-909c-c14bc51cf8d0" providerId="ADAL" clId="{FBFD55F7-05E5-4593-A169-4B7B6DE43092}" dt="2026-05-04T12:06:03.522" v="1908" actId="790"/>
          <ac:spMkLst>
            <pc:docMk/>
            <pc:sldMk cId="3215635736" sldId="2142533289"/>
            <ac:spMk id="39" creationId="{B5037126-FA86-245F-9C7C-5D3C9F9C992C}"/>
          </ac:spMkLst>
        </pc:spChg>
        <pc:spChg chg="mod">
          <ac:chgData name="Kaik Xavier Marques de Oliveira" userId="3a389741-29f1-4230-909c-c14bc51cf8d0" providerId="ADAL" clId="{FBFD55F7-05E5-4593-A169-4B7B6DE43092}" dt="2026-05-04T12:06:03.522" v="1908" actId="790"/>
          <ac:spMkLst>
            <pc:docMk/>
            <pc:sldMk cId="3215635736" sldId="2142533289"/>
            <ac:spMk id="42" creationId="{69EB7473-ACB0-28BB-516C-CE170A7E3266}"/>
          </ac:spMkLst>
        </pc:spChg>
        <pc:spChg chg="mod">
          <ac:chgData name="Kaik Xavier Marques de Oliveira" userId="3a389741-29f1-4230-909c-c14bc51cf8d0" providerId="ADAL" clId="{FBFD55F7-05E5-4593-A169-4B7B6DE43092}" dt="2026-05-04T12:06:03.522" v="1908" actId="790"/>
          <ac:spMkLst>
            <pc:docMk/>
            <pc:sldMk cId="3215635736" sldId="2142533289"/>
            <ac:spMk id="43" creationId="{4B7828EB-F980-A5C0-79FF-FADBC0360B0D}"/>
          </ac:spMkLst>
        </pc:spChg>
        <pc:spChg chg="mod">
          <ac:chgData name="Kaik Xavier Marques de Oliveira" userId="3a389741-29f1-4230-909c-c14bc51cf8d0" providerId="ADAL" clId="{FBFD55F7-05E5-4593-A169-4B7B6DE43092}" dt="2026-05-04T12:06:03.522" v="1908" actId="790"/>
          <ac:spMkLst>
            <pc:docMk/>
            <pc:sldMk cId="3215635736" sldId="2142533289"/>
            <ac:spMk id="44" creationId="{8CBD99B6-28CC-5063-CED5-0B7F532875E8}"/>
          </ac:spMkLst>
        </pc:spChg>
        <pc:spChg chg="del">
          <ac:chgData name="Kaik Xavier Marques de Oliveira" userId="3a389741-29f1-4230-909c-c14bc51cf8d0" providerId="ADAL" clId="{FBFD55F7-05E5-4593-A169-4B7B6DE43092}" dt="2026-05-04T11:28:28.751" v="1435" actId="478"/>
          <ac:spMkLst>
            <pc:docMk/>
            <pc:sldMk cId="3215635736" sldId="2142533289"/>
            <ac:spMk id="46" creationId="{4E4E3762-AB52-7D93-A89B-F999EFB04A1D}"/>
          </ac:spMkLst>
        </pc:spChg>
        <pc:spChg chg="mod">
          <ac:chgData name="Kaik Xavier Marques de Oliveira" userId="3a389741-29f1-4230-909c-c14bc51cf8d0" providerId="ADAL" clId="{FBFD55F7-05E5-4593-A169-4B7B6DE43092}" dt="2026-05-04T12:06:03.522" v="1908" actId="790"/>
          <ac:spMkLst>
            <pc:docMk/>
            <pc:sldMk cId="3215635736" sldId="2142533289"/>
            <ac:spMk id="47" creationId="{34C08AD4-A89A-3474-F500-384DCFE23A3A}"/>
          </ac:spMkLst>
        </pc:spChg>
      </pc:sldChg>
      <pc:sldChg chg="delSp modSp mod">
        <pc:chgData name="Kaik Xavier Marques de Oliveira" userId="3a389741-29f1-4230-909c-c14bc51cf8d0" providerId="ADAL" clId="{FBFD55F7-05E5-4593-A169-4B7B6DE43092}" dt="2026-05-04T12:06:03.522" v="1908" actId="790"/>
        <pc:sldMkLst>
          <pc:docMk/>
          <pc:sldMk cId="3551607317" sldId="2147470621"/>
        </pc:sldMkLst>
        <pc:spChg chg="del mod">
          <ac:chgData name="Kaik Xavier Marques de Oliveira" userId="3a389741-29f1-4230-909c-c14bc51cf8d0" providerId="ADAL" clId="{FBFD55F7-05E5-4593-A169-4B7B6DE43092}" dt="2026-05-04T10:45:14.745" v="849" actId="478"/>
          <ac:spMkLst>
            <pc:docMk/>
            <pc:sldMk cId="3551607317" sldId="2147470621"/>
            <ac:spMk id="2" creationId="{87A5A14D-99B1-4DF6-4E28-1A7FB01CE1A5}"/>
          </ac:spMkLst>
        </pc:spChg>
        <pc:spChg chg="mod">
          <ac:chgData name="Kaik Xavier Marques de Oliveira" userId="3a389741-29f1-4230-909c-c14bc51cf8d0" providerId="ADAL" clId="{FBFD55F7-05E5-4593-A169-4B7B6DE43092}" dt="2026-05-04T12:06:03.522" v="1908" actId="790"/>
          <ac:spMkLst>
            <pc:docMk/>
            <pc:sldMk cId="3551607317" sldId="2147470621"/>
            <ac:spMk id="15" creationId="{5F14FEFB-2342-9437-A93A-9F790EA0E46A}"/>
          </ac:spMkLst>
        </pc:spChg>
        <pc:spChg chg="mod">
          <ac:chgData name="Kaik Xavier Marques de Oliveira" userId="3a389741-29f1-4230-909c-c14bc51cf8d0" providerId="ADAL" clId="{FBFD55F7-05E5-4593-A169-4B7B6DE43092}" dt="2026-05-04T10:41:30.837" v="779"/>
          <ac:spMkLst>
            <pc:docMk/>
            <pc:sldMk cId="3551607317" sldId="2147470621"/>
            <ac:spMk id="26" creationId="{DDCEB56E-1BA8-A62F-7882-ABE718B7DFA0}"/>
          </ac:spMkLst>
        </pc:spChg>
        <pc:spChg chg="mod">
          <ac:chgData name="Kaik Xavier Marques de Oliveira" userId="3a389741-29f1-4230-909c-c14bc51cf8d0" providerId="ADAL" clId="{FBFD55F7-05E5-4593-A169-4B7B6DE43092}" dt="2026-05-04T12:06:03.522" v="1908" actId="790"/>
          <ac:spMkLst>
            <pc:docMk/>
            <pc:sldMk cId="3551607317" sldId="2147470621"/>
            <ac:spMk id="28" creationId="{EB36C98F-974E-77C8-A961-E818797E50F5}"/>
          </ac:spMkLst>
        </pc:spChg>
        <pc:spChg chg="mod">
          <ac:chgData name="Kaik Xavier Marques de Oliveira" userId="3a389741-29f1-4230-909c-c14bc51cf8d0" providerId="ADAL" clId="{FBFD55F7-05E5-4593-A169-4B7B6DE43092}" dt="2026-05-04T12:06:03.522" v="1908" actId="790"/>
          <ac:spMkLst>
            <pc:docMk/>
            <pc:sldMk cId="3551607317" sldId="2147470621"/>
            <ac:spMk id="30" creationId="{F771B1A7-552A-F35F-EF43-1E4FC15B0981}"/>
          </ac:spMkLst>
        </pc:spChg>
        <pc:spChg chg="mod">
          <ac:chgData name="Kaik Xavier Marques de Oliveira" userId="3a389741-29f1-4230-909c-c14bc51cf8d0" providerId="ADAL" clId="{FBFD55F7-05E5-4593-A169-4B7B6DE43092}" dt="2026-05-04T12:06:03.522" v="1908" actId="790"/>
          <ac:spMkLst>
            <pc:docMk/>
            <pc:sldMk cId="3551607317" sldId="2147470621"/>
            <ac:spMk id="31" creationId="{997B481D-4913-36AD-DC99-FDAC78232852}"/>
          </ac:spMkLst>
        </pc:spChg>
        <pc:spChg chg="mod">
          <ac:chgData name="Kaik Xavier Marques de Oliveira" userId="3a389741-29f1-4230-909c-c14bc51cf8d0" providerId="ADAL" clId="{FBFD55F7-05E5-4593-A169-4B7B6DE43092}" dt="2026-05-04T12:06:03.522" v="1908" actId="790"/>
          <ac:spMkLst>
            <pc:docMk/>
            <pc:sldMk cId="3551607317" sldId="2147470621"/>
            <ac:spMk id="38" creationId="{0EBAE8DE-811A-DCB6-9BB8-148FB2BDB389}"/>
          </ac:spMkLst>
        </pc:spChg>
        <pc:spChg chg="mod">
          <ac:chgData name="Kaik Xavier Marques de Oliveira" userId="3a389741-29f1-4230-909c-c14bc51cf8d0" providerId="ADAL" clId="{FBFD55F7-05E5-4593-A169-4B7B6DE43092}" dt="2026-05-04T12:06:03.522" v="1908" actId="790"/>
          <ac:spMkLst>
            <pc:docMk/>
            <pc:sldMk cId="3551607317" sldId="2147470621"/>
            <ac:spMk id="39" creationId="{CBBD71A5-6999-E2AF-42ED-6525AE4B612D}"/>
          </ac:spMkLst>
        </pc:spChg>
        <pc:spChg chg="mod">
          <ac:chgData name="Kaik Xavier Marques de Oliveira" userId="3a389741-29f1-4230-909c-c14bc51cf8d0" providerId="ADAL" clId="{FBFD55F7-05E5-4593-A169-4B7B6DE43092}" dt="2026-05-04T12:06:03.522" v="1908" actId="790"/>
          <ac:spMkLst>
            <pc:docMk/>
            <pc:sldMk cId="3551607317" sldId="2147470621"/>
            <ac:spMk id="40" creationId="{72777949-BDD1-BC46-5E7E-24BE218AA508}"/>
          </ac:spMkLst>
        </pc:spChg>
        <pc:spChg chg="mod">
          <ac:chgData name="Kaik Xavier Marques de Oliveira" userId="3a389741-29f1-4230-909c-c14bc51cf8d0" providerId="ADAL" clId="{FBFD55F7-05E5-4593-A169-4B7B6DE43092}" dt="2026-05-04T10:42:02.887" v="794" actId="34135"/>
          <ac:spMkLst>
            <pc:docMk/>
            <pc:sldMk cId="3551607317" sldId="2147470621"/>
            <ac:spMk id="41" creationId="{E8419786-CD47-5CEC-619E-45D7D35360D5}"/>
          </ac:spMkLst>
        </pc:spChg>
        <pc:spChg chg="mod">
          <ac:chgData name="Kaik Xavier Marques de Oliveira" userId="3a389741-29f1-4230-909c-c14bc51cf8d0" providerId="ADAL" clId="{FBFD55F7-05E5-4593-A169-4B7B6DE43092}" dt="2026-05-04T10:40:01.411" v="750" actId="113"/>
          <ac:spMkLst>
            <pc:docMk/>
            <pc:sldMk cId="3551607317" sldId="2147470621"/>
            <ac:spMk id="54" creationId="{7555CFAE-BDBF-7021-016D-7DD39895822A}"/>
          </ac:spMkLst>
        </pc:spChg>
        <pc:spChg chg="mod">
          <ac:chgData name="Kaik Xavier Marques de Oliveira" userId="3a389741-29f1-4230-909c-c14bc51cf8d0" providerId="ADAL" clId="{FBFD55F7-05E5-4593-A169-4B7B6DE43092}" dt="2026-05-04T12:06:03.522" v="1908" actId="790"/>
          <ac:spMkLst>
            <pc:docMk/>
            <pc:sldMk cId="3551607317" sldId="2147470621"/>
            <ac:spMk id="59" creationId="{48E00193-7C74-02ED-2408-550C1F3FCCF2}"/>
          </ac:spMkLst>
        </pc:spChg>
        <pc:spChg chg="mod">
          <ac:chgData name="Kaik Xavier Marques de Oliveira" userId="3a389741-29f1-4230-909c-c14bc51cf8d0" providerId="ADAL" clId="{FBFD55F7-05E5-4593-A169-4B7B6DE43092}" dt="2026-05-04T12:06:03.522" v="1908" actId="790"/>
          <ac:spMkLst>
            <pc:docMk/>
            <pc:sldMk cId="3551607317" sldId="2147470621"/>
            <ac:spMk id="66" creationId="{A6476B84-31E9-D863-1C2D-593E9393DD5E}"/>
          </ac:spMkLst>
        </pc:spChg>
        <pc:spChg chg="mod">
          <ac:chgData name="Kaik Xavier Marques de Oliveira" userId="3a389741-29f1-4230-909c-c14bc51cf8d0" providerId="ADAL" clId="{FBFD55F7-05E5-4593-A169-4B7B6DE43092}" dt="2026-05-04T10:40:51.738" v="775" actId="34135"/>
          <ac:spMkLst>
            <pc:docMk/>
            <pc:sldMk cId="3551607317" sldId="2147470621"/>
            <ac:spMk id="69" creationId="{E8BE6AD4-18BA-F2DB-69C6-88009BB39FC9}"/>
          </ac:spMkLst>
        </pc:spChg>
        <pc:spChg chg="mod">
          <ac:chgData name="Kaik Xavier Marques de Oliveira" userId="3a389741-29f1-4230-909c-c14bc51cf8d0" providerId="ADAL" clId="{FBFD55F7-05E5-4593-A169-4B7B6DE43092}" dt="2026-05-04T12:06:03.522" v="1908" actId="790"/>
          <ac:spMkLst>
            <pc:docMk/>
            <pc:sldMk cId="3551607317" sldId="2147470621"/>
            <ac:spMk id="84" creationId="{7920FF64-5C00-C0CE-1ABD-05F0DFA5A468}"/>
          </ac:spMkLst>
        </pc:spChg>
        <pc:spChg chg="mod">
          <ac:chgData name="Kaik Xavier Marques de Oliveira" userId="3a389741-29f1-4230-909c-c14bc51cf8d0" providerId="ADAL" clId="{FBFD55F7-05E5-4593-A169-4B7B6DE43092}" dt="2026-05-04T10:43:47.850" v="847" actId="207"/>
          <ac:spMkLst>
            <pc:docMk/>
            <pc:sldMk cId="3551607317" sldId="2147470621"/>
            <ac:spMk id="87" creationId="{3961DEE7-CEA0-9AAC-8B46-8780654F02C1}"/>
          </ac:spMkLst>
        </pc:spChg>
      </pc:sldChg>
      <pc:sldChg chg="modSp mod">
        <pc:chgData name="Kaik Xavier Marques de Oliveira" userId="3a389741-29f1-4230-909c-c14bc51cf8d0" providerId="ADAL" clId="{FBFD55F7-05E5-4593-A169-4B7B6DE43092}" dt="2026-05-04T12:06:03.522" v="1908" actId="790"/>
        <pc:sldMkLst>
          <pc:docMk/>
          <pc:sldMk cId="458743791" sldId="2147470622"/>
        </pc:sldMkLst>
        <pc:spChg chg="mod">
          <ac:chgData name="Kaik Xavier Marques de Oliveira" userId="3a389741-29f1-4230-909c-c14bc51cf8d0" providerId="ADAL" clId="{FBFD55F7-05E5-4593-A169-4B7B6DE43092}" dt="2026-05-04T12:06:03.522" v="1908" actId="790"/>
          <ac:spMkLst>
            <pc:docMk/>
            <pc:sldMk cId="458743791" sldId="2147470622"/>
            <ac:spMk id="6" creationId="{991241A0-66CF-55B5-B61F-3A54F402F2EB}"/>
          </ac:spMkLst>
        </pc:spChg>
      </pc:sldChg>
      <pc:sldChg chg="addSp delSp modSp mod">
        <pc:chgData name="Kaik Xavier Marques de Oliveira" userId="3a389741-29f1-4230-909c-c14bc51cf8d0" providerId="ADAL" clId="{FBFD55F7-05E5-4593-A169-4B7B6DE43092}" dt="2026-05-04T12:06:03.522" v="1908" actId="790"/>
        <pc:sldMkLst>
          <pc:docMk/>
          <pc:sldMk cId="3261178019" sldId="2147470623"/>
        </pc:sldMkLst>
        <pc:spChg chg="add del mod">
          <ac:chgData name="Kaik Xavier Marques de Oliveira" userId="3a389741-29f1-4230-909c-c14bc51cf8d0" providerId="ADAL" clId="{FBFD55F7-05E5-4593-A169-4B7B6DE43092}" dt="2026-05-04T12:06:03.522" v="1908" actId="790"/>
          <ac:spMkLst>
            <pc:docMk/>
            <pc:sldMk cId="3261178019" sldId="2147470623"/>
            <ac:spMk id="4" creationId="{67D8B590-1254-95C4-2420-E413DEFDC06D}"/>
          </ac:spMkLst>
        </pc:spChg>
        <pc:spChg chg="mod">
          <ac:chgData name="Kaik Xavier Marques de Oliveira" userId="3a389741-29f1-4230-909c-c14bc51cf8d0" providerId="ADAL" clId="{FBFD55F7-05E5-4593-A169-4B7B6DE43092}" dt="2026-05-04T12:06:03.522" v="1908" actId="790"/>
          <ac:spMkLst>
            <pc:docMk/>
            <pc:sldMk cId="3261178019" sldId="2147470623"/>
            <ac:spMk id="11" creationId="{B3788593-BC05-B658-B4DC-5853868B5F96}"/>
          </ac:spMkLst>
        </pc:spChg>
        <pc:spChg chg="mod">
          <ac:chgData name="Kaik Xavier Marques de Oliveira" userId="3a389741-29f1-4230-909c-c14bc51cf8d0" providerId="ADAL" clId="{FBFD55F7-05E5-4593-A169-4B7B6DE43092}" dt="2026-05-04T12:06:03.522" v="1908" actId="790"/>
          <ac:spMkLst>
            <pc:docMk/>
            <pc:sldMk cId="3261178019" sldId="2147470623"/>
            <ac:spMk id="12" creationId="{DF169B16-FAD4-181D-AC4C-FAF3062CD63A}"/>
          </ac:spMkLst>
        </pc:spChg>
        <pc:spChg chg="mod">
          <ac:chgData name="Kaik Xavier Marques de Oliveira" userId="3a389741-29f1-4230-909c-c14bc51cf8d0" providerId="ADAL" clId="{FBFD55F7-05E5-4593-A169-4B7B6DE43092}" dt="2026-05-04T12:06:03.522" v="1908" actId="790"/>
          <ac:spMkLst>
            <pc:docMk/>
            <pc:sldMk cId="3261178019" sldId="2147470623"/>
            <ac:spMk id="17" creationId="{CAA786ED-3485-8D69-6932-FEAD5A3F9311}"/>
          </ac:spMkLst>
        </pc:spChg>
        <pc:spChg chg="mod">
          <ac:chgData name="Kaik Xavier Marques de Oliveira" userId="3a389741-29f1-4230-909c-c14bc51cf8d0" providerId="ADAL" clId="{FBFD55F7-05E5-4593-A169-4B7B6DE43092}" dt="2026-05-04T12:06:03.522" v="1908" actId="790"/>
          <ac:spMkLst>
            <pc:docMk/>
            <pc:sldMk cId="3261178019" sldId="2147470623"/>
            <ac:spMk id="34" creationId="{4843D4AC-F4D2-989B-ED6F-DEE445BFE1D3}"/>
          </ac:spMkLst>
        </pc:spChg>
        <pc:spChg chg="mod">
          <ac:chgData name="Kaik Xavier Marques de Oliveira" userId="3a389741-29f1-4230-909c-c14bc51cf8d0" providerId="ADAL" clId="{FBFD55F7-05E5-4593-A169-4B7B6DE43092}" dt="2026-05-04T12:06:03.522" v="1908" actId="790"/>
          <ac:spMkLst>
            <pc:docMk/>
            <pc:sldMk cId="3261178019" sldId="2147470623"/>
            <ac:spMk id="87" creationId="{590365DB-4402-173E-B480-D4BDFE9AC5F5}"/>
          </ac:spMkLst>
        </pc:spChg>
        <pc:spChg chg="mod">
          <ac:chgData name="Kaik Xavier Marques de Oliveira" userId="3a389741-29f1-4230-909c-c14bc51cf8d0" providerId="ADAL" clId="{FBFD55F7-05E5-4593-A169-4B7B6DE43092}" dt="2026-05-04T12:06:03.522" v="1908" actId="790"/>
          <ac:spMkLst>
            <pc:docMk/>
            <pc:sldMk cId="3261178019" sldId="2147470623"/>
            <ac:spMk id="95" creationId="{3E6EAA0A-1810-9FE5-5A4D-DEA7593DEE5C}"/>
          </ac:spMkLst>
        </pc:spChg>
        <pc:picChg chg="mod">
          <ac:chgData name="Kaik Xavier Marques de Oliveira" userId="3a389741-29f1-4230-909c-c14bc51cf8d0" providerId="ADAL" clId="{FBFD55F7-05E5-4593-A169-4B7B6DE43092}" dt="2026-04-29T10:43:26.514" v="486" actId="14100"/>
          <ac:picMkLst>
            <pc:docMk/>
            <pc:sldMk cId="3261178019" sldId="2147470623"/>
            <ac:picMk id="13" creationId="{BE6AD165-CB56-9F6B-8557-E72F57619347}"/>
          </ac:picMkLst>
        </pc:picChg>
        <pc:picChg chg="add del mod">
          <ac:chgData name="Kaik Xavier Marques de Oliveira" userId="3a389741-29f1-4230-909c-c14bc51cf8d0" providerId="ADAL" clId="{FBFD55F7-05E5-4593-A169-4B7B6DE43092}" dt="2026-04-29T10:38:00.047" v="440" actId="478"/>
          <ac:picMkLst>
            <pc:docMk/>
            <pc:sldMk cId="3261178019" sldId="2147470623"/>
            <ac:picMk id="15" creationId="{DF1B6DE2-0664-C49C-025C-D6732D88B211}"/>
          </ac:picMkLst>
        </pc:picChg>
      </pc:sldChg>
      <pc:sldChg chg="modSp mod">
        <pc:chgData name="Kaik Xavier Marques de Oliveira" userId="3a389741-29f1-4230-909c-c14bc51cf8d0" providerId="ADAL" clId="{FBFD55F7-05E5-4593-A169-4B7B6DE43092}" dt="2026-05-04T12:06:03.522" v="1908" actId="790"/>
        <pc:sldMkLst>
          <pc:docMk/>
          <pc:sldMk cId="2466030892" sldId="2147470632"/>
        </pc:sldMkLst>
        <pc:spChg chg="mod">
          <ac:chgData name="Kaik Xavier Marques de Oliveira" userId="3a389741-29f1-4230-909c-c14bc51cf8d0" providerId="ADAL" clId="{FBFD55F7-05E5-4593-A169-4B7B6DE43092}" dt="2026-05-04T12:06:03.522" v="1908" actId="790"/>
          <ac:spMkLst>
            <pc:docMk/>
            <pc:sldMk cId="2466030892" sldId="2147470632"/>
            <ac:spMk id="50" creationId="{758CC02B-1E76-52F6-EF7D-C86384EF45EF}"/>
          </ac:spMkLst>
        </pc:spChg>
        <pc:spChg chg="mod">
          <ac:chgData name="Kaik Xavier Marques de Oliveira" userId="3a389741-29f1-4230-909c-c14bc51cf8d0" providerId="ADAL" clId="{FBFD55F7-05E5-4593-A169-4B7B6DE43092}" dt="2026-05-04T12:06:03.522" v="1908" actId="790"/>
          <ac:spMkLst>
            <pc:docMk/>
            <pc:sldMk cId="2466030892" sldId="2147470632"/>
            <ac:spMk id="52" creationId="{254CC065-BB49-0741-6D65-3B0E1865E227}"/>
          </ac:spMkLst>
        </pc:spChg>
        <pc:spChg chg="mod">
          <ac:chgData name="Kaik Xavier Marques de Oliveira" userId="3a389741-29f1-4230-909c-c14bc51cf8d0" providerId="ADAL" clId="{FBFD55F7-05E5-4593-A169-4B7B6DE43092}" dt="2026-05-04T12:06:03.522" v="1908" actId="790"/>
          <ac:spMkLst>
            <pc:docMk/>
            <pc:sldMk cId="2466030892" sldId="2147470632"/>
            <ac:spMk id="53" creationId="{AA4B9B29-910A-6027-92B9-44478BB4AB84}"/>
          </ac:spMkLst>
        </pc:spChg>
        <pc:spChg chg="mod">
          <ac:chgData name="Kaik Xavier Marques de Oliveira" userId="3a389741-29f1-4230-909c-c14bc51cf8d0" providerId="ADAL" clId="{FBFD55F7-05E5-4593-A169-4B7B6DE43092}" dt="2026-05-04T12:06:03.522" v="1908" actId="790"/>
          <ac:spMkLst>
            <pc:docMk/>
            <pc:sldMk cId="2466030892" sldId="2147470632"/>
            <ac:spMk id="63" creationId="{EDA41B4C-262E-4B1C-4C0A-BEF5F57AA199}"/>
          </ac:spMkLst>
        </pc:spChg>
        <pc:spChg chg="mod">
          <ac:chgData name="Kaik Xavier Marques de Oliveira" userId="3a389741-29f1-4230-909c-c14bc51cf8d0" providerId="ADAL" clId="{FBFD55F7-05E5-4593-A169-4B7B6DE43092}" dt="2026-05-04T12:06:03.522" v="1908" actId="790"/>
          <ac:spMkLst>
            <pc:docMk/>
            <pc:sldMk cId="2466030892" sldId="2147470632"/>
            <ac:spMk id="73" creationId="{DD3E2C01-CCDE-DF92-2E03-8AA6C99A0865}"/>
          </ac:spMkLst>
        </pc:spChg>
        <pc:spChg chg="mod">
          <ac:chgData name="Kaik Xavier Marques de Oliveira" userId="3a389741-29f1-4230-909c-c14bc51cf8d0" providerId="ADAL" clId="{FBFD55F7-05E5-4593-A169-4B7B6DE43092}" dt="2026-05-04T12:06:03.522" v="1908" actId="790"/>
          <ac:spMkLst>
            <pc:docMk/>
            <pc:sldMk cId="2466030892" sldId="2147470632"/>
            <ac:spMk id="74" creationId="{61A75469-283E-6B10-1084-7DEFD20753C0}"/>
          </ac:spMkLst>
        </pc:spChg>
        <pc:spChg chg="mod">
          <ac:chgData name="Kaik Xavier Marques de Oliveira" userId="3a389741-29f1-4230-909c-c14bc51cf8d0" providerId="ADAL" clId="{FBFD55F7-05E5-4593-A169-4B7B6DE43092}" dt="2026-05-04T12:06:03.522" v="1908" actId="790"/>
          <ac:spMkLst>
            <pc:docMk/>
            <pc:sldMk cId="2466030892" sldId="2147470632"/>
            <ac:spMk id="89" creationId="{0C24F299-4D9A-5A4F-247B-06974A04DED4}"/>
          </ac:spMkLst>
        </pc:spChg>
        <pc:spChg chg="mod">
          <ac:chgData name="Kaik Xavier Marques de Oliveira" userId="3a389741-29f1-4230-909c-c14bc51cf8d0" providerId="ADAL" clId="{FBFD55F7-05E5-4593-A169-4B7B6DE43092}" dt="2026-05-04T12:06:03.522" v="1908" actId="790"/>
          <ac:spMkLst>
            <pc:docMk/>
            <pc:sldMk cId="2466030892" sldId="2147470632"/>
            <ac:spMk id="91" creationId="{FC6591F5-3FE7-2613-63B2-2E3115E5EB65}"/>
          </ac:spMkLst>
        </pc:spChg>
        <pc:spChg chg="mod">
          <ac:chgData name="Kaik Xavier Marques de Oliveira" userId="3a389741-29f1-4230-909c-c14bc51cf8d0" providerId="ADAL" clId="{FBFD55F7-05E5-4593-A169-4B7B6DE43092}" dt="2026-05-04T12:06:03.522" v="1908" actId="790"/>
          <ac:spMkLst>
            <pc:docMk/>
            <pc:sldMk cId="2466030892" sldId="2147470632"/>
            <ac:spMk id="93" creationId="{E192760C-CC14-54CB-2960-BCC6A3C64697}"/>
          </ac:spMkLst>
        </pc:spChg>
        <pc:spChg chg="mod">
          <ac:chgData name="Kaik Xavier Marques de Oliveira" userId="3a389741-29f1-4230-909c-c14bc51cf8d0" providerId="ADAL" clId="{FBFD55F7-05E5-4593-A169-4B7B6DE43092}" dt="2026-05-04T12:06:03.522" v="1908" actId="790"/>
          <ac:spMkLst>
            <pc:docMk/>
            <pc:sldMk cId="2466030892" sldId="2147470632"/>
            <ac:spMk id="95" creationId="{94612864-14FA-0087-1449-1F95C0B87656}"/>
          </ac:spMkLst>
        </pc:spChg>
      </pc:sldChg>
      <pc:sldChg chg="modSp mod">
        <pc:chgData name="Kaik Xavier Marques de Oliveira" userId="3a389741-29f1-4230-909c-c14bc51cf8d0" providerId="ADAL" clId="{FBFD55F7-05E5-4593-A169-4B7B6DE43092}" dt="2026-05-04T12:06:03.522" v="1908" actId="790"/>
        <pc:sldMkLst>
          <pc:docMk/>
          <pc:sldMk cId="3698240846" sldId="2147470633"/>
        </pc:sldMkLst>
        <pc:spChg chg="mod">
          <ac:chgData name="Kaik Xavier Marques de Oliveira" userId="3a389741-29f1-4230-909c-c14bc51cf8d0" providerId="ADAL" clId="{FBFD55F7-05E5-4593-A169-4B7B6DE43092}" dt="2026-05-04T12:06:03.522" v="1908" actId="790"/>
          <ac:spMkLst>
            <pc:docMk/>
            <pc:sldMk cId="3698240846" sldId="2147470633"/>
            <ac:spMk id="2" creationId="{BF874D73-A46C-BB28-403C-95E157BC696F}"/>
          </ac:spMkLst>
        </pc:spChg>
        <pc:spChg chg="mod">
          <ac:chgData name="Kaik Xavier Marques de Oliveira" userId="3a389741-29f1-4230-909c-c14bc51cf8d0" providerId="ADAL" clId="{FBFD55F7-05E5-4593-A169-4B7B6DE43092}" dt="2026-05-04T12:06:03.522" v="1908" actId="790"/>
          <ac:spMkLst>
            <pc:docMk/>
            <pc:sldMk cId="3698240846" sldId="2147470633"/>
            <ac:spMk id="53" creationId="{2A2F34C8-238D-36A0-35E9-C927532506CD}"/>
          </ac:spMkLst>
        </pc:spChg>
        <pc:spChg chg="mod">
          <ac:chgData name="Kaik Xavier Marques de Oliveira" userId="3a389741-29f1-4230-909c-c14bc51cf8d0" providerId="ADAL" clId="{FBFD55F7-05E5-4593-A169-4B7B6DE43092}" dt="2026-05-04T12:06:03.522" v="1908" actId="790"/>
          <ac:spMkLst>
            <pc:docMk/>
            <pc:sldMk cId="3698240846" sldId="2147470633"/>
            <ac:spMk id="65" creationId="{263D8ECA-4AAD-3EA8-FAD6-4FED0795D1D5}"/>
          </ac:spMkLst>
        </pc:spChg>
        <pc:spChg chg="mod">
          <ac:chgData name="Kaik Xavier Marques de Oliveira" userId="3a389741-29f1-4230-909c-c14bc51cf8d0" providerId="ADAL" clId="{FBFD55F7-05E5-4593-A169-4B7B6DE43092}" dt="2026-05-04T12:06:03.522" v="1908" actId="790"/>
          <ac:spMkLst>
            <pc:docMk/>
            <pc:sldMk cId="3698240846" sldId="2147470633"/>
            <ac:spMk id="66" creationId="{FD2388CF-383D-2917-89F9-1930C9BA931D}"/>
          </ac:spMkLst>
        </pc:spChg>
        <pc:spChg chg="mod">
          <ac:chgData name="Kaik Xavier Marques de Oliveira" userId="3a389741-29f1-4230-909c-c14bc51cf8d0" providerId="ADAL" clId="{FBFD55F7-05E5-4593-A169-4B7B6DE43092}" dt="2026-05-04T12:06:03.522" v="1908" actId="790"/>
          <ac:spMkLst>
            <pc:docMk/>
            <pc:sldMk cId="3698240846" sldId="2147470633"/>
            <ac:spMk id="68" creationId="{ECA76C97-EF57-362A-346E-2E4BFE09C415}"/>
          </ac:spMkLst>
        </pc:spChg>
        <pc:spChg chg="mod">
          <ac:chgData name="Kaik Xavier Marques de Oliveira" userId="3a389741-29f1-4230-909c-c14bc51cf8d0" providerId="ADAL" clId="{FBFD55F7-05E5-4593-A169-4B7B6DE43092}" dt="2026-05-04T12:06:03.522" v="1908" actId="790"/>
          <ac:spMkLst>
            <pc:docMk/>
            <pc:sldMk cId="3698240846" sldId="2147470633"/>
            <ac:spMk id="69" creationId="{16C1C4EF-B851-9A67-3AA4-9D91CF3A6DB0}"/>
          </ac:spMkLst>
        </pc:spChg>
        <pc:spChg chg="mod">
          <ac:chgData name="Kaik Xavier Marques de Oliveira" userId="3a389741-29f1-4230-909c-c14bc51cf8d0" providerId="ADAL" clId="{FBFD55F7-05E5-4593-A169-4B7B6DE43092}" dt="2026-05-04T12:06:03.522" v="1908" actId="790"/>
          <ac:spMkLst>
            <pc:docMk/>
            <pc:sldMk cId="3698240846" sldId="2147470633"/>
            <ac:spMk id="71" creationId="{8E97C347-8E2D-CEA1-9666-507AA3692061}"/>
          </ac:spMkLst>
        </pc:spChg>
        <pc:spChg chg="mod">
          <ac:chgData name="Kaik Xavier Marques de Oliveira" userId="3a389741-29f1-4230-909c-c14bc51cf8d0" providerId="ADAL" clId="{FBFD55F7-05E5-4593-A169-4B7B6DE43092}" dt="2026-05-04T12:06:03.522" v="1908" actId="790"/>
          <ac:spMkLst>
            <pc:docMk/>
            <pc:sldMk cId="3698240846" sldId="2147470633"/>
            <ac:spMk id="80" creationId="{F3A03D38-3D63-2110-E96F-9B072D991405}"/>
          </ac:spMkLst>
        </pc:spChg>
        <pc:spChg chg="mod">
          <ac:chgData name="Kaik Xavier Marques de Oliveira" userId="3a389741-29f1-4230-909c-c14bc51cf8d0" providerId="ADAL" clId="{FBFD55F7-05E5-4593-A169-4B7B6DE43092}" dt="2026-05-04T12:06:03.522" v="1908" actId="790"/>
          <ac:spMkLst>
            <pc:docMk/>
            <pc:sldMk cId="3698240846" sldId="2147470633"/>
            <ac:spMk id="81" creationId="{3BE950DA-A8DE-AD97-14D2-97A019347483}"/>
          </ac:spMkLst>
        </pc:spChg>
        <pc:spChg chg="mod">
          <ac:chgData name="Kaik Xavier Marques de Oliveira" userId="3a389741-29f1-4230-909c-c14bc51cf8d0" providerId="ADAL" clId="{FBFD55F7-05E5-4593-A169-4B7B6DE43092}" dt="2026-05-04T12:06:03.522" v="1908" actId="790"/>
          <ac:spMkLst>
            <pc:docMk/>
            <pc:sldMk cId="3698240846" sldId="2147470633"/>
            <ac:spMk id="83" creationId="{42AF1F3A-DE14-3FBA-CBD6-B4C2C73A8373}"/>
          </ac:spMkLst>
        </pc:spChg>
      </pc:sldChg>
      <pc:sldChg chg="modSp mod">
        <pc:chgData name="Kaik Xavier Marques de Oliveira" userId="3a389741-29f1-4230-909c-c14bc51cf8d0" providerId="ADAL" clId="{FBFD55F7-05E5-4593-A169-4B7B6DE43092}" dt="2026-05-04T12:06:03.522" v="1908" actId="790"/>
        <pc:sldMkLst>
          <pc:docMk/>
          <pc:sldMk cId="1134810455" sldId="2147470636"/>
        </pc:sldMkLst>
        <pc:spChg chg="mod">
          <ac:chgData name="Kaik Xavier Marques de Oliveira" userId="3a389741-29f1-4230-909c-c14bc51cf8d0" providerId="ADAL" clId="{FBFD55F7-05E5-4593-A169-4B7B6DE43092}" dt="2026-05-04T12:06:03.522" v="1908" actId="790"/>
          <ac:spMkLst>
            <pc:docMk/>
            <pc:sldMk cId="1134810455" sldId="2147470636"/>
            <ac:spMk id="61" creationId="{CC224EEB-C72C-ECF2-7544-D7CE1A949B6B}"/>
          </ac:spMkLst>
        </pc:spChg>
        <pc:spChg chg="mod">
          <ac:chgData name="Kaik Xavier Marques de Oliveira" userId="3a389741-29f1-4230-909c-c14bc51cf8d0" providerId="ADAL" clId="{FBFD55F7-05E5-4593-A169-4B7B6DE43092}" dt="2026-05-04T12:06:03.522" v="1908" actId="790"/>
          <ac:spMkLst>
            <pc:docMk/>
            <pc:sldMk cId="1134810455" sldId="2147470636"/>
            <ac:spMk id="62" creationId="{C512F6AA-14EE-E94B-A8F9-615D979196B3}"/>
          </ac:spMkLst>
        </pc:spChg>
        <pc:spChg chg="mod">
          <ac:chgData name="Kaik Xavier Marques de Oliveira" userId="3a389741-29f1-4230-909c-c14bc51cf8d0" providerId="ADAL" clId="{FBFD55F7-05E5-4593-A169-4B7B6DE43092}" dt="2026-05-04T12:06:03.522" v="1908" actId="790"/>
          <ac:spMkLst>
            <pc:docMk/>
            <pc:sldMk cId="1134810455" sldId="2147470636"/>
            <ac:spMk id="63" creationId="{574173D4-E059-9E89-CC02-F0AA937EEA5D}"/>
          </ac:spMkLst>
        </pc:spChg>
        <pc:spChg chg="mod">
          <ac:chgData name="Kaik Xavier Marques de Oliveira" userId="3a389741-29f1-4230-909c-c14bc51cf8d0" providerId="ADAL" clId="{FBFD55F7-05E5-4593-A169-4B7B6DE43092}" dt="2026-05-04T12:06:03.522" v="1908" actId="790"/>
          <ac:spMkLst>
            <pc:docMk/>
            <pc:sldMk cId="1134810455" sldId="2147470636"/>
            <ac:spMk id="64" creationId="{7E7DE5AE-E1EC-7634-5FEE-C6987C75F68D}"/>
          </ac:spMkLst>
        </pc:spChg>
        <pc:spChg chg="mod">
          <ac:chgData name="Kaik Xavier Marques de Oliveira" userId="3a389741-29f1-4230-909c-c14bc51cf8d0" providerId="ADAL" clId="{FBFD55F7-05E5-4593-A169-4B7B6DE43092}" dt="2026-05-04T12:06:03.522" v="1908" actId="790"/>
          <ac:spMkLst>
            <pc:docMk/>
            <pc:sldMk cId="1134810455" sldId="2147470636"/>
            <ac:spMk id="65" creationId="{7555135E-6ACB-BAA9-22EA-50C87087C7F2}"/>
          </ac:spMkLst>
        </pc:spChg>
        <pc:spChg chg="mod">
          <ac:chgData name="Kaik Xavier Marques de Oliveira" userId="3a389741-29f1-4230-909c-c14bc51cf8d0" providerId="ADAL" clId="{FBFD55F7-05E5-4593-A169-4B7B6DE43092}" dt="2026-05-04T12:06:03.522" v="1908" actId="790"/>
          <ac:spMkLst>
            <pc:docMk/>
            <pc:sldMk cId="1134810455" sldId="2147470636"/>
            <ac:spMk id="79" creationId="{2B9C36E2-B96B-B309-D02C-1BC0789E08E8}"/>
          </ac:spMkLst>
        </pc:spChg>
        <pc:spChg chg="mod">
          <ac:chgData name="Kaik Xavier Marques de Oliveira" userId="3a389741-29f1-4230-909c-c14bc51cf8d0" providerId="ADAL" clId="{FBFD55F7-05E5-4593-A169-4B7B6DE43092}" dt="2026-05-04T12:06:03.522" v="1908" actId="790"/>
          <ac:spMkLst>
            <pc:docMk/>
            <pc:sldMk cId="1134810455" sldId="2147470636"/>
            <ac:spMk id="80" creationId="{7414212A-9C73-683D-8023-302350D62A7A}"/>
          </ac:spMkLst>
        </pc:spChg>
        <pc:spChg chg="mod">
          <ac:chgData name="Kaik Xavier Marques de Oliveira" userId="3a389741-29f1-4230-909c-c14bc51cf8d0" providerId="ADAL" clId="{FBFD55F7-05E5-4593-A169-4B7B6DE43092}" dt="2026-05-04T12:06:03.522" v="1908" actId="790"/>
          <ac:spMkLst>
            <pc:docMk/>
            <pc:sldMk cId="1134810455" sldId="2147470636"/>
            <ac:spMk id="81" creationId="{371771DF-B8F2-8ACB-D50A-6EB474591008}"/>
          </ac:spMkLst>
        </pc:spChg>
        <pc:spChg chg="mod">
          <ac:chgData name="Kaik Xavier Marques de Oliveira" userId="3a389741-29f1-4230-909c-c14bc51cf8d0" providerId="ADAL" clId="{FBFD55F7-05E5-4593-A169-4B7B6DE43092}" dt="2026-05-04T12:06:03.522" v="1908" actId="790"/>
          <ac:spMkLst>
            <pc:docMk/>
            <pc:sldMk cId="1134810455" sldId="2147470636"/>
            <ac:spMk id="82" creationId="{A2E88B4B-93E2-A53A-EAB9-DE50207ED6C6}"/>
          </ac:spMkLst>
        </pc:spChg>
        <pc:spChg chg="mod">
          <ac:chgData name="Kaik Xavier Marques de Oliveira" userId="3a389741-29f1-4230-909c-c14bc51cf8d0" providerId="ADAL" clId="{FBFD55F7-05E5-4593-A169-4B7B6DE43092}" dt="2026-05-04T12:06:03.522" v="1908" actId="790"/>
          <ac:spMkLst>
            <pc:docMk/>
            <pc:sldMk cId="1134810455" sldId="2147470636"/>
            <ac:spMk id="83" creationId="{A6CF564B-E802-9D04-DFC9-E4F63BA6422A}"/>
          </ac:spMkLst>
        </pc:spChg>
      </pc:sldChg>
      <pc:sldChg chg="modSp mod">
        <pc:chgData name="Kaik Xavier Marques de Oliveira" userId="3a389741-29f1-4230-909c-c14bc51cf8d0" providerId="ADAL" clId="{FBFD55F7-05E5-4593-A169-4B7B6DE43092}" dt="2026-05-04T12:06:03.522" v="1908" actId="790"/>
        <pc:sldMkLst>
          <pc:docMk/>
          <pc:sldMk cId="443031219" sldId="2147470640"/>
        </pc:sldMkLst>
        <pc:spChg chg="mod">
          <ac:chgData name="Kaik Xavier Marques de Oliveira" userId="3a389741-29f1-4230-909c-c14bc51cf8d0" providerId="ADAL" clId="{FBFD55F7-05E5-4593-A169-4B7B6DE43092}" dt="2026-05-04T12:06:03.522" v="1908" actId="790"/>
          <ac:spMkLst>
            <pc:docMk/>
            <pc:sldMk cId="443031219" sldId="2147470640"/>
            <ac:spMk id="2" creationId="{8076B59E-A627-116E-CE28-5B471F4AE231}"/>
          </ac:spMkLst>
        </pc:spChg>
        <pc:spChg chg="mod">
          <ac:chgData name="Kaik Xavier Marques de Oliveira" userId="3a389741-29f1-4230-909c-c14bc51cf8d0" providerId="ADAL" clId="{FBFD55F7-05E5-4593-A169-4B7B6DE43092}" dt="2026-05-04T12:06:03.522" v="1908" actId="790"/>
          <ac:spMkLst>
            <pc:docMk/>
            <pc:sldMk cId="443031219" sldId="2147470640"/>
            <ac:spMk id="4" creationId="{E710CB25-5EDA-D452-D3BB-4596952B2438}"/>
          </ac:spMkLst>
        </pc:spChg>
        <pc:spChg chg="mod">
          <ac:chgData name="Kaik Xavier Marques de Oliveira" userId="3a389741-29f1-4230-909c-c14bc51cf8d0" providerId="ADAL" clId="{FBFD55F7-05E5-4593-A169-4B7B6DE43092}" dt="2026-05-04T12:06:03.522" v="1908" actId="790"/>
          <ac:spMkLst>
            <pc:docMk/>
            <pc:sldMk cId="443031219" sldId="2147470640"/>
            <ac:spMk id="7" creationId="{18A77957-3C2A-27FE-BF91-FB0096943C60}"/>
          </ac:spMkLst>
        </pc:spChg>
        <pc:spChg chg="mod">
          <ac:chgData name="Kaik Xavier Marques de Oliveira" userId="3a389741-29f1-4230-909c-c14bc51cf8d0" providerId="ADAL" clId="{FBFD55F7-05E5-4593-A169-4B7B6DE43092}" dt="2026-05-04T12:06:03.522" v="1908" actId="790"/>
          <ac:spMkLst>
            <pc:docMk/>
            <pc:sldMk cId="443031219" sldId="2147470640"/>
            <ac:spMk id="8" creationId="{BDB11CB5-D40C-6904-FD93-17E0EFD8AD22}"/>
          </ac:spMkLst>
        </pc:spChg>
        <pc:spChg chg="mod">
          <ac:chgData name="Kaik Xavier Marques de Oliveira" userId="3a389741-29f1-4230-909c-c14bc51cf8d0" providerId="ADAL" clId="{FBFD55F7-05E5-4593-A169-4B7B6DE43092}" dt="2026-05-04T12:06:03.522" v="1908" actId="790"/>
          <ac:spMkLst>
            <pc:docMk/>
            <pc:sldMk cId="443031219" sldId="2147470640"/>
            <ac:spMk id="11" creationId="{2DEA1118-14B4-EF4C-FBA4-42A9FC43B7BD}"/>
          </ac:spMkLst>
        </pc:spChg>
        <pc:spChg chg="mod">
          <ac:chgData name="Kaik Xavier Marques de Oliveira" userId="3a389741-29f1-4230-909c-c14bc51cf8d0" providerId="ADAL" clId="{FBFD55F7-05E5-4593-A169-4B7B6DE43092}" dt="2026-05-04T12:06:03.522" v="1908" actId="790"/>
          <ac:spMkLst>
            <pc:docMk/>
            <pc:sldMk cId="443031219" sldId="2147470640"/>
            <ac:spMk id="13" creationId="{C0FF7BCE-DB20-881D-AE0B-95C7E6B3C3B6}"/>
          </ac:spMkLst>
        </pc:spChg>
        <pc:spChg chg="mod">
          <ac:chgData name="Kaik Xavier Marques de Oliveira" userId="3a389741-29f1-4230-909c-c14bc51cf8d0" providerId="ADAL" clId="{FBFD55F7-05E5-4593-A169-4B7B6DE43092}" dt="2026-05-04T12:06:03.522" v="1908" actId="790"/>
          <ac:spMkLst>
            <pc:docMk/>
            <pc:sldMk cId="443031219" sldId="2147470640"/>
            <ac:spMk id="14" creationId="{355CEB23-6931-BD85-F939-F0F732F28472}"/>
          </ac:spMkLst>
        </pc:spChg>
      </pc:sldChg>
      <pc:sldChg chg="modSp mod">
        <pc:chgData name="Kaik Xavier Marques de Oliveira" userId="3a389741-29f1-4230-909c-c14bc51cf8d0" providerId="ADAL" clId="{FBFD55F7-05E5-4593-A169-4B7B6DE43092}" dt="2026-05-04T12:06:03.522" v="1908" actId="790"/>
        <pc:sldMkLst>
          <pc:docMk/>
          <pc:sldMk cId="1898160752" sldId="2147470641"/>
        </pc:sldMkLst>
        <pc:spChg chg="mod">
          <ac:chgData name="Kaik Xavier Marques de Oliveira" userId="3a389741-29f1-4230-909c-c14bc51cf8d0" providerId="ADAL" clId="{FBFD55F7-05E5-4593-A169-4B7B6DE43092}" dt="2026-05-04T12:06:03.522" v="1908" actId="790"/>
          <ac:spMkLst>
            <pc:docMk/>
            <pc:sldMk cId="1898160752" sldId="2147470641"/>
            <ac:spMk id="3" creationId="{16523D7B-A800-22F1-D87D-2A80ED08311E}"/>
          </ac:spMkLst>
        </pc:spChg>
        <pc:spChg chg="mod">
          <ac:chgData name="Kaik Xavier Marques de Oliveira" userId="3a389741-29f1-4230-909c-c14bc51cf8d0" providerId="ADAL" clId="{FBFD55F7-05E5-4593-A169-4B7B6DE43092}" dt="2026-05-04T12:06:03.522" v="1908" actId="790"/>
          <ac:spMkLst>
            <pc:docMk/>
            <pc:sldMk cId="1898160752" sldId="2147470641"/>
            <ac:spMk id="6" creationId="{DC692D19-B9F0-3A8D-98A7-441C334D5461}"/>
          </ac:spMkLst>
        </pc:spChg>
        <pc:spChg chg="mod">
          <ac:chgData name="Kaik Xavier Marques de Oliveira" userId="3a389741-29f1-4230-909c-c14bc51cf8d0" providerId="ADAL" clId="{FBFD55F7-05E5-4593-A169-4B7B6DE43092}" dt="2026-05-04T12:06:03.522" v="1908" actId="790"/>
          <ac:spMkLst>
            <pc:docMk/>
            <pc:sldMk cId="1898160752" sldId="2147470641"/>
            <ac:spMk id="13" creationId="{E2456F56-680A-A716-7A2F-BF7715F2919C}"/>
          </ac:spMkLst>
        </pc:spChg>
        <pc:spChg chg="mod">
          <ac:chgData name="Kaik Xavier Marques de Oliveira" userId="3a389741-29f1-4230-909c-c14bc51cf8d0" providerId="ADAL" clId="{FBFD55F7-05E5-4593-A169-4B7B6DE43092}" dt="2026-05-04T12:06:03.522" v="1908" actId="790"/>
          <ac:spMkLst>
            <pc:docMk/>
            <pc:sldMk cId="1898160752" sldId="2147470641"/>
            <ac:spMk id="22" creationId="{056DD541-2F3B-64B0-B27C-B839D14ED943}"/>
          </ac:spMkLst>
        </pc:spChg>
      </pc:sldChg>
      <pc:sldChg chg="modSp mod">
        <pc:chgData name="Kaik Xavier Marques de Oliveira" userId="3a389741-29f1-4230-909c-c14bc51cf8d0" providerId="ADAL" clId="{FBFD55F7-05E5-4593-A169-4B7B6DE43092}" dt="2026-05-04T12:06:03.522" v="1908" actId="790"/>
        <pc:sldMkLst>
          <pc:docMk/>
          <pc:sldMk cId="2283968106" sldId="2147470647"/>
        </pc:sldMkLst>
        <pc:spChg chg="mod">
          <ac:chgData name="Kaik Xavier Marques de Oliveira" userId="3a389741-29f1-4230-909c-c14bc51cf8d0" providerId="ADAL" clId="{FBFD55F7-05E5-4593-A169-4B7B6DE43092}" dt="2026-05-04T12:06:03.522" v="1908" actId="790"/>
          <ac:spMkLst>
            <pc:docMk/>
            <pc:sldMk cId="2283968106" sldId="2147470647"/>
            <ac:spMk id="5" creationId="{7CB7F1ED-FF7D-BFF6-840E-C829C449012A}"/>
          </ac:spMkLst>
        </pc:spChg>
        <pc:spChg chg="mod">
          <ac:chgData name="Kaik Xavier Marques de Oliveira" userId="3a389741-29f1-4230-909c-c14bc51cf8d0" providerId="ADAL" clId="{FBFD55F7-05E5-4593-A169-4B7B6DE43092}" dt="2026-05-04T12:06:03.522" v="1908" actId="790"/>
          <ac:spMkLst>
            <pc:docMk/>
            <pc:sldMk cId="2283968106" sldId="2147470647"/>
            <ac:spMk id="6" creationId="{323A9340-4138-2AD8-C375-786C722DA3C9}"/>
          </ac:spMkLst>
        </pc:spChg>
        <pc:spChg chg="mod">
          <ac:chgData name="Kaik Xavier Marques de Oliveira" userId="3a389741-29f1-4230-909c-c14bc51cf8d0" providerId="ADAL" clId="{FBFD55F7-05E5-4593-A169-4B7B6DE43092}" dt="2026-05-04T12:06:03.522" v="1908" actId="790"/>
          <ac:spMkLst>
            <pc:docMk/>
            <pc:sldMk cId="2283968106" sldId="2147470647"/>
            <ac:spMk id="25" creationId="{0CCE8A2B-FB19-BB4D-E850-8FD008031C1D}"/>
          </ac:spMkLst>
        </pc:spChg>
        <pc:graphicFrameChg chg="modGraphic">
          <ac:chgData name="Kaik Xavier Marques de Oliveira" userId="3a389741-29f1-4230-909c-c14bc51cf8d0" providerId="ADAL" clId="{FBFD55F7-05E5-4593-A169-4B7B6DE43092}" dt="2026-05-04T12:06:03.522" v="1908" actId="790"/>
          <ac:graphicFrameMkLst>
            <pc:docMk/>
            <pc:sldMk cId="2283968106" sldId="2147470647"/>
            <ac:graphicFrameMk id="30" creationId="{E2983271-8DD9-206E-3A43-3068DC03637C}"/>
          </ac:graphicFrameMkLst>
        </pc:graphicFrameChg>
        <pc:picChg chg="mod">
          <ac:chgData name="Kaik Xavier Marques de Oliveira" userId="3a389741-29f1-4230-909c-c14bc51cf8d0" providerId="ADAL" clId="{FBFD55F7-05E5-4593-A169-4B7B6DE43092}" dt="2026-05-04T11:52:26.323" v="1717" actId="1076"/>
          <ac:picMkLst>
            <pc:docMk/>
            <pc:sldMk cId="2283968106" sldId="2147470647"/>
            <ac:picMk id="4" creationId="{A914ECB8-C54F-B4EC-EFB5-06830FE831AE}"/>
          </ac:picMkLst>
        </pc:picChg>
      </pc:sldChg>
      <pc:sldChg chg="modSp mod">
        <pc:chgData name="Kaik Xavier Marques de Oliveira" userId="3a389741-29f1-4230-909c-c14bc51cf8d0" providerId="ADAL" clId="{FBFD55F7-05E5-4593-A169-4B7B6DE43092}" dt="2026-05-04T12:06:03.522" v="1908" actId="790"/>
        <pc:sldMkLst>
          <pc:docMk/>
          <pc:sldMk cId="1426382446" sldId="2147470649"/>
        </pc:sldMkLst>
        <pc:spChg chg="mod">
          <ac:chgData name="Kaik Xavier Marques de Oliveira" userId="3a389741-29f1-4230-909c-c14bc51cf8d0" providerId="ADAL" clId="{FBFD55F7-05E5-4593-A169-4B7B6DE43092}" dt="2026-05-04T12:06:03.522" v="1908" actId="790"/>
          <ac:spMkLst>
            <pc:docMk/>
            <pc:sldMk cId="1426382446" sldId="2147470649"/>
            <ac:spMk id="5" creationId="{7848B673-C072-29C7-C202-7C1F9357F513}"/>
          </ac:spMkLst>
        </pc:spChg>
        <pc:spChg chg="mod">
          <ac:chgData name="Kaik Xavier Marques de Oliveira" userId="3a389741-29f1-4230-909c-c14bc51cf8d0" providerId="ADAL" clId="{FBFD55F7-05E5-4593-A169-4B7B6DE43092}" dt="2026-05-04T12:06:03.522" v="1908" actId="790"/>
          <ac:spMkLst>
            <pc:docMk/>
            <pc:sldMk cId="1426382446" sldId="2147470649"/>
            <ac:spMk id="20" creationId="{CCCC816D-6BB5-F2D8-11B0-82794F41E3C5}"/>
          </ac:spMkLst>
        </pc:spChg>
        <pc:spChg chg="mod">
          <ac:chgData name="Kaik Xavier Marques de Oliveira" userId="3a389741-29f1-4230-909c-c14bc51cf8d0" providerId="ADAL" clId="{FBFD55F7-05E5-4593-A169-4B7B6DE43092}" dt="2026-05-04T12:06:03.522" v="1908" actId="790"/>
          <ac:spMkLst>
            <pc:docMk/>
            <pc:sldMk cId="1426382446" sldId="2147470649"/>
            <ac:spMk id="42" creationId="{FC9FDF74-4695-7E0C-9025-B7A9B2ADE13A}"/>
          </ac:spMkLst>
        </pc:spChg>
        <pc:spChg chg="mod">
          <ac:chgData name="Kaik Xavier Marques de Oliveira" userId="3a389741-29f1-4230-909c-c14bc51cf8d0" providerId="ADAL" clId="{FBFD55F7-05E5-4593-A169-4B7B6DE43092}" dt="2026-05-04T12:06:03.522" v="1908" actId="790"/>
          <ac:spMkLst>
            <pc:docMk/>
            <pc:sldMk cId="1426382446" sldId="2147470649"/>
            <ac:spMk id="43" creationId="{0AA98EEC-50A9-BDB7-0149-C60A4AFE8469}"/>
          </ac:spMkLst>
        </pc:spChg>
        <pc:spChg chg="mod">
          <ac:chgData name="Kaik Xavier Marques de Oliveira" userId="3a389741-29f1-4230-909c-c14bc51cf8d0" providerId="ADAL" clId="{FBFD55F7-05E5-4593-A169-4B7B6DE43092}" dt="2026-05-04T12:06:03.522" v="1908" actId="790"/>
          <ac:spMkLst>
            <pc:docMk/>
            <pc:sldMk cId="1426382446" sldId="2147470649"/>
            <ac:spMk id="46" creationId="{A7FB5521-F41C-D9E9-054A-1E8B535381F9}"/>
          </ac:spMkLst>
        </pc:spChg>
        <pc:spChg chg="mod">
          <ac:chgData name="Kaik Xavier Marques de Oliveira" userId="3a389741-29f1-4230-909c-c14bc51cf8d0" providerId="ADAL" clId="{FBFD55F7-05E5-4593-A169-4B7B6DE43092}" dt="2026-05-04T12:06:03.522" v="1908" actId="790"/>
          <ac:spMkLst>
            <pc:docMk/>
            <pc:sldMk cId="1426382446" sldId="2147470649"/>
            <ac:spMk id="48" creationId="{548C9359-B0E8-FC63-5D8D-8286C9B0B928}"/>
          </ac:spMkLst>
        </pc:spChg>
        <pc:spChg chg="mod">
          <ac:chgData name="Kaik Xavier Marques de Oliveira" userId="3a389741-29f1-4230-909c-c14bc51cf8d0" providerId="ADAL" clId="{FBFD55F7-05E5-4593-A169-4B7B6DE43092}" dt="2026-05-04T12:06:03.522" v="1908" actId="790"/>
          <ac:spMkLst>
            <pc:docMk/>
            <pc:sldMk cId="1426382446" sldId="2147470649"/>
            <ac:spMk id="49" creationId="{5AD5CB87-AD0E-4E82-56BC-D8A6C36A40F9}"/>
          </ac:spMkLst>
        </pc:spChg>
        <pc:spChg chg="mod">
          <ac:chgData name="Kaik Xavier Marques de Oliveira" userId="3a389741-29f1-4230-909c-c14bc51cf8d0" providerId="ADAL" clId="{FBFD55F7-05E5-4593-A169-4B7B6DE43092}" dt="2026-05-04T12:06:03.522" v="1908" actId="790"/>
          <ac:spMkLst>
            <pc:docMk/>
            <pc:sldMk cId="1426382446" sldId="2147470649"/>
            <ac:spMk id="52" creationId="{C897A72B-8452-32E5-E2E7-A88A6F987466}"/>
          </ac:spMkLst>
        </pc:spChg>
        <pc:spChg chg="mod">
          <ac:chgData name="Kaik Xavier Marques de Oliveira" userId="3a389741-29f1-4230-909c-c14bc51cf8d0" providerId="ADAL" clId="{FBFD55F7-05E5-4593-A169-4B7B6DE43092}" dt="2026-05-04T12:06:03.522" v="1908" actId="790"/>
          <ac:spMkLst>
            <pc:docMk/>
            <pc:sldMk cId="1426382446" sldId="2147470649"/>
            <ac:spMk id="54" creationId="{4323178E-0F9C-7700-D793-EDEA9F1EE136}"/>
          </ac:spMkLst>
        </pc:spChg>
        <pc:spChg chg="mod">
          <ac:chgData name="Kaik Xavier Marques de Oliveira" userId="3a389741-29f1-4230-909c-c14bc51cf8d0" providerId="ADAL" clId="{FBFD55F7-05E5-4593-A169-4B7B6DE43092}" dt="2026-05-04T12:06:03.522" v="1908" actId="790"/>
          <ac:spMkLst>
            <pc:docMk/>
            <pc:sldMk cId="1426382446" sldId="2147470649"/>
            <ac:spMk id="55" creationId="{94386D05-E367-7F2C-A214-4DC38FDD3344}"/>
          </ac:spMkLst>
        </pc:spChg>
      </pc:sldChg>
      <pc:sldChg chg="modSp mod">
        <pc:chgData name="Kaik Xavier Marques de Oliveira" userId="3a389741-29f1-4230-909c-c14bc51cf8d0" providerId="ADAL" clId="{FBFD55F7-05E5-4593-A169-4B7B6DE43092}" dt="2026-05-04T12:06:03.522" v="1908" actId="790"/>
        <pc:sldMkLst>
          <pc:docMk/>
          <pc:sldMk cId="1864570923" sldId="2147470657"/>
        </pc:sldMkLst>
        <pc:spChg chg="mod">
          <ac:chgData name="Kaik Xavier Marques de Oliveira" userId="3a389741-29f1-4230-909c-c14bc51cf8d0" providerId="ADAL" clId="{FBFD55F7-05E5-4593-A169-4B7B6DE43092}" dt="2026-05-04T12:06:03.522" v="1908" actId="790"/>
          <ac:spMkLst>
            <pc:docMk/>
            <pc:sldMk cId="1864570923" sldId="2147470657"/>
            <ac:spMk id="2" creationId="{C563C4D2-D597-722F-51FE-F661845BD31D}"/>
          </ac:spMkLst>
        </pc:spChg>
        <pc:spChg chg="mod">
          <ac:chgData name="Kaik Xavier Marques de Oliveira" userId="3a389741-29f1-4230-909c-c14bc51cf8d0" providerId="ADAL" clId="{FBFD55F7-05E5-4593-A169-4B7B6DE43092}" dt="2026-05-04T12:06:03.522" v="1908" actId="790"/>
          <ac:spMkLst>
            <pc:docMk/>
            <pc:sldMk cId="1864570923" sldId="2147470657"/>
            <ac:spMk id="6" creationId="{B4FA51F9-2146-5C34-1EDA-C6C54E787D84}"/>
          </ac:spMkLst>
        </pc:spChg>
        <pc:spChg chg="mod">
          <ac:chgData name="Kaik Xavier Marques de Oliveira" userId="3a389741-29f1-4230-909c-c14bc51cf8d0" providerId="ADAL" clId="{FBFD55F7-05E5-4593-A169-4B7B6DE43092}" dt="2026-05-04T12:06:03.522" v="1908" actId="790"/>
          <ac:spMkLst>
            <pc:docMk/>
            <pc:sldMk cId="1864570923" sldId="2147470657"/>
            <ac:spMk id="7" creationId="{321FCAB9-A5A0-4243-4231-1747F814F7D2}"/>
          </ac:spMkLst>
        </pc:spChg>
        <pc:spChg chg="mod">
          <ac:chgData name="Kaik Xavier Marques de Oliveira" userId="3a389741-29f1-4230-909c-c14bc51cf8d0" providerId="ADAL" clId="{FBFD55F7-05E5-4593-A169-4B7B6DE43092}" dt="2026-05-04T12:06:03.522" v="1908" actId="790"/>
          <ac:spMkLst>
            <pc:docMk/>
            <pc:sldMk cId="1864570923" sldId="2147470657"/>
            <ac:spMk id="8" creationId="{D5A4A4A7-E9E0-87B9-9E21-E884F8049ACA}"/>
          </ac:spMkLst>
        </pc:spChg>
        <pc:spChg chg="mod">
          <ac:chgData name="Kaik Xavier Marques de Oliveira" userId="3a389741-29f1-4230-909c-c14bc51cf8d0" providerId="ADAL" clId="{FBFD55F7-05E5-4593-A169-4B7B6DE43092}" dt="2026-05-04T12:06:03.522" v="1908" actId="790"/>
          <ac:spMkLst>
            <pc:docMk/>
            <pc:sldMk cId="1864570923" sldId="2147470657"/>
            <ac:spMk id="10" creationId="{66583170-EBF3-7AC9-3EFD-0E8E5E2DB608}"/>
          </ac:spMkLst>
        </pc:spChg>
        <pc:spChg chg="mod">
          <ac:chgData name="Kaik Xavier Marques de Oliveira" userId="3a389741-29f1-4230-909c-c14bc51cf8d0" providerId="ADAL" clId="{FBFD55F7-05E5-4593-A169-4B7B6DE43092}" dt="2026-05-04T12:06:03.522" v="1908" actId="790"/>
          <ac:spMkLst>
            <pc:docMk/>
            <pc:sldMk cId="1864570923" sldId="2147470657"/>
            <ac:spMk id="17" creationId="{EF2FCA60-D442-9688-D033-B0706808DD10}"/>
          </ac:spMkLst>
        </pc:spChg>
      </pc:sldChg>
      <pc:sldChg chg="del">
        <pc:chgData name="Kaik Xavier Marques de Oliveira" userId="3a389741-29f1-4230-909c-c14bc51cf8d0" providerId="ADAL" clId="{FBFD55F7-05E5-4593-A169-4B7B6DE43092}" dt="2026-05-04T10:38:35.952" v="747" actId="2696"/>
        <pc:sldMkLst>
          <pc:docMk/>
          <pc:sldMk cId="1872516655" sldId="2147470670"/>
        </pc:sldMkLst>
      </pc:sldChg>
      <pc:sldChg chg="delSp modSp mod">
        <pc:chgData name="Kaik Xavier Marques de Oliveira" userId="3a389741-29f1-4230-909c-c14bc51cf8d0" providerId="ADAL" clId="{FBFD55F7-05E5-4593-A169-4B7B6DE43092}" dt="2026-05-04T12:06:03.522" v="1908" actId="790"/>
        <pc:sldMkLst>
          <pc:docMk/>
          <pc:sldMk cId="3714757845" sldId="2147470671"/>
        </pc:sldMkLst>
        <pc:spChg chg="mod">
          <ac:chgData name="Kaik Xavier Marques de Oliveira" userId="3a389741-29f1-4230-909c-c14bc51cf8d0" providerId="ADAL" clId="{FBFD55F7-05E5-4593-A169-4B7B6DE43092}" dt="2026-05-04T11:04:17.138" v="1113" actId="1076"/>
          <ac:spMkLst>
            <pc:docMk/>
            <pc:sldMk cId="3714757845" sldId="2147470671"/>
            <ac:spMk id="18" creationId="{3752E1BC-D7F5-1F10-7175-B8ADDE1631AB}"/>
          </ac:spMkLst>
        </pc:spChg>
        <pc:spChg chg="mod">
          <ac:chgData name="Kaik Xavier Marques de Oliveira" userId="3a389741-29f1-4230-909c-c14bc51cf8d0" providerId="ADAL" clId="{FBFD55F7-05E5-4593-A169-4B7B6DE43092}" dt="2026-05-04T12:06:03.522" v="1908" actId="790"/>
          <ac:spMkLst>
            <pc:docMk/>
            <pc:sldMk cId="3714757845" sldId="2147470671"/>
            <ac:spMk id="19" creationId="{62530A31-817A-5709-DFF7-A9ECCFCE9907}"/>
          </ac:spMkLst>
        </pc:spChg>
        <pc:spChg chg="del mod">
          <ac:chgData name="Kaik Xavier Marques de Oliveira" userId="3a389741-29f1-4230-909c-c14bc51cf8d0" providerId="ADAL" clId="{FBFD55F7-05E5-4593-A169-4B7B6DE43092}" dt="2026-05-04T11:04:54.898" v="1118" actId="478"/>
          <ac:spMkLst>
            <pc:docMk/>
            <pc:sldMk cId="3714757845" sldId="2147470671"/>
            <ac:spMk id="20" creationId="{FDCFF583-E53D-0C4C-A593-19CBD9BF07A9}"/>
          </ac:spMkLst>
        </pc:spChg>
        <pc:spChg chg="del">
          <ac:chgData name="Kaik Xavier Marques de Oliveira" userId="3a389741-29f1-4230-909c-c14bc51cf8d0" providerId="ADAL" clId="{FBFD55F7-05E5-4593-A169-4B7B6DE43092}" dt="2026-05-04T11:03:45.040" v="1103" actId="478"/>
          <ac:spMkLst>
            <pc:docMk/>
            <pc:sldMk cId="3714757845" sldId="2147470671"/>
            <ac:spMk id="21" creationId="{A5097FBC-6EB3-4444-5A06-ED4472D13044}"/>
          </ac:spMkLst>
        </pc:spChg>
        <pc:spChg chg="mod">
          <ac:chgData name="Kaik Xavier Marques de Oliveira" userId="3a389741-29f1-4230-909c-c14bc51cf8d0" providerId="ADAL" clId="{FBFD55F7-05E5-4593-A169-4B7B6DE43092}" dt="2026-05-04T12:06:03.522" v="1908" actId="790"/>
          <ac:spMkLst>
            <pc:docMk/>
            <pc:sldMk cId="3714757845" sldId="2147470671"/>
            <ac:spMk id="23" creationId="{3DF9293A-2C76-877D-784E-E8089E56819D}"/>
          </ac:spMkLst>
        </pc:spChg>
        <pc:spChg chg="mod">
          <ac:chgData name="Kaik Xavier Marques de Oliveira" userId="3a389741-29f1-4230-909c-c14bc51cf8d0" providerId="ADAL" clId="{FBFD55F7-05E5-4593-A169-4B7B6DE43092}" dt="2026-05-04T12:06:03.522" v="1908" actId="790"/>
          <ac:spMkLst>
            <pc:docMk/>
            <pc:sldMk cId="3714757845" sldId="2147470671"/>
            <ac:spMk id="27" creationId="{7EFE9FC6-323D-B311-BC6C-20683EA2D2D7}"/>
          </ac:spMkLst>
        </pc:spChg>
        <pc:spChg chg="mod">
          <ac:chgData name="Kaik Xavier Marques de Oliveira" userId="3a389741-29f1-4230-909c-c14bc51cf8d0" providerId="ADAL" clId="{FBFD55F7-05E5-4593-A169-4B7B6DE43092}" dt="2026-05-04T12:06:03.522" v="1908" actId="790"/>
          <ac:spMkLst>
            <pc:docMk/>
            <pc:sldMk cId="3714757845" sldId="2147470671"/>
            <ac:spMk id="28" creationId="{3BB9331F-6A90-B14F-C702-52BCD4BE9A36}"/>
          </ac:spMkLst>
        </pc:spChg>
        <pc:spChg chg="mod">
          <ac:chgData name="Kaik Xavier Marques de Oliveira" userId="3a389741-29f1-4230-909c-c14bc51cf8d0" providerId="ADAL" clId="{FBFD55F7-05E5-4593-A169-4B7B6DE43092}" dt="2026-05-04T12:06:03.522" v="1908" actId="790"/>
          <ac:spMkLst>
            <pc:docMk/>
            <pc:sldMk cId="3714757845" sldId="2147470671"/>
            <ac:spMk id="31" creationId="{6BA1BBC6-DDD4-7B78-9F1E-C84B10CD883D}"/>
          </ac:spMkLst>
        </pc:spChg>
        <pc:spChg chg="del">
          <ac:chgData name="Kaik Xavier Marques de Oliveira" userId="3a389741-29f1-4230-909c-c14bc51cf8d0" providerId="ADAL" clId="{FBFD55F7-05E5-4593-A169-4B7B6DE43092}" dt="2026-05-04T11:03:36.079" v="1102" actId="478"/>
          <ac:spMkLst>
            <pc:docMk/>
            <pc:sldMk cId="3714757845" sldId="2147470671"/>
            <ac:spMk id="32" creationId="{4F1CC368-5907-33A4-5459-6E6ACCC7A038}"/>
          </ac:spMkLst>
        </pc:spChg>
        <pc:spChg chg="mod">
          <ac:chgData name="Kaik Xavier Marques de Oliveira" userId="3a389741-29f1-4230-909c-c14bc51cf8d0" providerId="ADAL" clId="{FBFD55F7-05E5-4593-A169-4B7B6DE43092}" dt="2026-05-04T12:06:03.522" v="1908" actId="790"/>
          <ac:spMkLst>
            <pc:docMk/>
            <pc:sldMk cId="3714757845" sldId="2147470671"/>
            <ac:spMk id="33" creationId="{7D458BCB-DC66-1E00-A8AA-AB068E02196F}"/>
          </ac:spMkLst>
        </pc:spChg>
        <pc:spChg chg="mod">
          <ac:chgData name="Kaik Xavier Marques de Oliveira" userId="3a389741-29f1-4230-909c-c14bc51cf8d0" providerId="ADAL" clId="{FBFD55F7-05E5-4593-A169-4B7B6DE43092}" dt="2026-05-04T12:06:03.522" v="1908" actId="790"/>
          <ac:spMkLst>
            <pc:docMk/>
            <pc:sldMk cId="3714757845" sldId="2147470671"/>
            <ac:spMk id="34" creationId="{9F8C0FF6-5CAE-327D-C4C3-96B460D3713C}"/>
          </ac:spMkLst>
        </pc:spChg>
        <pc:spChg chg="mod">
          <ac:chgData name="Kaik Xavier Marques de Oliveira" userId="3a389741-29f1-4230-909c-c14bc51cf8d0" providerId="ADAL" clId="{FBFD55F7-05E5-4593-A169-4B7B6DE43092}" dt="2026-05-04T12:06:03.522" v="1908" actId="790"/>
          <ac:spMkLst>
            <pc:docMk/>
            <pc:sldMk cId="3714757845" sldId="2147470671"/>
            <ac:spMk id="35" creationId="{46EB86F4-19B6-F96E-C1FB-04580E9A087F}"/>
          </ac:spMkLst>
        </pc:spChg>
        <pc:spChg chg="mod">
          <ac:chgData name="Kaik Xavier Marques de Oliveira" userId="3a389741-29f1-4230-909c-c14bc51cf8d0" providerId="ADAL" clId="{FBFD55F7-05E5-4593-A169-4B7B6DE43092}" dt="2026-05-04T12:06:03.522" v="1908" actId="790"/>
          <ac:spMkLst>
            <pc:docMk/>
            <pc:sldMk cId="3714757845" sldId="2147470671"/>
            <ac:spMk id="36" creationId="{14E601A9-F9A9-7A8A-F2E1-2A3E869363B3}"/>
          </ac:spMkLst>
        </pc:spChg>
        <pc:spChg chg="mod">
          <ac:chgData name="Kaik Xavier Marques de Oliveira" userId="3a389741-29f1-4230-909c-c14bc51cf8d0" providerId="ADAL" clId="{FBFD55F7-05E5-4593-A169-4B7B6DE43092}" dt="2026-05-04T12:06:03.522" v="1908" actId="790"/>
          <ac:spMkLst>
            <pc:docMk/>
            <pc:sldMk cId="3714757845" sldId="2147470671"/>
            <ac:spMk id="41" creationId="{ED472C9B-B6FE-725D-3DB3-43D14F5D9CA3}"/>
          </ac:spMkLst>
        </pc:spChg>
      </pc:sldChg>
      <pc:sldChg chg="addSp delSp modSp mod">
        <pc:chgData name="Kaik Xavier Marques de Oliveira" userId="3a389741-29f1-4230-909c-c14bc51cf8d0" providerId="ADAL" clId="{FBFD55F7-05E5-4593-A169-4B7B6DE43092}" dt="2026-05-04T12:32:26.589" v="2212" actId="21"/>
        <pc:sldMkLst>
          <pc:docMk/>
          <pc:sldMk cId="563587222" sldId="2147470672"/>
        </pc:sldMkLst>
        <pc:spChg chg="mod">
          <ac:chgData name="Kaik Xavier Marques de Oliveira" userId="3a389741-29f1-4230-909c-c14bc51cf8d0" providerId="ADAL" clId="{FBFD55F7-05E5-4593-A169-4B7B6DE43092}" dt="2026-05-04T12:16:08.355" v="2004"/>
          <ac:spMkLst>
            <pc:docMk/>
            <pc:sldMk cId="563587222" sldId="2147470672"/>
            <ac:spMk id="2" creationId="{9A702962-AA25-2A45-0D47-36FAA6B99098}"/>
          </ac:spMkLst>
        </pc:spChg>
        <pc:spChg chg="add del mod">
          <ac:chgData name="Kaik Xavier Marques de Oliveira" userId="3a389741-29f1-4230-909c-c14bc51cf8d0" providerId="ADAL" clId="{FBFD55F7-05E5-4593-A169-4B7B6DE43092}" dt="2026-05-04T12:21:01.549" v="2170" actId="478"/>
          <ac:spMkLst>
            <pc:docMk/>
            <pc:sldMk cId="563587222" sldId="2147470672"/>
            <ac:spMk id="6" creationId="{988970A9-2A35-9F7C-2DC2-C91C4E8EFD42}"/>
          </ac:spMkLst>
        </pc:spChg>
        <pc:spChg chg="add del mod">
          <ac:chgData name="Kaik Xavier Marques de Oliveira" userId="3a389741-29f1-4230-909c-c14bc51cf8d0" providerId="ADAL" clId="{FBFD55F7-05E5-4593-A169-4B7B6DE43092}" dt="2026-05-04T12:19:28.316" v="2134" actId="478"/>
          <ac:spMkLst>
            <pc:docMk/>
            <pc:sldMk cId="563587222" sldId="2147470672"/>
            <ac:spMk id="8" creationId="{FFFA5F48-6E8D-E6F7-D39B-5240729BD137}"/>
          </ac:spMkLst>
        </pc:spChg>
        <pc:spChg chg="del mod">
          <ac:chgData name="Kaik Xavier Marques de Oliveira" userId="3a389741-29f1-4230-909c-c14bc51cf8d0" providerId="ADAL" clId="{FBFD55F7-05E5-4593-A169-4B7B6DE43092}" dt="2026-05-04T12:19:37.891" v="2138" actId="478"/>
          <ac:spMkLst>
            <pc:docMk/>
            <pc:sldMk cId="563587222" sldId="2147470672"/>
            <ac:spMk id="9" creationId="{5FE2AC02-3F01-FBD9-946D-9BDDDC38AA03}"/>
          </ac:spMkLst>
        </pc:spChg>
        <pc:spChg chg="mod">
          <ac:chgData name="Kaik Xavier Marques de Oliveira" userId="3a389741-29f1-4230-909c-c14bc51cf8d0" providerId="ADAL" clId="{FBFD55F7-05E5-4593-A169-4B7B6DE43092}" dt="2026-05-04T12:19:58.286" v="2153"/>
          <ac:spMkLst>
            <pc:docMk/>
            <pc:sldMk cId="563587222" sldId="2147470672"/>
            <ac:spMk id="12" creationId="{E3C6CEAB-2E83-07C7-A755-4B991ED33C69}"/>
          </ac:spMkLst>
        </pc:spChg>
        <pc:spChg chg="mod">
          <ac:chgData name="Kaik Xavier Marques de Oliveira" userId="3a389741-29f1-4230-909c-c14bc51cf8d0" providerId="ADAL" clId="{FBFD55F7-05E5-4593-A169-4B7B6DE43092}" dt="2026-05-04T12:19:58.286" v="2153"/>
          <ac:spMkLst>
            <pc:docMk/>
            <pc:sldMk cId="563587222" sldId="2147470672"/>
            <ac:spMk id="13" creationId="{73705ED7-49CB-0CC7-6209-F21C4292E3F4}"/>
          </ac:spMkLst>
        </pc:spChg>
        <pc:spChg chg="mod">
          <ac:chgData name="Kaik Xavier Marques de Oliveira" userId="3a389741-29f1-4230-909c-c14bc51cf8d0" providerId="ADAL" clId="{FBFD55F7-05E5-4593-A169-4B7B6DE43092}" dt="2026-05-04T12:19:58.286" v="2153"/>
          <ac:spMkLst>
            <pc:docMk/>
            <pc:sldMk cId="563587222" sldId="2147470672"/>
            <ac:spMk id="14" creationId="{7A5FFCF1-02A5-F40E-E919-19787BF865C1}"/>
          </ac:spMkLst>
        </pc:spChg>
        <pc:spChg chg="add mod">
          <ac:chgData name="Kaik Xavier Marques de Oliveira" userId="3a389741-29f1-4230-909c-c14bc51cf8d0" providerId="ADAL" clId="{FBFD55F7-05E5-4593-A169-4B7B6DE43092}" dt="2026-05-04T12:22:45.158" v="2173"/>
          <ac:spMkLst>
            <pc:docMk/>
            <pc:sldMk cId="563587222" sldId="2147470672"/>
            <ac:spMk id="15" creationId="{1BE8D202-18E5-4FB4-6712-65BC6910A440}"/>
          </ac:spMkLst>
        </pc:spChg>
        <pc:spChg chg="mod">
          <ac:chgData name="Kaik Xavier Marques de Oliveira" userId="3a389741-29f1-4230-909c-c14bc51cf8d0" providerId="ADAL" clId="{FBFD55F7-05E5-4593-A169-4B7B6DE43092}" dt="2026-05-04T12:20:09.233" v="2154"/>
          <ac:spMkLst>
            <pc:docMk/>
            <pc:sldMk cId="563587222" sldId="2147470672"/>
            <ac:spMk id="17" creationId="{37082663-3646-7A02-83A8-894DBCA4175D}"/>
          </ac:spMkLst>
        </pc:spChg>
        <pc:spChg chg="mod">
          <ac:chgData name="Kaik Xavier Marques de Oliveira" userId="3a389741-29f1-4230-909c-c14bc51cf8d0" providerId="ADAL" clId="{FBFD55F7-05E5-4593-A169-4B7B6DE43092}" dt="2026-05-04T12:20:09.233" v="2154"/>
          <ac:spMkLst>
            <pc:docMk/>
            <pc:sldMk cId="563587222" sldId="2147470672"/>
            <ac:spMk id="18" creationId="{57E8A612-AEF9-B2F8-5783-BCEA49F1CCF7}"/>
          </ac:spMkLst>
        </pc:spChg>
        <pc:spChg chg="mod">
          <ac:chgData name="Kaik Xavier Marques de Oliveira" userId="3a389741-29f1-4230-909c-c14bc51cf8d0" providerId="ADAL" clId="{FBFD55F7-05E5-4593-A169-4B7B6DE43092}" dt="2026-05-04T12:20:09.233" v="2154"/>
          <ac:spMkLst>
            <pc:docMk/>
            <pc:sldMk cId="563587222" sldId="2147470672"/>
            <ac:spMk id="19" creationId="{7EA4308B-FD97-5E93-A052-641824137379}"/>
          </ac:spMkLst>
        </pc:spChg>
        <pc:spChg chg="add mod">
          <ac:chgData name="Kaik Xavier Marques de Oliveira" userId="3a389741-29f1-4230-909c-c14bc51cf8d0" providerId="ADAL" clId="{FBFD55F7-05E5-4593-A169-4B7B6DE43092}" dt="2026-05-04T12:20:29.478" v="2163" actId="1076"/>
          <ac:spMkLst>
            <pc:docMk/>
            <pc:sldMk cId="563587222" sldId="2147470672"/>
            <ac:spMk id="20" creationId="{B86F2373-4338-129F-BED0-2638B431E1FD}"/>
          </ac:spMkLst>
        </pc:spChg>
        <pc:spChg chg="mod">
          <ac:chgData name="Kaik Xavier Marques de Oliveira" userId="3a389741-29f1-4230-909c-c14bc51cf8d0" providerId="ADAL" clId="{FBFD55F7-05E5-4593-A169-4B7B6DE43092}" dt="2026-05-04T12:20:21.159" v="2159"/>
          <ac:spMkLst>
            <pc:docMk/>
            <pc:sldMk cId="563587222" sldId="2147470672"/>
            <ac:spMk id="22" creationId="{8BAC6549-B682-5784-7E68-1192E7BD97DE}"/>
          </ac:spMkLst>
        </pc:spChg>
        <pc:spChg chg="mod">
          <ac:chgData name="Kaik Xavier Marques de Oliveira" userId="3a389741-29f1-4230-909c-c14bc51cf8d0" providerId="ADAL" clId="{FBFD55F7-05E5-4593-A169-4B7B6DE43092}" dt="2026-05-04T12:20:21.159" v="2159"/>
          <ac:spMkLst>
            <pc:docMk/>
            <pc:sldMk cId="563587222" sldId="2147470672"/>
            <ac:spMk id="23" creationId="{CACDD77E-A51D-56C8-6BBD-DEFFDDEBB36D}"/>
          </ac:spMkLst>
        </pc:spChg>
        <pc:spChg chg="mod">
          <ac:chgData name="Kaik Xavier Marques de Oliveira" userId="3a389741-29f1-4230-909c-c14bc51cf8d0" providerId="ADAL" clId="{FBFD55F7-05E5-4593-A169-4B7B6DE43092}" dt="2026-05-04T12:20:21.159" v="2159"/>
          <ac:spMkLst>
            <pc:docMk/>
            <pc:sldMk cId="563587222" sldId="2147470672"/>
            <ac:spMk id="24" creationId="{CE922B88-64F2-B042-1B4C-E9DB29CF9B85}"/>
          </ac:spMkLst>
        </pc:spChg>
        <pc:spChg chg="add mod">
          <ac:chgData name="Kaik Xavier Marques de Oliveira" userId="3a389741-29f1-4230-909c-c14bc51cf8d0" providerId="ADAL" clId="{FBFD55F7-05E5-4593-A169-4B7B6DE43092}" dt="2026-05-04T12:20:26.571" v="2161" actId="1076"/>
          <ac:spMkLst>
            <pc:docMk/>
            <pc:sldMk cId="563587222" sldId="2147470672"/>
            <ac:spMk id="25" creationId="{22CEE7E7-4A2C-C693-F662-BF0DC7F5C163}"/>
          </ac:spMkLst>
        </pc:spChg>
        <pc:spChg chg="mod">
          <ac:chgData name="Kaik Xavier Marques de Oliveira" userId="3a389741-29f1-4230-909c-c14bc51cf8d0" providerId="ADAL" clId="{FBFD55F7-05E5-4593-A169-4B7B6DE43092}" dt="2026-05-04T12:20:49.557" v="2167"/>
          <ac:spMkLst>
            <pc:docMk/>
            <pc:sldMk cId="563587222" sldId="2147470672"/>
            <ac:spMk id="27" creationId="{FE76C0AF-1DE6-3C1A-06D8-852A63D73B1A}"/>
          </ac:spMkLst>
        </pc:spChg>
        <pc:spChg chg="mod">
          <ac:chgData name="Kaik Xavier Marques de Oliveira" userId="3a389741-29f1-4230-909c-c14bc51cf8d0" providerId="ADAL" clId="{FBFD55F7-05E5-4593-A169-4B7B6DE43092}" dt="2026-05-04T12:20:49.557" v="2167"/>
          <ac:spMkLst>
            <pc:docMk/>
            <pc:sldMk cId="563587222" sldId="2147470672"/>
            <ac:spMk id="28" creationId="{EE8DBDE2-E2B0-7639-084C-B5D60E2CBE1B}"/>
          </ac:spMkLst>
        </pc:spChg>
        <pc:spChg chg="mod">
          <ac:chgData name="Kaik Xavier Marques de Oliveira" userId="3a389741-29f1-4230-909c-c14bc51cf8d0" providerId="ADAL" clId="{FBFD55F7-05E5-4593-A169-4B7B6DE43092}" dt="2026-05-04T12:20:49.557" v="2167"/>
          <ac:spMkLst>
            <pc:docMk/>
            <pc:sldMk cId="563587222" sldId="2147470672"/>
            <ac:spMk id="29" creationId="{F4BE2C2A-4F8E-A0BB-FC3A-1C8F0A132380}"/>
          </ac:spMkLst>
        </pc:spChg>
        <pc:spChg chg="add mod">
          <ac:chgData name="Kaik Xavier Marques de Oliveira" userId="3a389741-29f1-4230-909c-c14bc51cf8d0" providerId="ADAL" clId="{FBFD55F7-05E5-4593-A169-4B7B6DE43092}" dt="2026-05-04T12:25:49.361" v="2200" actId="1076"/>
          <ac:spMkLst>
            <pc:docMk/>
            <pc:sldMk cId="563587222" sldId="2147470672"/>
            <ac:spMk id="30" creationId="{8E5D909E-1E77-166A-9E5A-8A7BF713CD27}"/>
          </ac:spMkLst>
        </pc:spChg>
        <pc:spChg chg="add del mod">
          <ac:chgData name="Kaik Xavier Marques de Oliveira" userId="3a389741-29f1-4230-909c-c14bc51cf8d0" providerId="ADAL" clId="{FBFD55F7-05E5-4593-A169-4B7B6DE43092}" dt="2026-05-04T12:21:08.640" v="2171" actId="478"/>
          <ac:spMkLst>
            <pc:docMk/>
            <pc:sldMk cId="563587222" sldId="2147470672"/>
            <ac:spMk id="32" creationId="{6C844F9A-EDD9-F6E0-2160-ACA3696093A4}"/>
          </ac:spMkLst>
        </pc:spChg>
        <pc:spChg chg="mod">
          <ac:chgData name="Kaik Xavier Marques de Oliveira" userId="3a389741-29f1-4230-909c-c14bc51cf8d0" providerId="ADAL" clId="{FBFD55F7-05E5-4593-A169-4B7B6DE43092}" dt="2026-05-04T12:23:14.545" v="2178"/>
          <ac:spMkLst>
            <pc:docMk/>
            <pc:sldMk cId="563587222" sldId="2147470672"/>
            <ac:spMk id="34" creationId="{2D6F3C82-2DFE-4CC4-4510-54E8A38C94E7}"/>
          </ac:spMkLst>
        </pc:spChg>
        <pc:spChg chg="mod">
          <ac:chgData name="Kaik Xavier Marques de Oliveira" userId="3a389741-29f1-4230-909c-c14bc51cf8d0" providerId="ADAL" clId="{FBFD55F7-05E5-4593-A169-4B7B6DE43092}" dt="2026-05-04T12:23:14.545" v="2178"/>
          <ac:spMkLst>
            <pc:docMk/>
            <pc:sldMk cId="563587222" sldId="2147470672"/>
            <ac:spMk id="35" creationId="{F8E7FC42-04A0-B3E8-31B2-681B5D9DBCC8}"/>
          </ac:spMkLst>
        </pc:spChg>
        <pc:spChg chg="mod">
          <ac:chgData name="Kaik Xavier Marques de Oliveira" userId="3a389741-29f1-4230-909c-c14bc51cf8d0" providerId="ADAL" clId="{FBFD55F7-05E5-4593-A169-4B7B6DE43092}" dt="2026-05-04T12:23:14.545" v="2178"/>
          <ac:spMkLst>
            <pc:docMk/>
            <pc:sldMk cId="563587222" sldId="2147470672"/>
            <ac:spMk id="36" creationId="{23962595-E895-04BD-06FF-839A29239D71}"/>
          </ac:spMkLst>
        </pc:spChg>
        <pc:spChg chg="add mod">
          <ac:chgData name="Kaik Xavier Marques de Oliveira" userId="3a389741-29f1-4230-909c-c14bc51cf8d0" providerId="ADAL" clId="{FBFD55F7-05E5-4593-A169-4B7B6DE43092}" dt="2026-05-04T12:25:11.474" v="2193" actId="1076"/>
          <ac:spMkLst>
            <pc:docMk/>
            <pc:sldMk cId="563587222" sldId="2147470672"/>
            <ac:spMk id="37" creationId="{302CCB25-E7F1-A56F-1401-CAAD95D51894}"/>
          </ac:spMkLst>
        </pc:spChg>
        <pc:spChg chg="mod">
          <ac:chgData name="Kaik Xavier Marques de Oliveira" userId="3a389741-29f1-4230-909c-c14bc51cf8d0" providerId="ADAL" clId="{FBFD55F7-05E5-4593-A169-4B7B6DE43092}" dt="2026-05-04T12:23:44.728" v="2183"/>
          <ac:spMkLst>
            <pc:docMk/>
            <pc:sldMk cId="563587222" sldId="2147470672"/>
            <ac:spMk id="39" creationId="{949023B5-87C2-19A1-5E29-D5473A088842}"/>
          </ac:spMkLst>
        </pc:spChg>
        <pc:spChg chg="mod">
          <ac:chgData name="Kaik Xavier Marques de Oliveira" userId="3a389741-29f1-4230-909c-c14bc51cf8d0" providerId="ADAL" clId="{FBFD55F7-05E5-4593-A169-4B7B6DE43092}" dt="2026-05-04T12:23:44.728" v="2183"/>
          <ac:spMkLst>
            <pc:docMk/>
            <pc:sldMk cId="563587222" sldId="2147470672"/>
            <ac:spMk id="40" creationId="{8100DBE4-5CE0-1B76-E267-4CDBC2B23BD0}"/>
          </ac:spMkLst>
        </pc:spChg>
        <pc:spChg chg="mod">
          <ac:chgData name="Kaik Xavier Marques de Oliveira" userId="3a389741-29f1-4230-909c-c14bc51cf8d0" providerId="ADAL" clId="{FBFD55F7-05E5-4593-A169-4B7B6DE43092}" dt="2026-05-04T12:23:44.728" v="2183"/>
          <ac:spMkLst>
            <pc:docMk/>
            <pc:sldMk cId="563587222" sldId="2147470672"/>
            <ac:spMk id="41" creationId="{654A4B69-D3FA-DF53-1CEF-175A71EEF3C8}"/>
          </ac:spMkLst>
        </pc:spChg>
        <pc:spChg chg="add mod">
          <ac:chgData name="Kaik Xavier Marques de Oliveira" userId="3a389741-29f1-4230-909c-c14bc51cf8d0" providerId="ADAL" clId="{FBFD55F7-05E5-4593-A169-4B7B6DE43092}" dt="2026-05-04T12:23:44.728" v="2183"/>
          <ac:spMkLst>
            <pc:docMk/>
            <pc:sldMk cId="563587222" sldId="2147470672"/>
            <ac:spMk id="42" creationId="{5FF75F5F-F7F8-3BEF-E02F-1407235DCA90}"/>
          </ac:spMkLst>
        </pc:spChg>
        <pc:spChg chg="mod">
          <ac:chgData name="Kaik Xavier Marques de Oliveira" userId="3a389741-29f1-4230-909c-c14bc51cf8d0" providerId="ADAL" clId="{FBFD55F7-05E5-4593-A169-4B7B6DE43092}" dt="2026-05-04T12:23:49.675" v="2186"/>
          <ac:spMkLst>
            <pc:docMk/>
            <pc:sldMk cId="563587222" sldId="2147470672"/>
            <ac:spMk id="44" creationId="{E324D172-821F-1977-F292-C32FD05EC36B}"/>
          </ac:spMkLst>
        </pc:spChg>
        <pc:spChg chg="mod">
          <ac:chgData name="Kaik Xavier Marques de Oliveira" userId="3a389741-29f1-4230-909c-c14bc51cf8d0" providerId="ADAL" clId="{FBFD55F7-05E5-4593-A169-4B7B6DE43092}" dt="2026-05-04T12:23:49.675" v="2186"/>
          <ac:spMkLst>
            <pc:docMk/>
            <pc:sldMk cId="563587222" sldId="2147470672"/>
            <ac:spMk id="45" creationId="{5F43D8CA-D5FF-3E39-F26E-9990E78D7BC9}"/>
          </ac:spMkLst>
        </pc:spChg>
        <pc:spChg chg="mod">
          <ac:chgData name="Kaik Xavier Marques de Oliveira" userId="3a389741-29f1-4230-909c-c14bc51cf8d0" providerId="ADAL" clId="{FBFD55F7-05E5-4593-A169-4B7B6DE43092}" dt="2026-05-04T12:23:49.675" v="2186"/>
          <ac:spMkLst>
            <pc:docMk/>
            <pc:sldMk cId="563587222" sldId="2147470672"/>
            <ac:spMk id="46" creationId="{6CA76D88-DDB7-464A-2440-AF32E4328E8E}"/>
          </ac:spMkLst>
        </pc:spChg>
        <pc:spChg chg="add mod">
          <ac:chgData name="Kaik Xavier Marques de Oliveira" userId="3a389741-29f1-4230-909c-c14bc51cf8d0" providerId="ADAL" clId="{FBFD55F7-05E5-4593-A169-4B7B6DE43092}" dt="2026-05-04T12:25:57.152" v="2201" actId="1076"/>
          <ac:spMkLst>
            <pc:docMk/>
            <pc:sldMk cId="563587222" sldId="2147470672"/>
            <ac:spMk id="47" creationId="{C01750DA-3BF7-164E-8965-6C16FA25EF19}"/>
          </ac:spMkLst>
        </pc:spChg>
        <pc:spChg chg="mod">
          <ac:chgData name="Kaik Xavier Marques de Oliveira" userId="3a389741-29f1-4230-909c-c14bc51cf8d0" providerId="ADAL" clId="{FBFD55F7-05E5-4593-A169-4B7B6DE43092}" dt="2026-05-04T12:25:27.768" v="2196"/>
          <ac:spMkLst>
            <pc:docMk/>
            <pc:sldMk cId="563587222" sldId="2147470672"/>
            <ac:spMk id="49" creationId="{6667A967-A9E9-79BC-383C-91BD7FDA8DEB}"/>
          </ac:spMkLst>
        </pc:spChg>
        <pc:spChg chg="mod">
          <ac:chgData name="Kaik Xavier Marques de Oliveira" userId="3a389741-29f1-4230-909c-c14bc51cf8d0" providerId="ADAL" clId="{FBFD55F7-05E5-4593-A169-4B7B6DE43092}" dt="2026-05-04T12:25:27.768" v="2196"/>
          <ac:spMkLst>
            <pc:docMk/>
            <pc:sldMk cId="563587222" sldId="2147470672"/>
            <ac:spMk id="50" creationId="{8637F61A-96D3-A504-BE34-543E1AFB1689}"/>
          </ac:spMkLst>
        </pc:spChg>
        <pc:spChg chg="mod">
          <ac:chgData name="Kaik Xavier Marques de Oliveira" userId="3a389741-29f1-4230-909c-c14bc51cf8d0" providerId="ADAL" clId="{FBFD55F7-05E5-4593-A169-4B7B6DE43092}" dt="2026-05-04T12:25:27.768" v="2196"/>
          <ac:spMkLst>
            <pc:docMk/>
            <pc:sldMk cId="563587222" sldId="2147470672"/>
            <ac:spMk id="51" creationId="{AC57E6A4-816A-BB5B-0137-AB3F1E1FD8EC}"/>
          </ac:spMkLst>
        </pc:spChg>
        <pc:spChg chg="add mod">
          <ac:chgData name="Kaik Xavier Marques de Oliveira" userId="3a389741-29f1-4230-909c-c14bc51cf8d0" providerId="ADAL" clId="{FBFD55F7-05E5-4593-A169-4B7B6DE43092}" dt="2026-05-04T12:25:27.768" v="2196"/>
          <ac:spMkLst>
            <pc:docMk/>
            <pc:sldMk cId="563587222" sldId="2147470672"/>
            <ac:spMk id="52" creationId="{1E2D2AF9-3AE2-BC32-6C75-F359BF927B11}"/>
          </ac:spMkLst>
        </pc:spChg>
        <pc:spChg chg="mod">
          <ac:chgData name="Kaik Xavier Marques de Oliveira" userId="3a389741-29f1-4230-909c-c14bc51cf8d0" providerId="ADAL" clId="{FBFD55F7-05E5-4593-A169-4B7B6DE43092}" dt="2026-05-04T12:25:30.837" v="2197"/>
          <ac:spMkLst>
            <pc:docMk/>
            <pc:sldMk cId="563587222" sldId="2147470672"/>
            <ac:spMk id="54" creationId="{609468D7-5E68-6E00-A1FB-E44D6E9C4F70}"/>
          </ac:spMkLst>
        </pc:spChg>
        <pc:spChg chg="mod">
          <ac:chgData name="Kaik Xavier Marques de Oliveira" userId="3a389741-29f1-4230-909c-c14bc51cf8d0" providerId="ADAL" clId="{FBFD55F7-05E5-4593-A169-4B7B6DE43092}" dt="2026-05-04T12:25:30.837" v="2197"/>
          <ac:spMkLst>
            <pc:docMk/>
            <pc:sldMk cId="563587222" sldId="2147470672"/>
            <ac:spMk id="55" creationId="{F69F27C6-8E61-88D2-9294-C7F8185D8F18}"/>
          </ac:spMkLst>
        </pc:spChg>
        <pc:spChg chg="mod">
          <ac:chgData name="Kaik Xavier Marques de Oliveira" userId="3a389741-29f1-4230-909c-c14bc51cf8d0" providerId="ADAL" clId="{FBFD55F7-05E5-4593-A169-4B7B6DE43092}" dt="2026-05-04T12:25:30.837" v="2197"/>
          <ac:spMkLst>
            <pc:docMk/>
            <pc:sldMk cId="563587222" sldId="2147470672"/>
            <ac:spMk id="56" creationId="{EFEA83BC-216A-F68A-969B-751E04758561}"/>
          </ac:spMkLst>
        </pc:spChg>
        <pc:spChg chg="add mod ord">
          <ac:chgData name="Kaik Xavier Marques de Oliveira" userId="3a389741-29f1-4230-909c-c14bc51cf8d0" providerId="ADAL" clId="{FBFD55F7-05E5-4593-A169-4B7B6DE43092}" dt="2026-05-04T12:26:46.376" v="2207" actId="1076"/>
          <ac:spMkLst>
            <pc:docMk/>
            <pc:sldMk cId="563587222" sldId="2147470672"/>
            <ac:spMk id="57" creationId="{AEAA2951-7A70-F937-235E-D9036F3B9D21}"/>
          </ac:spMkLst>
        </pc:spChg>
        <pc:spChg chg="mod">
          <ac:chgData name="Kaik Xavier Marques de Oliveira" userId="3a389741-29f1-4230-909c-c14bc51cf8d0" providerId="ADAL" clId="{FBFD55F7-05E5-4593-A169-4B7B6DE43092}" dt="2026-05-04T12:32:17.948" v="2208"/>
          <ac:spMkLst>
            <pc:docMk/>
            <pc:sldMk cId="563587222" sldId="2147470672"/>
            <ac:spMk id="59" creationId="{122E9B15-B1BC-AAD6-57AE-FE45DA4EAC2D}"/>
          </ac:spMkLst>
        </pc:spChg>
        <pc:spChg chg="mod">
          <ac:chgData name="Kaik Xavier Marques de Oliveira" userId="3a389741-29f1-4230-909c-c14bc51cf8d0" providerId="ADAL" clId="{FBFD55F7-05E5-4593-A169-4B7B6DE43092}" dt="2026-05-04T12:32:17.948" v="2208"/>
          <ac:spMkLst>
            <pc:docMk/>
            <pc:sldMk cId="563587222" sldId="2147470672"/>
            <ac:spMk id="60" creationId="{4D70AFC8-C50B-2DEA-7C54-5C5E7CE42211}"/>
          </ac:spMkLst>
        </pc:spChg>
        <pc:spChg chg="mod">
          <ac:chgData name="Kaik Xavier Marques de Oliveira" userId="3a389741-29f1-4230-909c-c14bc51cf8d0" providerId="ADAL" clId="{FBFD55F7-05E5-4593-A169-4B7B6DE43092}" dt="2026-05-04T12:32:17.948" v="2208"/>
          <ac:spMkLst>
            <pc:docMk/>
            <pc:sldMk cId="563587222" sldId="2147470672"/>
            <ac:spMk id="61" creationId="{B2B99AB1-8FB3-54A6-C7A3-72F4A1AC67F6}"/>
          </ac:spMkLst>
        </pc:spChg>
        <pc:spChg chg="add del mod">
          <ac:chgData name="Kaik Xavier Marques de Oliveira" userId="3a389741-29f1-4230-909c-c14bc51cf8d0" providerId="ADAL" clId="{FBFD55F7-05E5-4593-A169-4B7B6DE43092}" dt="2026-05-04T12:32:26.589" v="2212" actId="21"/>
          <ac:spMkLst>
            <pc:docMk/>
            <pc:sldMk cId="563587222" sldId="2147470672"/>
            <ac:spMk id="62" creationId="{8B2AA5BE-3BEE-66FD-C51F-8FB8FC543891}"/>
          </ac:spMkLst>
        </pc:spChg>
        <pc:grpChg chg="add mod">
          <ac:chgData name="Kaik Xavier Marques de Oliveira" userId="3a389741-29f1-4230-909c-c14bc51cf8d0" providerId="ADAL" clId="{FBFD55F7-05E5-4593-A169-4B7B6DE43092}" dt="2026-05-04T12:25:22.834" v="2195" actId="14100"/>
          <ac:grpSpMkLst>
            <pc:docMk/>
            <pc:sldMk cId="563587222" sldId="2147470672"/>
            <ac:grpSpMk id="11" creationId="{F0274569-D9B1-8C3E-B50D-D10826D98126}"/>
          </ac:grpSpMkLst>
        </pc:grpChg>
        <pc:grpChg chg="add mod">
          <ac:chgData name="Kaik Xavier Marques de Oliveira" userId="3a389741-29f1-4230-909c-c14bc51cf8d0" providerId="ADAL" clId="{FBFD55F7-05E5-4593-A169-4B7B6DE43092}" dt="2026-05-04T12:20:29.478" v="2163" actId="1076"/>
          <ac:grpSpMkLst>
            <pc:docMk/>
            <pc:sldMk cId="563587222" sldId="2147470672"/>
            <ac:grpSpMk id="16" creationId="{68A440F9-F50B-96C2-E20B-A2819A9694AC}"/>
          </ac:grpSpMkLst>
        </pc:grpChg>
        <pc:grpChg chg="add mod">
          <ac:chgData name="Kaik Xavier Marques de Oliveira" userId="3a389741-29f1-4230-909c-c14bc51cf8d0" providerId="ADAL" clId="{FBFD55F7-05E5-4593-A169-4B7B6DE43092}" dt="2026-05-04T12:20:26.571" v="2161" actId="1076"/>
          <ac:grpSpMkLst>
            <pc:docMk/>
            <pc:sldMk cId="563587222" sldId="2147470672"/>
            <ac:grpSpMk id="21" creationId="{7AA74782-2A15-3ADA-B3CC-9289EA2E021D}"/>
          </ac:grpSpMkLst>
        </pc:grpChg>
        <pc:grpChg chg="add mod">
          <ac:chgData name="Kaik Xavier Marques de Oliveira" userId="3a389741-29f1-4230-909c-c14bc51cf8d0" providerId="ADAL" clId="{FBFD55F7-05E5-4593-A169-4B7B6DE43092}" dt="2026-05-04T12:25:49.361" v="2200" actId="1076"/>
          <ac:grpSpMkLst>
            <pc:docMk/>
            <pc:sldMk cId="563587222" sldId="2147470672"/>
            <ac:grpSpMk id="26" creationId="{C9D7CE23-A4DF-CF22-7DF4-AB9F3B802175}"/>
          </ac:grpSpMkLst>
        </pc:grpChg>
        <pc:grpChg chg="add mod">
          <ac:chgData name="Kaik Xavier Marques de Oliveira" userId="3a389741-29f1-4230-909c-c14bc51cf8d0" providerId="ADAL" clId="{FBFD55F7-05E5-4593-A169-4B7B6DE43092}" dt="2026-05-04T12:25:19.506" v="2194" actId="14100"/>
          <ac:grpSpMkLst>
            <pc:docMk/>
            <pc:sldMk cId="563587222" sldId="2147470672"/>
            <ac:grpSpMk id="33" creationId="{C2870E1B-31B8-6C44-404C-F7426DB2673D}"/>
          </ac:grpSpMkLst>
        </pc:grpChg>
        <pc:grpChg chg="add mod">
          <ac:chgData name="Kaik Xavier Marques de Oliveira" userId="3a389741-29f1-4230-909c-c14bc51cf8d0" providerId="ADAL" clId="{FBFD55F7-05E5-4593-A169-4B7B6DE43092}" dt="2026-05-04T12:23:44.728" v="2183"/>
          <ac:grpSpMkLst>
            <pc:docMk/>
            <pc:sldMk cId="563587222" sldId="2147470672"/>
            <ac:grpSpMk id="38" creationId="{9DFFC8F3-D14F-0FDE-0F06-B131FCE61BE1}"/>
          </ac:grpSpMkLst>
        </pc:grpChg>
        <pc:grpChg chg="add mod">
          <ac:chgData name="Kaik Xavier Marques de Oliveira" userId="3a389741-29f1-4230-909c-c14bc51cf8d0" providerId="ADAL" clId="{FBFD55F7-05E5-4593-A169-4B7B6DE43092}" dt="2026-05-04T12:25:57.152" v="2201" actId="1076"/>
          <ac:grpSpMkLst>
            <pc:docMk/>
            <pc:sldMk cId="563587222" sldId="2147470672"/>
            <ac:grpSpMk id="43" creationId="{45990650-CB44-84F0-B5BF-755532FCFA67}"/>
          </ac:grpSpMkLst>
        </pc:grpChg>
        <pc:grpChg chg="add mod">
          <ac:chgData name="Kaik Xavier Marques de Oliveira" userId="3a389741-29f1-4230-909c-c14bc51cf8d0" providerId="ADAL" clId="{FBFD55F7-05E5-4593-A169-4B7B6DE43092}" dt="2026-05-04T12:25:27.768" v="2196"/>
          <ac:grpSpMkLst>
            <pc:docMk/>
            <pc:sldMk cId="563587222" sldId="2147470672"/>
            <ac:grpSpMk id="48" creationId="{1E4EA3C5-1FD2-7CF8-A8BC-FCFAE6A5D5DC}"/>
          </ac:grpSpMkLst>
        </pc:grpChg>
        <pc:grpChg chg="add mod ord">
          <ac:chgData name="Kaik Xavier Marques de Oliveira" userId="3a389741-29f1-4230-909c-c14bc51cf8d0" providerId="ADAL" clId="{FBFD55F7-05E5-4593-A169-4B7B6DE43092}" dt="2026-05-04T12:26:46.376" v="2207" actId="1076"/>
          <ac:grpSpMkLst>
            <pc:docMk/>
            <pc:sldMk cId="563587222" sldId="2147470672"/>
            <ac:grpSpMk id="53" creationId="{52B5E8C0-1798-4C46-B10C-5658AE13B878}"/>
          </ac:grpSpMkLst>
        </pc:grpChg>
        <pc:grpChg chg="add del mod">
          <ac:chgData name="Kaik Xavier Marques de Oliveira" userId="3a389741-29f1-4230-909c-c14bc51cf8d0" providerId="ADAL" clId="{FBFD55F7-05E5-4593-A169-4B7B6DE43092}" dt="2026-05-04T12:32:26.589" v="2212" actId="21"/>
          <ac:grpSpMkLst>
            <pc:docMk/>
            <pc:sldMk cId="563587222" sldId="2147470672"/>
            <ac:grpSpMk id="58" creationId="{D127969D-41CF-4DBE-655F-5A1D5CE5251E}"/>
          </ac:grpSpMkLst>
        </pc:grpChg>
        <pc:picChg chg="add mod ord">
          <ac:chgData name="Kaik Xavier Marques de Oliveira" userId="3a389741-29f1-4230-909c-c14bc51cf8d0" providerId="ADAL" clId="{FBFD55F7-05E5-4593-A169-4B7B6DE43092}" dt="2026-05-04T12:18:19.641" v="2107" actId="167"/>
          <ac:picMkLst>
            <pc:docMk/>
            <pc:sldMk cId="563587222" sldId="2147470672"/>
            <ac:picMk id="4" creationId="{9D4C6C9F-33A1-2CEB-DC55-2485B9E50907}"/>
          </ac:picMkLst>
        </pc:picChg>
        <pc:picChg chg="add mod ord">
          <ac:chgData name="Kaik Xavier Marques de Oliveira" userId="3a389741-29f1-4230-909c-c14bc51cf8d0" providerId="ADAL" clId="{FBFD55F7-05E5-4593-A169-4B7B6DE43092}" dt="2026-05-04T12:19:17.673" v="2130" actId="14100"/>
          <ac:picMkLst>
            <pc:docMk/>
            <pc:sldMk cId="563587222" sldId="2147470672"/>
            <ac:picMk id="5" creationId="{5E85DD59-FB0F-F9E6-28B5-A0E5CB711DB0}"/>
          </ac:picMkLst>
        </pc:picChg>
        <pc:picChg chg="mod">
          <ac:chgData name="Kaik Xavier Marques de Oliveira" userId="3a389741-29f1-4230-909c-c14bc51cf8d0" providerId="ADAL" clId="{FBFD55F7-05E5-4593-A169-4B7B6DE43092}" dt="2026-05-04T12:19:46.227" v="2152" actId="1038"/>
          <ac:picMkLst>
            <pc:docMk/>
            <pc:sldMk cId="563587222" sldId="2147470672"/>
            <ac:picMk id="10" creationId="{35F5DC0B-76C0-7332-EB9D-5A3743CB80CC}"/>
          </ac:picMkLst>
        </pc:picChg>
      </pc:sldChg>
      <pc:sldChg chg="modSp mod">
        <pc:chgData name="Kaik Xavier Marques de Oliveira" userId="3a389741-29f1-4230-909c-c14bc51cf8d0" providerId="ADAL" clId="{FBFD55F7-05E5-4593-A169-4B7B6DE43092}" dt="2026-05-04T12:06:03.522" v="1908" actId="790"/>
        <pc:sldMkLst>
          <pc:docMk/>
          <pc:sldMk cId="870147075" sldId="2147470673"/>
        </pc:sldMkLst>
        <pc:spChg chg="mod">
          <ac:chgData name="Kaik Xavier Marques de Oliveira" userId="3a389741-29f1-4230-909c-c14bc51cf8d0" providerId="ADAL" clId="{FBFD55F7-05E5-4593-A169-4B7B6DE43092}" dt="2026-05-04T12:06:03.522" v="1908" actId="790"/>
          <ac:spMkLst>
            <pc:docMk/>
            <pc:sldMk cId="870147075" sldId="2147470673"/>
            <ac:spMk id="2" creationId="{0D42AC72-161F-0A58-0EEF-E01F679C8C2B}"/>
          </ac:spMkLst>
        </pc:spChg>
        <pc:spChg chg="mod">
          <ac:chgData name="Kaik Xavier Marques de Oliveira" userId="3a389741-29f1-4230-909c-c14bc51cf8d0" providerId="ADAL" clId="{FBFD55F7-05E5-4593-A169-4B7B6DE43092}" dt="2026-05-04T12:06:03.522" v="1908" actId="790"/>
          <ac:spMkLst>
            <pc:docMk/>
            <pc:sldMk cId="870147075" sldId="2147470673"/>
            <ac:spMk id="6" creationId="{7933FF44-6106-89E4-047C-64A6EC9C4813}"/>
          </ac:spMkLst>
        </pc:spChg>
        <pc:spChg chg="mod">
          <ac:chgData name="Kaik Xavier Marques de Oliveira" userId="3a389741-29f1-4230-909c-c14bc51cf8d0" providerId="ADAL" clId="{FBFD55F7-05E5-4593-A169-4B7B6DE43092}" dt="2026-05-04T12:06:03.522" v="1908" actId="790"/>
          <ac:spMkLst>
            <pc:docMk/>
            <pc:sldMk cId="870147075" sldId="2147470673"/>
            <ac:spMk id="9" creationId="{1A24B0E4-51BB-ABE0-1337-2AA840D9AA86}"/>
          </ac:spMkLst>
        </pc:spChg>
        <pc:picChg chg="mod">
          <ac:chgData name="Kaik Xavier Marques de Oliveira" userId="3a389741-29f1-4230-909c-c14bc51cf8d0" providerId="ADAL" clId="{FBFD55F7-05E5-4593-A169-4B7B6DE43092}" dt="2026-05-04T12:03:06.703" v="1865" actId="1076"/>
          <ac:picMkLst>
            <pc:docMk/>
            <pc:sldMk cId="870147075" sldId="2147470673"/>
            <ac:picMk id="10" creationId="{8D4E2EDA-48E3-84ED-D672-69E7BA31E6C5}"/>
          </ac:picMkLst>
        </pc:picChg>
      </pc:sldChg>
      <pc:sldChg chg="delSp modSp mod">
        <pc:chgData name="Kaik Xavier Marques de Oliveira" userId="3a389741-29f1-4230-909c-c14bc51cf8d0" providerId="ADAL" clId="{FBFD55F7-05E5-4593-A169-4B7B6DE43092}" dt="2026-05-04T12:06:03.522" v="1908" actId="790"/>
        <pc:sldMkLst>
          <pc:docMk/>
          <pc:sldMk cId="3191785121" sldId="2147470674"/>
        </pc:sldMkLst>
        <pc:spChg chg="mod">
          <ac:chgData name="Kaik Xavier Marques de Oliveira" userId="3a389741-29f1-4230-909c-c14bc51cf8d0" providerId="ADAL" clId="{FBFD55F7-05E5-4593-A169-4B7B6DE43092}" dt="2026-05-04T12:06:03.522" v="1908" actId="790"/>
          <ac:spMkLst>
            <pc:docMk/>
            <pc:sldMk cId="3191785121" sldId="2147470674"/>
            <ac:spMk id="2" creationId="{D23B43D4-2887-2962-F9C4-E404BE5EA284}"/>
          </ac:spMkLst>
        </pc:spChg>
        <pc:spChg chg="del">
          <ac:chgData name="Kaik Xavier Marques de Oliveira" userId="3a389741-29f1-4230-909c-c14bc51cf8d0" providerId="ADAL" clId="{FBFD55F7-05E5-4593-A169-4B7B6DE43092}" dt="2026-05-04T11:51:53.106" v="1710" actId="478"/>
          <ac:spMkLst>
            <pc:docMk/>
            <pc:sldMk cId="3191785121" sldId="2147470674"/>
            <ac:spMk id="4" creationId="{22D6C569-4F17-D48A-F6C8-9C7703CE6582}"/>
          </ac:spMkLst>
        </pc:spChg>
        <pc:spChg chg="mod">
          <ac:chgData name="Kaik Xavier Marques de Oliveira" userId="3a389741-29f1-4230-909c-c14bc51cf8d0" providerId="ADAL" clId="{FBFD55F7-05E5-4593-A169-4B7B6DE43092}" dt="2026-05-04T12:06:03.522" v="1908" actId="790"/>
          <ac:spMkLst>
            <pc:docMk/>
            <pc:sldMk cId="3191785121" sldId="2147470674"/>
            <ac:spMk id="6" creationId="{22A595DF-EB4B-40EB-C734-96AE0EA48F33}"/>
          </ac:spMkLst>
        </pc:spChg>
      </pc:sldChg>
      <pc:sldChg chg="modSp mod">
        <pc:chgData name="Kaik Xavier Marques de Oliveira" userId="3a389741-29f1-4230-909c-c14bc51cf8d0" providerId="ADAL" clId="{FBFD55F7-05E5-4593-A169-4B7B6DE43092}" dt="2026-05-04T12:06:03.522" v="1908" actId="790"/>
        <pc:sldMkLst>
          <pc:docMk/>
          <pc:sldMk cId="827086819" sldId="2147470675"/>
        </pc:sldMkLst>
        <pc:spChg chg="mod">
          <ac:chgData name="Kaik Xavier Marques de Oliveira" userId="3a389741-29f1-4230-909c-c14bc51cf8d0" providerId="ADAL" clId="{FBFD55F7-05E5-4593-A169-4B7B6DE43092}" dt="2026-05-04T12:06:03.522" v="1908" actId="790"/>
          <ac:spMkLst>
            <pc:docMk/>
            <pc:sldMk cId="827086819" sldId="2147470675"/>
            <ac:spMk id="2" creationId="{59BFE87A-B928-F870-61A5-AC6CB60610CC}"/>
          </ac:spMkLst>
        </pc:spChg>
        <pc:spChg chg="mod">
          <ac:chgData name="Kaik Xavier Marques de Oliveira" userId="3a389741-29f1-4230-909c-c14bc51cf8d0" providerId="ADAL" clId="{FBFD55F7-05E5-4593-A169-4B7B6DE43092}" dt="2026-05-04T12:06:03.522" v="1908" actId="790"/>
          <ac:spMkLst>
            <pc:docMk/>
            <pc:sldMk cId="827086819" sldId="2147470675"/>
            <ac:spMk id="6" creationId="{752AE88D-20D4-6D28-D335-8637B65523A8}"/>
          </ac:spMkLst>
        </pc:spChg>
        <pc:spChg chg="mod">
          <ac:chgData name="Kaik Xavier Marques de Oliveira" userId="3a389741-29f1-4230-909c-c14bc51cf8d0" providerId="ADAL" clId="{FBFD55F7-05E5-4593-A169-4B7B6DE43092}" dt="2026-05-04T12:06:03.522" v="1908" actId="790"/>
          <ac:spMkLst>
            <pc:docMk/>
            <pc:sldMk cId="827086819" sldId="2147470675"/>
            <ac:spMk id="9" creationId="{687B29F5-3FD9-B4CA-06DF-AAD3589DB8FB}"/>
          </ac:spMkLst>
        </pc:spChg>
        <pc:picChg chg="mod">
          <ac:chgData name="Kaik Xavier Marques de Oliveira" userId="3a389741-29f1-4230-909c-c14bc51cf8d0" providerId="ADAL" clId="{FBFD55F7-05E5-4593-A169-4B7B6DE43092}" dt="2026-05-04T11:52:18.337" v="1715" actId="1076"/>
          <ac:picMkLst>
            <pc:docMk/>
            <pc:sldMk cId="827086819" sldId="2147470675"/>
            <ac:picMk id="3" creationId="{E33AA0A9-55CC-2973-D18B-F701F3037B36}"/>
          </ac:picMkLst>
        </pc:picChg>
        <pc:picChg chg="mod">
          <ac:chgData name="Kaik Xavier Marques de Oliveira" userId="3a389741-29f1-4230-909c-c14bc51cf8d0" providerId="ADAL" clId="{FBFD55F7-05E5-4593-A169-4B7B6DE43092}" dt="2026-05-04T11:52:18.337" v="1715" actId="1076"/>
          <ac:picMkLst>
            <pc:docMk/>
            <pc:sldMk cId="827086819" sldId="2147470675"/>
            <ac:picMk id="10" creationId="{1C2EF220-E5DC-F91F-20EF-9035E9E898D6}"/>
          </ac:picMkLst>
        </pc:picChg>
      </pc:sldChg>
      <pc:sldChg chg="modSp mod">
        <pc:chgData name="Kaik Xavier Marques de Oliveira" userId="3a389741-29f1-4230-909c-c14bc51cf8d0" providerId="ADAL" clId="{FBFD55F7-05E5-4593-A169-4B7B6DE43092}" dt="2026-05-04T19:25:51.476" v="2216" actId="207"/>
        <pc:sldMkLst>
          <pc:docMk/>
          <pc:sldMk cId="2235112389" sldId="2147470676"/>
        </pc:sldMkLst>
        <pc:spChg chg="mod">
          <ac:chgData name="Kaik Xavier Marques de Oliveira" userId="3a389741-29f1-4230-909c-c14bc51cf8d0" providerId="ADAL" clId="{FBFD55F7-05E5-4593-A169-4B7B6DE43092}" dt="2026-05-04T12:06:03.522" v="1908" actId="790"/>
          <ac:spMkLst>
            <pc:docMk/>
            <pc:sldMk cId="2235112389" sldId="2147470676"/>
            <ac:spMk id="2" creationId="{6ADCFB5F-E2DE-A761-89B0-9B72CCB38F75}"/>
          </ac:spMkLst>
        </pc:spChg>
        <pc:spChg chg="mod">
          <ac:chgData name="Kaik Xavier Marques de Oliveira" userId="3a389741-29f1-4230-909c-c14bc51cf8d0" providerId="ADAL" clId="{FBFD55F7-05E5-4593-A169-4B7B6DE43092}" dt="2026-05-04T19:25:51.476" v="2216" actId="207"/>
          <ac:spMkLst>
            <pc:docMk/>
            <pc:sldMk cId="2235112389" sldId="2147470676"/>
            <ac:spMk id="6" creationId="{CA471023-6B69-D76C-B79E-42BA64C494CB}"/>
          </ac:spMkLst>
        </pc:spChg>
        <pc:spChg chg="mod">
          <ac:chgData name="Kaik Xavier Marques de Oliveira" userId="3a389741-29f1-4230-909c-c14bc51cf8d0" providerId="ADAL" clId="{FBFD55F7-05E5-4593-A169-4B7B6DE43092}" dt="2026-05-04T12:06:03.522" v="1908" actId="790"/>
          <ac:spMkLst>
            <pc:docMk/>
            <pc:sldMk cId="2235112389" sldId="2147470676"/>
            <ac:spMk id="9" creationId="{2BD0C9A2-4080-64C7-3322-E09FE0201E52}"/>
          </ac:spMkLst>
        </pc:spChg>
      </pc:sldChg>
      <pc:sldChg chg="modSp mod">
        <pc:chgData name="Kaik Xavier Marques de Oliveira" userId="3a389741-29f1-4230-909c-c14bc51cf8d0" providerId="ADAL" clId="{FBFD55F7-05E5-4593-A169-4B7B6DE43092}" dt="2026-05-04T12:06:03.522" v="1908" actId="790"/>
        <pc:sldMkLst>
          <pc:docMk/>
          <pc:sldMk cId="2157422094" sldId="2147470677"/>
        </pc:sldMkLst>
        <pc:spChg chg="mod">
          <ac:chgData name="Kaik Xavier Marques de Oliveira" userId="3a389741-29f1-4230-909c-c14bc51cf8d0" providerId="ADAL" clId="{FBFD55F7-05E5-4593-A169-4B7B6DE43092}" dt="2026-05-04T12:06:03.522" v="1908" actId="790"/>
          <ac:spMkLst>
            <pc:docMk/>
            <pc:sldMk cId="2157422094" sldId="2147470677"/>
            <ac:spMk id="2" creationId="{D70928B2-509F-5D80-C785-A3C5D7365D01}"/>
          </ac:spMkLst>
        </pc:spChg>
        <pc:spChg chg="mod">
          <ac:chgData name="Kaik Xavier Marques de Oliveira" userId="3a389741-29f1-4230-909c-c14bc51cf8d0" providerId="ADAL" clId="{FBFD55F7-05E5-4593-A169-4B7B6DE43092}" dt="2026-05-04T12:06:03.522" v="1908" actId="790"/>
          <ac:spMkLst>
            <pc:docMk/>
            <pc:sldMk cId="2157422094" sldId="2147470677"/>
            <ac:spMk id="5" creationId="{87D67441-71CE-034E-B06C-624FADD2F0C1}"/>
          </ac:spMkLst>
        </pc:spChg>
        <pc:spChg chg="mod">
          <ac:chgData name="Kaik Xavier Marques de Oliveira" userId="3a389741-29f1-4230-909c-c14bc51cf8d0" providerId="ADAL" clId="{FBFD55F7-05E5-4593-A169-4B7B6DE43092}" dt="2026-05-04T12:06:03.522" v="1908" actId="790"/>
          <ac:spMkLst>
            <pc:docMk/>
            <pc:sldMk cId="2157422094" sldId="2147470677"/>
            <ac:spMk id="6" creationId="{D8DEE414-0318-E0DE-9468-81F88CBB461D}"/>
          </ac:spMkLst>
        </pc:spChg>
        <pc:spChg chg="mod">
          <ac:chgData name="Kaik Xavier Marques de Oliveira" userId="3a389741-29f1-4230-909c-c14bc51cf8d0" providerId="ADAL" clId="{FBFD55F7-05E5-4593-A169-4B7B6DE43092}" dt="2026-05-04T12:06:03.522" v="1908" actId="790"/>
          <ac:spMkLst>
            <pc:docMk/>
            <pc:sldMk cId="2157422094" sldId="2147470677"/>
            <ac:spMk id="8" creationId="{62A79E54-5602-FF73-B082-E55F6275A33A}"/>
          </ac:spMkLst>
        </pc:spChg>
      </pc:sldChg>
      <pc:sldChg chg="addSp delSp modSp add del mod ord">
        <pc:chgData name="Kaik Xavier Marques de Oliveira" userId="3a389741-29f1-4230-909c-c14bc51cf8d0" providerId="ADAL" clId="{FBFD55F7-05E5-4593-A169-4B7B6DE43092}" dt="2026-05-04T11:55:25.224" v="1747" actId="2696"/>
        <pc:sldMkLst>
          <pc:docMk/>
          <pc:sldMk cId="960872316" sldId="2147470679"/>
        </pc:sldMkLst>
        <pc:spChg chg="add mod">
          <ac:chgData name="Kaik Xavier Marques de Oliveira" userId="3a389741-29f1-4230-909c-c14bc51cf8d0" providerId="ADAL" clId="{FBFD55F7-05E5-4593-A169-4B7B6DE43092}" dt="2026-05-04T11:31:02.993" v="1469"/>
          <ac:spMkLst>
            <pc:docMk/>
            <pc:sldMk cId="960872316" sldId="2147470679"/>
            <ac:spMk id="3" creationId="{312ECDE7-75D2-F182-C2C3-F9197F5591AA}"/>
          </ac:spMkLst>
        </pc:spChg>
        <pc:spChg chg="add mod">
          <ac:chgData name="Kaik Xavier Marques de Oliveira" userId="3a389741-29f1-4230-909c-c14bc51cf8d0" providerId="ADAL" clId="{FBFD55F7-05E5-4593-A169-4B7B6DE43092}" dt="2026-05-04T11:31:02.993" v="1469"/>
          <ac:spMkLst>
            <pc:docMk/>
            <pc:sldMk cId="960872316" sldId="2147470679"/>
            <ac:spMk id="4" creationId="{86C054F4-146E-9AE5-DE46-7CAC0B75847D}"/>
          </ac:spMkLst>
        </pc:spChg>
        <pc:spChg chg="add mod">
          <ac:chgData name="Kaik Xavier Marques de Oliveira" userId="3a389741-29f1-4230-909c-c14bc51cf8d0" providerId="ADAL" clId="{FBFD55F7-05E5-4593-A169-4B7B6DE43092}" dt="2026-05-04T11:31:02.993" v="1469"/>
          <ac:spMkLst>
            <pc:docMk/>
            <pc:sldMk cId="960872316" sldId="2147470679"/>
            <ac:spMk id="6" creationId="{33B1F1BA-E3B9-5128-D71E-AFA1CA57FFE4}"/>
          </ac:spMkLst>
        </pc:spChg>
        <pc:spChg chg="mod">
          <ac:chgData name="Kaik Xavier Marques de Oliveira" userId="3a389741-29f1-4230-909c-c14bc51cf8d0" providerId="ADAL" clId="{FBFD55F7-05E5-4593-A169-4B7B6DE43092}" dt="2026-05-04T11:53:11.720" v="1721" actId="34136"/>
          <ac:spMkLst>
            <pc:docMk/>
            <pc:sldMk cId="960872316" sldId="2147470679"/>
            <ac:spMk id="7" creationId="{50307067-A218-A8B5-DACA-874FD3D9DCD9}"/>
          </ac:spMkLst>
        </pc:spChg>
        <pc:spChg chg="mod">
          <ac:chgData name="Kaik Xavier Marques de Oliveira" userId="3a389741-29f1-4230-909c-c14bc51cf8d0" providerId="ADAL" clId="{FBFD55F7-05E5-4593-A169-4B7B6DE43092}" dt="2026-05-04T11:53:11.720" v="1721" actId="34136"/>
          <ac:spMkLst>
            <pc:docMk/>
            <pc:sldMk cId="960872316" sldId="2147470679"/>
            <ac:spMk id="10" creationId="{4159AE32-5128-5142-B539-41987D4209B2}"/>
          </ac:spMkLst>
        </pc:spChg>
        <pc:spChg chg="mod">
          <ac:chgData name="Kaik Xavier Marques de Oliveira" userId="3a389741-29f1-4230-909c-c14bc51cf8d0" providerId="ADAL" clId="{FBFD55F7-05E5-4593-A169-4B7B6DE43092}" dt="2026-05-04T11:53:11.720" v="1721" actId="34136"/>
          <ac:spMkLst>
            <pc:docMk/>
            <pc:sldMk cId="960872316" sldId="2147470679"/>
            <ac:spMk id="11" creationId="{558C9620-DDDA-26CA-9036-F0FC0188E5B2}"/>
          </ac:spMkLst>
        </pc:spChg>
        <pc:spChg chg="add mod">
          <ac:chgData name="Kaik Xavier Marques de Oliveira" userId="3a389741-29f1-4230-909c-c14bc51cf8d0" providerId="ADAL" clId="{FBFD55F7-05E5-4593-A169-4B7B6DE43092}" dt="2026-05-04T11:31:02.993" v="1469"/>
          <ac:spMkLst>
            <pc:docMk/>
            <pc:sldMk cId="960872316" sldId="2147470679"/>
            <ac:spMk id="12" creationId="{9AE798D2-200E-9BA4-6200-239CD7686158}"/>
          </ac:spMkLst>
        </pc:spChg>
        <pc:spChg chg="add mod">
          <ac:chgData name="Kaik Xavier Marques de Oliveira" userId="3a389741-29f1-4230-909c-c14bc51cf8d0" providerId="ADAL" clId="{FBFD55F7-05E5-4593-A169-4B7B6DE43092}" dt="2026-05-04T11:31:02.993" v="1469"/>
          <ac:spMkLst>
            <pc:docMk/>
            <pc:sldMk cId="960872316" sldId="2147470679"/>
            <ac:spMk id="13" creationId="{BB53B66E-8B1A-6D8E-50E9-84A09E26E6AF}"/>
          </ac:spMkLst>
        </pc:spChg>
        <pc:spChg chg="add mod">
          <ac:chgData name="Kaik Xavier Marques de Oliveira" userId="3a389741-29f1-4230-909c-c14bc51cf8d0" providerId="ADAL" clId="{FBFD55F7-05E5-4593-A169-4B7B6DE43092}" dt="2026-05-04T11:31:02.993" v="1469"/>
          <ac:spMkLst>
            <pc:docMk/>
            <pc:sldMk cId="960872316" sldId="2147470679"/>
            <ac:spMk id="15" creationId="{49722F0F-3A38-9B32-FFAD-8BCD7CF3BD3A}"/>
          </ac:spMkLst>
        </pc:spChg>
        <pc:spChg chg="add mod">
          <ac:chgData name="Kaik Xavier Marques de Oliveira" userId="3a389741-29f1-4230-909c-c14bc51cf8d0" providerId="ADAL" clId="{FBFD55F7-05E5-4593-A169-4B7B6DE43092}" dt="2026-05-04T11:31:02.993" v="1469"/>
          <ac:spMkLst>
            <pc:docMk/>
            <pc:sldMk cId="960872316" sldId="2147470679"/>
            <ac:spMk id="17" creationId="{B5DB5609-C7A5-A320-334D-D6705712A6A5}"/>
          </ac:spMkLst>
        </pc:spChg>
        <pc:spChg chg="add mod">
          <ac:chgData name="Kaik Xavier Marques de Oliveira" userId="3a389741-29f1-4230-909c-c14bc51cf8d0" providerId="ADAL" clId="{FBFD55F7-05E5-4593-A169-4B7B6DE43092}" dt="2026-05-04T11:53:11.720" v="1721" actId="34136"/>
          <ac:spMkLst>
            <pc:docMk/>
            <pc:sldMk cId="960872316" sldId="2147470679"/>
            <ac:spMk id="18" creationId="{89B9520A-7F2B-5B44-4AE1-40986A9DD9AD}"/>
          </ac:spMkLst>
        </pc:spChg>
        <pc:spChg chg="del mod">
          <ac:chgData name="Kaik Xavier Marques de Oliveira" userId="3a389741-29f1-4230-909c-c14bc51cf8d0" providerId="ADAL" clId="{FBFD55F7-05E5-4593-A169-4B7B6DE43092}" dt="2026-05-04T11:32:22.271" v="1478" actId="478"/>
          <ac:spMkLst>
            <pc:docMk/>
            <pc:sldMk cId="960872316" sldId="2147470679"/>
            <ac:spMk id="19" creationId="{153687D3-D061-621D-6CB8-399D92FBB89C}"/>
          </ac:spMkLst>
        </pc:spChg>
        <pc:spChg chg="add mod">
          <ac:chgData name="Kaik Xavier Marques de Oliveira" userId="3a389741-29f1-4230-909c-c14bc51cf8d0" providerId="ADAL" clId="{FBFD55F7-05E5-4593-A169-4B7B6DE43092}" dt="2026-05-04T11:53:11.720" v="1721" actId="34136"/>
          <ac:spMkLst>
            <pc:docMk/>
            <pc:sldMk cId="960872316" sldId="2147470679"/>
            <ac:spMk id="20" creationId="{73E66BB2-EC25-D828-257F-21EF8EAFA7B0}"/>
          </ac:spMkLst>
        </pc:spChg>
        <pc:spChg chg="del mod">
          <ac:chgData name="Kaik Xavier Marques de Oliveira" userId="3a389741-29f1-4230-909c-c14bc51cf8d0" providerId="ADAL" clId="{FBFD55F7-05E5-4593-A169-4B7B6DE43092}" dt="2026-05-04T11:32:23.807" v="1479" actId="478"/>
          <ac:spMkLst>
            <pc:docMk/>
            <pc:sldMk cId="960872316" sldId="2147470679"/>
            <ac:spMk id="21" creationId="{57F22F0B-C47E-89BA-2FF1-647DD456B6EA}"/>
          </ac:spMkLst>
        </pc:spChg>
        <pc:spChg chg="del mod">
          <ac:chgData name="Kaik Xavier Marques de Oliveira" userId="3a389741-29f1-4230-909c-c14bc51cf8d0" providerId="ADAL" clId="{FBFD55F7-05E5-4593-A169-4B7B6DE43092}" dt="2026-05-04T11:32:20.625" v="1477" actId="478"/>
          <ac:spMkLst>
            <pc:docMk/>
            <pc:sldMk cId="960872316" sldId="2147470679"/>
            <ac:spMk id="22" creationId="{C8937561-A443-E0FA-4A32-8774B5D2E11A}"/>
          </ac:spMkLst>
        </pc:spChg>
        <pc:spChg chg="del">
          <ac:chgData name="Kaik Xavier Marques de Oliveira" userId="3a389741-29f1-4230-909c-c14bc51cf8d0" providerId="ADAL" clId="{FBFD55F7-05E5-4593-A169-4B7B6DE43092}" dt="2026-05-04T11:32:24.721" v="1480" actId="478"/>
          <ac:spMkLst>
            <pc:docMk/>
            <pc:sldMk cId="960872316" sldId="2147470679"/>
            <ac:spMk id="24" creationId="{DA3D3EBD-5EE0-854A-E5B4-C212A7272FBC}"/>
          </ac:spMkLst>
        </pc:spChg>
        <pc:spChg chg="add mod">
          <ac:chgData name="Kaik Xavier Marques de Oliveira" userId="3a389741-29f1-4230-909c-c14bc51cf8d0" providerId="ADAL" clId="{FBFD55F7-05E5-4593-A169-4B7B6DE43092}" dt="2026-05-04T11:53:11.720" v="1721" actId="34136"/>
          <ac:spMkLst>
            <pc:docMk/>
            <pc:sldMk cId="960872316" sldId="2147470679"/>
            <ac:spMk id="25" creationId="{5E7E465C-7DDC-84DA-4A90-32D21E2E8098}"/>
          </ac:spMkLst>
        </pc:spChg>
        <pc:spChg chg="add mod">
          <ac:chgData name="Kaik Xavier Marques de Oliveira" userId="3a389741-29f1-4230-909c-c14bc51cf8d0" providerId="ADAL" clId="{FBFD55F7-05E5-4593-A169-4B7B6DE43092}" dt="2026-05-04T11:53:11.720" v="1721" actId="34136"/>
          <ac:spMkLst>
            <pc:docMk/>
            <pc:sldMk cId="960872316" sldId="2147470679"/>
            <ac:spMk id="27" creationId="{EAE104BE-DBA0-9923-5A44-207AA3068282}"/>
          </ac:spMkLst>
        </pc:spChg>
        <pc:spChg chg="add mod">
          <ac:chgData name="Kaik Xavier Marques de Oliveira" userId="3a389741-29f1-4230-909c-c14bc51cf8d0" providerId="ADAL" clId="{FBFD55F7-05E5-4593-A169-4B7B6DE43092}" dt="2026-05-04T11:53:11.720" v="1721" actId="34136"/>
          <ac:spMkLst>
            <pc:docMk/>
            <pc:sldMk cId="960872316" sldId="2147470679"/>
            <ac:spMk id="28" creationId="{55310AD8-AE13-D473-8609-EED78F14C1E5}"/>
          </ac:spMkLst>
        </pc:spChg>
        <pc:spChg chg="add mod">
          <ac:chgData name="Kaik Xavier Marques de Oliveira" userId="3a389741-29f1-4230-909c-c14bc51cf8d0" providerId="ADAL" clId="{FBFD55F7-05E5-4593-A169-4B7B6DE43092}" dt="2026-05-04T11:53:11.720" v="1721" actId="34136"/>
          <ac:spMkLst>
            <pc:docMk/>
            <pc:sldMk cId="960872316" sldId="2147470679"/>
            <ac:spMk id="30" creationId="{91BC2B49-6951-D722-1D9C-AEEC766750E8}"/>
          </ac:spMkLst>
        </pc:spChg>
        <pc:spChg chg="add mod">
          <ac:chgData name="Kaik Xavier Marques de Oliveira" userId="3a389741-29f1-4230-909c-c14bc51cf8d0" providerId="ADAL" clId="{FBFD55F7-05E5-4593-A169-4B7B6DE43092}" dt="2026-05-04T11:53:11.720" v="1721" actId="34136"/>
          <ac:spMkLst>
            <pc:docMk/>
            <pc:sldMk cId="960872316" sldId="2147470679"/>
            <ac:spMk id="32" creationId="{4036391D-6EAE-AB49-483E-4DB2C0ACA005}"/>
          </ac:spMkLst>
        </pc:spChg>
        <pc:spChg chg="add mod">
          <ac:chgData name="Kaik Xavier Marques de Oliveira" userId="3a389741-29f1-4230-909c-c14bc51cf8d0" providerId="ADAL" clId="{FBFD55F7-05E5-4593-A169-4B7B6DE43092}" dt="2026-05-04T11:53:15.940" v="1723" actId="571"/>
          <ac:spMkLst>
            <pc:docMk/>
            <pc:sldMk cId="960872316" sldId="2147470679"/>
            <ac:spMk id="33" creationId="{B6F17826-D583-52C8-1029-182B64B03D87}"/>
          </ac:spMkLst>
        </pc:spChg>
        <pc:spChg chg="add mod">
          <ac:chgData name="Kaik Xavier Marques de Oliveira" userId="3a389741-29f1-4230-909c-c14bc51cf8d0" providerId="ADAL" clId="{FBFD55F7-05E5-4593-A169-4B7B6DE43092}" dt="2026-05-04T11:53:15.940" v="1723" actId="571"/>
          <ac:spMkLst>
            <pc:docMk/>
            <pc:sldMk cId="960872316" sldId="2147470679"/>
            <ac:spMk id="34" creationId="{B0C4B0A0-ECE3-842B-2336-32141F0035E0}"/>
          </ac:spMkLst>
        </pc:spChg>
        <pc:spChg chg="add mod">
          <ac:chgData name="Kaik Xavier Marques de Oliveira" userId="3a389741-29f1-4230-909c-c14bc51cf8d0" providerId="ADAL" clId="{FBFD55F7-05E5-4593-A169-4B7B6DE43092}" dt="2026-05-04T11:53:15.940" v="1723" actId="571"/>
          <ac:spMkLst>
            <pc:docMk/>
            <pc:sldMk cId="960872316" sldId="2147470679"/>
            <ac:spMk id="35" creationId="{3AF6C1CE-817A-AF62-6CBF-BB1472C4C0F4}"/>
          </ac:spMkLst>
        </pc:spChg>
        <pc:spChg chg="add mod">
          <ac:chgData name="Kaik Xavier Marques de Oliveira" userId="3a389741-29f1-4230-909c-c14bc51cf8d0" providerId="ADAL" clId="{FBFD55F7-05E5-4593-A169-4B7B6DE43092}" dt="2026-05-04T11:53:15.940" v="1723" actId="571"/>
          <ac:spMkLst>
            <pc:docMk/>
            <pc:sldMk cId="960872316" sldId="2147470679"/>
            <ac:spMk id="36" creationId="{0267B849-A51F-5603-60F4-E3D10A90A951}"/>
          </ac:spMkLst>
        </pc:spChg>
        <pc:spChg chg="add mod">
          <ac:chgData name="Kaik Xavier Marques de Oliveira" userId="3a389741-29f1-4230-909c-c14bc51cf8d0" providerId="ADAL" clId="{FBFD55F7-05E5-4593-A169-4B7B6DE43092}" dt="2026-05-04T11:53:15.940" v="1723" actId="571"/>
          <ac:spMkLst>
            <pc:docMk/>
            <pc:sldMk cId="960872316" sldId="2147470679"/>
            <ac:spMk id="37" creationId="{BB0384F0-6E61-5128-BD48-8369C3F69985}"/>
          </ac:spMkLst>
        </pc:spChg>
        <pc:spChg chg="add mod">
          <ac:chgData name="Kaik Xavier Marques de Oliveira" userId="3a389741-29f1-4230-909c-c14bc51cf8d0" providerId="ADAL" clId="{FBFD55F7-05E5-4593-A169-4B7B6DE43092}" dt="2026-05-04T11:53:15.940" v="1723" actId="571"/>
          <ac:spMkLst>
            <pc:docMk/>
            <pc:sldMk cId="960872316" sldId="2147470679"/>
            <ac:spMk id="39" creationId="{2DBDBC3B-A852-F951-A666-5FEFACEC9A13}"/>
          </ac:spMkLst>
        </pc:spChg>
        <pc:spChg chg="add mod">
          <ac:chgData name="Kaik Xavier Marques de Oliveira" userId="3a389741-29f1-4230-909c-c14bc51cf8d0" providerId="ADAL" clId="{FBFD55F7-05E5-4593-A169-4B7B6DE43092}" dt="2026-05-04T11:53:15.940" v="1723" actId="571"/>
          <ac:spMkLst>
            <pc:docMk/>
            <pc:sldMk cId="960872316" sldId="2147470679"/>
            <ac:spMk id="41" creationId="{8D5C3A57-29C4-4AAA-460C-1FA16A771A4A}"/>
          </ac:spMkLst>
        </pc:spChg>
        <pc:spChg chg="add mod">
          <ac:chgData name="Kaik Xavier Marques de Oliveira" userId="3a389741-29f1-4230-909c-c14bc51cf8d0" providerId="ADAL" clId="{FBFD55F7-05E5-4593-A169-4B7B6DE43092}" dt="2026-05-04T11:53:15.940" v="1723" actId="571"/>
          <ac:spMkLst>
            <pc:docMk/>
            <pc:sldMk cId="960872316" sldId="2147470679"/>
            <ac:spMk id="42" creationId="{0918E908-2C30-8FD7-9E9A-813DDAF4E8E1}"/>
          </ac:spMkLst>
        </pc:spChg>
        <pc:spChg chg="add mod">
          <ac:chgData name="Kaik Xavier Marques de Oliveira" userId="3a389741-29f1-4230-909c-c14bc51cf8d0" providerId="ADAL" clId="{FBFD55F7-05E5-4593-A169-4B7B6DE43092}" dt="2026-05-04T11:53:15.940" v="1723" actId="571"/>
          <ac:spMkLst>
            <pc:docMk/>
            <pc:sldMk cId="960872316" sldId="2147470679"/>
            <ac:spMk id="44" creationId="{474BB9A8-64C5-831E-8D0E-248A6E6F029F}"/>
          </ac:spMkLst>
        </pc:spChg>
        <pc:spChg chg="add mod">
          <ac:chgData name="Kaik Xavier Marques de Oliveira" userId="3a389741-29f1-4230-909c-c14bc51cf8d0" providerId="ADAL" clId="{FBFD55F7-05E5-4593-A169-4B7B6DE43092}" dt="2026-05-04T11:53:15.940" v="1723" actId="571"/>
          <ac:spMkLst>
            <pc:docMk/>
            <pc:sldMk cId="960872316" sldId="2147470679"/>
            <ac:spMk id="46" creationId="{FAE083EB-56A1-CD5D-8CCD-55565D205B70}"/>
          </ac:spMkLst>
        </pc:spChg>
        <pc:picChg chg="add mod">
          <ac:chgData name="Kaik Xavier Marques de Oliveira" userId="3a389741-29f1-4230-909c-c14bc51cf8d0" providerId="ADAL" clId="{FBFD55F7-05E5-4593-A169-4B7B6DE43092}" dt="2026-05-04T11:30:11.453" v="1465"/>
          <ac:picMkLst>
            <pc:docMk/>
            <pc:sldMk cId="960872316" sldId="2147470679"/>
            <ac:picMk id="2" creationId="{2A4F098A-0280-FF89-EEE3-86E07687855E}"/>
          </ac:picMkLst>
        </pc:picChg>
        <pc:picChg chg="add mod">
          <ac:chgData name="Kaik Xavier Marques de Oliveira" userId="3a389741-29f1-4230-909c-c14bc51cf8d0" providerId="ADAL" clId="{FBFD55F7-05E5-4593-A169-4B7B6DE43092}" dt="2026-05-04T11:31:02.993" v="1469"/>
          <ac:picMkLst>
            <pc:docMk/>
            <pc:sldMk cId="960872316" sldId="2147470679"/>
            <ac:picMk id="5" creationId="{1EDEE8C2-AB51-2742-E5B6-B9622216A290}"/>
          </ac:picMkLst>
        </pc:picChg>
        <pc:picChg chg="del mod">
          <ac:chgData name="Kaik Xavier Marques de Oliveira" userId="3a389741-29f1-4230-909c-c14bc51cf8d0" providerId="ADAL" clId="{FBFD55F7-05E5-4593-A169-4B7B6DE43092}" dt="2026-05-04T11:30:59.597" v="1468" actId="478"/>
          <ac:picMkLst>
            <pc:docMk/>
            <pc:sldMk cId="960872316" sldId="2147470679"/>
            <ac:picMk id="8" creationId="{92E539EE-75FB-B9F1-C20F-35FBA12000B4}"/>
          </ac:picMkLst>
        </pc:picChg>
        <pc:picChg chg="add mod">
          <ac:chgData name="Kaik Xavier Marques de Oliveira" userId="3a389741-29f1-4230-909c-c14bc51cf8d0" providerId="ADAL" clId="{FBFD55F7-05E5-4593-A169-4B7B6DE43092}" dt="2026-05-04T11:31:02.993" v="1469"/>
          <ac:picMkLst>
            <pc:docMk/>
            <pc:sldMk cId="960872316" sldId="2147470679"/>
            <ac:picMk id="14" creationId="{8D6420B5-82FB-1F74-6BB3-15D095DA7577}"/>
          </ac:picMkLst>
        </pc:picChg>
        <pc:picChg chg="add mod">
          <ac:chgData name="Kaik Xavier Marques de Oliveira" userId="3a389741-29f1-4230-909c-c14bc51cf8d0" providerId="ADAL" clId="{FBFD55F7-05E5-4593-A169-4B7B6DE43092}" dt="2026-05-04T11:31:02.993" v="1469"/>
          <ac:picMkLst>
            <pc:docMk/>
            <pc:sldMk cId="960872316" sldId="2147470679"/>
            <ac:picMk id="16" creationId="{EC6A9069-A8CB-1110-3189-03BC2969E8B7}"/>
          </ac:picMkLst>
        </pc:picChg>
        <pc:picChg chg="add mod">
          <ac:chgData name="Kaik Xavier Marques de Oliveira" userId="3a389741-29f1-4230-909c-c14bc51cf8d0" providerId="ADAL" clId="{FBFD55F7-05E5-4593-A169-4B7B6DE43092}" dt="2026-05-04T11:31:26.310" v="1472"/>
          <ac:picMkLst>
            <pc:docMk/>
            <pc:sldMk cId="960872316" sldId="2147470679"/>
            <ac:picMk id="23" creationId="{7D40A124-740F-B4EA-989D-ADF2808B6143}"/>
          </ac:picMkLst>
        </pc:picChg>
        <pc:picChg chg="add mod">
          <ac:chgData name="Kaik Xavier Marques de Oliveira" userId="3a389741-29f1-4230-909c-c14bc51cf8d0" providerId="ADAL" clId="{FBFD55F7-05E5-4593-A169-4B7B6DE43092}" dt="2026-05-04T11:44:56.312" v="1609" actId="1076"/>
          <ac:picMkLst>
            <pc:docMk/>
            <pc:sldMk cId="960872316" sldId="2147470679"/>
            <ac:picMk id="29" creationId="{EBE24872-6792-22CA-9EBC-9A8F61D258D9}"/>
          </ac:picMkLst>
        </pc:picChg>
        <pc:picChg chg="add mod">
          <ac:chgData name="Kaik Xavier Marques de Oliveira" userId="3a389741-29f1-4230-909c-c14bc51cf8d0" providerId="ADAL" clId="{FBFD55F7-05E5-4593-A169-4B7B6DE43092}" dt="2026-05-04T11:31:26.310" v="1472"/>
          <ac:picMkLst>
            <pc:docMk/>
            <pc:sldMk cId="960872316" sldId="2147470679"/>
            <ac:picMk id="31" creationId="{7CDA68DF-F76E-4AB5-7D82-8471A369373C}"/>
          </ac:picMkLst>
        </pc:picChg>
      </pc:sldChg>
      <pc:sldChg chg="modSp mod">
        <pc:chgData name="Kaik Xavier Marques de Oliveira" userId="3a389741-29f1-4230-909c-c14bc51cf8d0" providerId="ADAL" clId="{FBFD55F7-05E5-4593-A169-4B7B6DE43092}" dt="2026-05-04T12:06:03.522" v="1908" actId="790"/>
        <pc:sldMkLst>
          <pc:docMk/>
          <pc:sldMk cId="5974529" sldId="2147470680"/>
        </pc:sldMkLst>
        <pc:spChg chg="mod">
          <ac:chgData name="Kaik Xavier Marques de Oliveira" userId="3a389741-29f1-4230-909c-c14bc51cf8d0" providerId="ADAL" clId="{FBFD55F7-05E5-4593-A169-4B7B6DE43092}" dt="2026-05-04T12:06:03.522" v="1908" actId="790"/>
          <ac:spMkLst>
            <pc:docMk/>
            <pc:sldMk cId="5974529" sldId="2147470680"/>
            <ac:spMk id="5" creationId="{524A0B5C-7EB9-CA3D-C5F2-3CAB0004A74F}"/>
          </ac:spMkLst>
        </pc:spChg>
        <pc:spChg chg="mod">
          <ac:chgData name="Kaik Xavier Marques de Oliveira" userId="3a389741-29f1-4230-909c-c14bc51cf8d0" providerId="ADAL" clId="{FBFD55F7-05E5-4593-A169-4B7B6DE43092}" dt="2026-05-04T12:06:03.522" v="1908" actId="790"/>
          <ac:spMkLst>
            <pc:docMk/>
            <pc:sldMk cId="5974529" sldId="2147470680"/>
            <ac:spMk id="38" creationId="{3FDA2C51-5FAC-F12E-9058-90E6970C0887}"/>
          </ac:spMkLst>
        </pc:spChg>
        <pc:spChg chg="mod">
          <ac:chgData name="Kaik Xavier Marques de Oliveira" userId="3a389741-29f1-4230-909c-c14bc51cf8d0" providerId="ADAL" clId="{FBFD55F7-05E5-4593-A169-4B7B6DE43092}" dt="2026-05-04T12:06:03.522" v="1908" actId="790"/>
          <ac:spMkLst>
            <pc:docMk/>
            <pc:sldMk cId="5974529" sldId="2147470680"/>
            <ac:spMk id="39" creationId="{1BD3CF87-9A79-3EA8-625E-07295B9EDFE1}"/>
          </ac:spMkLst>
        </pc:spChg>
        <pc:spChg chg="mod">
          <ac:chgData name="Kaik Xavier Marques de Oliveira" userId="3a389741-29f1-4230-909c-c14bc51cf8d0" providerId="ADAL" clId="{FBFD55F7-05E5-4593-A169-4B7B6DE43092}" dt="2026-05-04T12:06:03.522" v="1908" actId="790"/>
          <ac:spMkLst>
            <pc:docMk/>
            <pc:sldMk cId="5974529" sldId="2147470680"/>
            <ac:spMk id="40" creationId="{7668C958-7A22-CE89-8CCD-E94DDCE1A231}"/>
          </ac:spMkLst>
        </pc:spChg>
        <pc:spChg chg="mod">
          <ac:chgData name="Kaik Xavier Marques de Oliveira" userId="3a389741-29f1-4230-909c-c14bc51cf8d0" providerId="ADAL" clId="{FBFD55F7-05E5-4593-A169-4B7B6DE43092}" dt="2026-05-04T12:06:03.522" v="1908" actId="790"/>
          <ac:spMkLst>
            <pc:docMk/>
            <pc:sldMk cId="5974529" sldId="2147470680"/>
            <ac:spMk id="41" creationId="{A59F2291-6768-E244-B702-EF4A1F48EBEC}"/>
          </ac:spMkLst>
        </pc:spChg>
        <pc:spChg chg="mod">
          <ac:chgData name="Kaik Xavier Marques de Oliveira" userId="3a389741-29f1-4230-909c-c14bc51cf8d0" providerId="ADAL" clId="{FBFD55F7-05E5-4593-A169-4B7B6DE43092}" dt="2026-05-04T12:06:03.522" v="1908" actId="790"/>
          <ac:spMkLst>
            <pc:docMk/>
            <pc:sldMk cId="5974529" sldId="2147470680"/>
            <ac:spMk id="42" creationId="{D8890EDF-808C-2AF0-439B-5CB6008BFF41}"/>
          </ac:spMkLst>
        </pc:spChg>
        <pc:spChg chg="mod">
          <ac:chgData name="Kaik Xavier Marques de Oliveira" userId="3a389741-29f1-4230-909c-c14bc51cf8d0" providerId="ADAL" clId="{FBFD55F7-05E5-4593-A169-4B7B6DE43092}" dt="2026-05-04T12:06:03.522" v="1908" actId="790"/>
          <ac:spMkLst>
            <pc:docMk/>
            <pc:sldMk cId="5974529" sldId="2147470680"/>
            <ac:spMk id="45" creationId="{4C3C78F7-093C-75A1-9780-F63E49FD3C18}"/>
          </ac:spMkLst>
        </pc:spChg>
        <pc:spChg chg="mod">
          <ac:chgData name="Kaik Xavier Marques de Oliveira" userId="3a389741-29f1-4230-909c-c14bc51cf8d0" providerId="ADAL" clId="{FBFD55F7-05E5-4593-A169-4B7B6DE43092}" dt="2026-05-04T12:06:03.522" v="1908" actId="790"/>
          <ac:spMkLst>
            <pc:docMk/>
            <pc:sldMk cId="5974529" sldId="2147470680"/>
            <ac:spMk id="48" creationId="{72B5A646-D167-8E85-87F2-212BA9C640BE}"/>
          </ac:spMkLst>
        </pc:spChg>
        <pc:spChg chg="mod">
          <ac:chgData name="Kaik Xavier Marques de Oliveira" userId="3a389741-29f1-4230-909c-c14bc51cf8d0" providerId="ADAL" clId="{FBFD55F7-05E5-4593-A169-4B7B6DE43092}" dt="2026-05-04T12:06:03.522" v="1908" actId="790"/>
          <ac:spMkLst>
            <pc:docMk/>
            <pc:sldMk cId="5974529" sldId="2147470680"/>
            <ac:spMk id="49" creationId="{235CE73D-77C2-EF97-AA5C-9EB6538C39B0}"/>
          </ac:spMkLst>
        </pc:spChg>
        <pc:spChg chg="mod">
          <ac:chgData name="Kaik Xavier Marques de Oliveira" userId="3a389741-29f1-4230-909c-c14bc51cf8d0" providerId="ADAL" clId="{FBFD55F7-05E5-4593-A169-4B7B6DE43092}" dt="2026-05-04T12:06:03.522" v="1908" actId="790"/>
          <ac:spMkLst>
            <pc:docMk/>
            <pc:sldMk cId="5974529" sldId="2147470680"/>
            <ac:spMk id="51" creationId="{33782C62-0914-E779-FDFB-F7F38581E36B}"/>
          </ac:spMkLst>
        </pc:spChg>
      </pc:sldChg>
      <pc:sldChg chg="modSp mod">
        <pc:chgData name="Kaik Xavier Marques de Oliveira" userId="3a389741-29f1-4230-909c-c14bc51cf8d0" providerId="ADAL" clId="{FBFD55F7-05E5-4593-A169-4B7B6DE43092}" dt="2026-05-04T12:06:03.522" v="1908" actId="790"/>
        <pc:sldMkLst>
          <pc:docMk/>
          <pc:sldMk cId="3401472726" sldId="2147470681"/>
        </pc:sldMkLst>
        <pc:spChg chg="mod">
          <ac:chgData name="Kaik Xavier Marques de Oliveira" userId="3a389741-29f1-4230-909c-c14bc51cf8d0" providerId="ADAL" clId="{FBFD55F7-05E5-4593-A169-4B7B6DE43092}" dt="2026-05-04T12:06:03.522" v="1908" actId="790"/>
          <ac:spMkLst>
            <pc:docMk/>
            <pc:sldMk cId="3401472726" sldId="2147470681"/>
            <ac:spMk id="3" creationId="{EF0F7DC9-39F4-C9A5-A2ED-59A8E9D12D7A}"/>
          </ac:spMkLst>
        </pc:spChg>
        <pc:spChg chg="mod">
          <ac:chgData name="Kaik Xavier Marques de Oliveira" userId="3a389741-29f1-4230-909c-c14bc51cf8d0" providerId="ADAL" clId="{FBFD55F7-05E5-4593-A169-4B7B6DE43092}" dt="2026-05-04T12:06:03.522" v="1908" actId="790"/>
          <ac:spMkLst>
            <pc:docMk/>
            <pc:sldMk cId="3401472726" sldId="2147470681"/>
            <ac:spMk id="6" creationId="{CD78093A-76E1-1744-818C-EB0D986239ED}"/>
          </ac:spMkLst>
        </pc:spChg>
        <pc:spChg chg="mod">
          <ac:chgData name="Kaik Xavier Marques de Oliveira" userId="3a389741-29f1-4230-909c-c14bc51cf8d0" providerId="ADAL" clId="{FBFD55F7-05E5-4593-A169-4B7B6DE43092}" dt="2026-05-04T12:06:03.522" v="1908" actId="790"/>
          <ac:spMkLst>
            <pc:docMk/>
            <pc:sldMk cId="3401472726" sldId="2147470681"/>
            <ac:spMk id="7" creationId="{AE05C5F9-D40D-3CFB-97AF-F3847A5B5DD5}"/>
          </ac:spMkLst>
        </pc:spChg>
        <pc:spChg chg="mod">
          <ac:chgData name="Kaik Xavier Marques de Oliveira" userId="3a389741-29f1-4230-909c-c14bc51cf8d0" providerId="ADAL" clId="{FBFD55F7-05E5-4593-A169-4B7B6DE43092}" dt="2026-05-04T12:06:03.522" v="1908" actId="790"/>
          <ac:spMkLst>
            <pc:docMk/>
            <pc:sldMk cId="3401472726" sldId="2147470681"/>
            <ac:spMk id="13" creationId="{F18E2311-AFC8-A737-8331-6D02B093BA17}"/>
          </ac:spMkLst>
        </pc:spChg>
        <pc:spChg chg="mod">
          <ac:chgData name="Kaik Xavier Marques de Oliveira" userId="3a389741-29f1-4230-909c-c14bc51cf8d0" providerId="ADAL" clId="{FBFD55F7-05E5-4593-A169-4B7B6DE43092}" dt="2026-05-04T12:06:03.522" v="1908" actId="790"/>
          <ac:spMkLst>
            <pc:docMk/>
            <pc:sldMk cId="3401472726" sldId="2147470681"/>
            <ac:spMk id="15" creationId="{FB71A315-27E3-4091-B9A8-0AAFFD1AA176}"/>
          </ac:spMkLst>
        </pc:spChg>
        <pc:spChg chg="mod">
          <ac:chgData name="Kaik Xavier Marques de Oliveira" userId="3a389741-29f1-4230-909c-c14bc51cf8d0" providerId="ADAL" clId="{FBFD55F7-05E5-4593-A169-4B7B6DE43092}" dt="2026-05-04T12:06:03.522" v="1908" actId="790"/>
          <ac:spMkLst>
            <pc:docMk/>
            <pc:sldMk cId="3401472726" sldId="2147470681"/>
            <ac:spMk id="16" creationId="{078B2C55-F157-98DC-6D47-A54B2460E1EC}"/>
          </ac:spMkLst>
        </pc:spChg>
        <pc:spChg chg="mod">
          <ac:chgData name="Kaik Xavier Marques de Oliveira" userId="3a389741-29f1-4230-909c-c14bc51cf8d0" providerId="ADAL" clId="{FBFD55F7-05E5-4593-A169-4B7B6DE43092}" dt="2026-05-04T12:06:03.522" v="1908" actId="790"/>
          <ac:spMkLst>
            <pc:docMk/>
            <pc:sldMk cId="3401472726" sldId="2147470681"/>
            <ac:spMk id="17" creationId="{7C7E549C-1D17-A739-8487-37C0A86375FB}"/>
          </ac:spMkLst>
        </pc:spChg>
        <pc:spChg chg="mod">
          <ac:chgData name="Kaik Xavier Marques de Oliveira" userId="3a389741-29f1-4230-909c-c14bc51cf8d0" providerId="ADAL" clId="{FBFD55F7-05E5-4593-A169-4B7B6DE43092}" dt="2026-05-04T12:06:03.522" v="1908" actId="790"/>
          <ac:spMkLst>
            <pc:docMk/>
            <pc:sldMk cId="3401472726" sldId="2147470681"/>
            <ac:spMk id="20" creationId="{05E5C37A-3B9B-C4FB-FD3E-C1476AF45952}"/>
          </ac:spMkLst>
        </pc:spChg>
      </pc:sldChg>
      <pc:sldChg chg="modSp mod">
        <pc:chgData name="Kaik Xavier Marques de Oliveira" userId="3a389741-29f1-4230-909c-c14bc51cf8d0" providerId="ADAL" clId="{FBFD55F7-05E5-4593-A169-4B7B6DE43092}" dt="2026-05-04T12:06:03.522" v="1908" actId="790"/>
        <pc:sldMkLst>
          <pc:docMk/>
          <pc:sldMk cId="2520565729" sldId="2147470682"/>
        </pc:sldMkLst>
        <pc:spChg chg="mod">
          <ac:chgData name="Kaik Xavier Marques de Oliveira" userId="3a389741-29f1-4230-909c-c14bc51cf8d0" providerId="ADAL" clId="{FBFD55F7-05E5-4593-A169-4B7B6DE43092}" dt="2026-05-04T12:06:03.522" v="1908" actId="790"/>
          <ac:spMkLst>
            <pc:docMk/>
            <pc:sldMk cId="2520565729" sldId="2147470682"/>
            <ac:spMk id="3" creationId="{AC300293-2227-4E91-D44C-224094C2B051}"/>
          </ac:spMkLst>
        </pc:spChg>
        <pc:spChg chg="mod">
          <ac:chgData name="Kaik Xavier Marques de Oliveira" userId="3a389741-29f1-4230-909c-c14bc51cf8d0" providerId="ADAL" clId="{FBFD55F7-05E5-4593-A169-4B7B6DE43092}" dt="2026-05-04T12:06:03.522" v="1908" actId="790"/>
          <ac:spMkLst>
            <pc:docMk/>
            <pc:sldMk cId="2520565729" sldId="2147470682"/>
            <ac:spMk id="6" creationId="{707F0D27-B704-6AD2-939E-ACC6E22E6EC9}"/>
          </ac:spMkLst>
        </pc:spChg>
        <pc:spChg chg="mod">
          <ac:chgData name="Kaik Xavier Marques de Oliveira" userId="3a389741-29f1-4230-909c-c14bc51cf8d0" providerId="ADAL" clId="{FBFD55F7-05E5-4593-A169-4B7B6DE43092}" dt="2026-05-04T12:06:03.522" v="1908" actId="790"/>
          <ac:spMkLst>
            <pc:docMk/>
            <pc:sldMk cId="2520565729" sldId="2147470682"/>
            <ac:spMk id="13" creationId="{40D9C43B-0EFA-3C1C-45E4-C9B97CF82D55}"/>
          </ac:spMkLst>
        </pc:spChg>
      </pc:sldChg>
      <pc:sldChg chg="modSp mod">
        <pc:chgData name="Kaik Xavier Marques de Oliveira" userId="3a389741-29f1-4230-909c-c14bc51cf8d0" providerId="ADAL" clId="{FBFD55F7-05E5-4593-A169-4B7B6DE43092}" dt="2026-05-04T12:06:03.522" v="1908" actId="790"/>
        <pc:sldMkLst>
          <pc:docMk/>
          <pc:sldMk cId="766522041" sldId="2147470683"/>
        </pc:sldMkLst>
        <pc:spChg chg="mod">
          <ac:chgData name="Kaik Xavier Marques de Oliveira" userId="3a389741-29f1-4230-909c-c14bc51cf8d0" providerId="ADAL" clId="{FBFD55F7-05E5-4593-A169-4B7B6DE43092}" dt="2026-05-04T12:06:03.522" v="1908" actId="790"/>
          <ac:spMkLst>
            <pc:docMk/>
            <pc:sldMk cId="766522041" sldId="2147470683"/>
            <ac:spMk id="3" creationId="{3A0BE877-A15E-F7A1-292A-438F1E767872}"/>
          </ac:spMkLst>
        </pc:spChg>
        <pc:spChg chg="mod">
          <ac:chgData name="Kaik Xavier Marques de Oliveira" userId="3a389741-29f1-4230-909c-c14bc51cf8d0" providerId="ADAL" clId="{FBFD55F7-05E5-4593-A169-4B7B6DE43092}" dt="2026-05-04T12:06:03.522" v="1908" actId="790"/>
          <ac:spMkLst>
            <pc:docMk/>
            <pc:sldMk cId="766522041" sldId="2147470683"/>
            <ac:spMk id="4" creationId="{6DF5B00C-FD3C-FC6B-23A2-A6C91BCED8D1}"/>
          </ac:spMkLst>
        </pc:spChg>
        <pc:spChg chg="mod">
          <ac:chgData name="Kaik Xavier Marques de Oliveira" userId="3a389741-29f1-4230-909c-c14bc51cf8d0" providerId="ADAL" clId="{FBFD55F7-05E5-4593-A169-4B7B6DE43092}" dt="2026-05-04T12:06:03.522" v="1908" actId="790"/>
          <ac:spMkLst>
            <pc:docMk/>
            <pc:sldMk cId="766522041" sldId="2147470683"/>
            <ac:spMk id="5" creationId="{44179BB3-5040-4404-52AA-305E50127C66}"/>
          </ac:spMkLst>
        </pc:spChg>
        <pc:spChg chg="mod">
          <ac:chgData name="Kaik Xavier Marques de Oliveira" userId="3a389741-29f1-4230-909c-c14bc51cf8d0" providerId="ADAL" clId="{FBFD55F7-05E5-4593-A169-4B7B6DE43092}" dt="2026-05-04T12:06:03.522" v="1908" actId="790"/>
          <ac:spMkLst>
            <pc:docMk/>
            <pc:sldMk cId="766522041" sldId="2147470683"/>
            <ac:spMk id="6" creationId="{5A94BE56-1CA8-DF00-39F6-1A3D145B2BC2}"/>
          </ac:spMkLst>
        </pc:spChg>
      </pc:sldChg>
      <pc:sldChg chg="addSp delSp modSp mod setBg modAnim">
        <pc:chgData name="Kaik Xavier Marques de Oliveira" userId="3a389741-29f1-4230-909c-c14bc51cf8d0" providerId="ADAL" clId="{FBFD55F7-05E5-4593-A169-4B7B6DE43092}" dt="2026-05-04T20:55:29.465" v="2512"/>
        <pc:sldMkLst>
          <pc:docMk/>
          <pc:sldMk cId="2406582212" sldId="2147470684"/>
        </pc:sldMkLst>
        <pc:spChg chg="add mod">
          <ac:chgData name="Kaik Xavier Marques de Oliveira" userId="3a389741-29f1-4230-909c-c14bc51cf8d0" providerId="ADAL" clId="{FBFD55F7-05E5-4593-A169-4B7B6DE43092}" dt="2026-05-04T20:37:11.021" v="2230" actId="571"/>
          <ac:spMkLst>
            <pc:docMk/>
            <pc:sldMk cId="2406582212" sldId="2147470684"/>
            <ac:spMk id="2" creationId="{AB8104F2-BD93-AE1B-088A-BC484BB19CFE}"/>
          </ac:spMkLst>
        </pc:spChg>
        <pc:spChg chg="add mod">
          <ac:chgData name="Kaik Xavier Marques de Oliveira" userId="3a389741-29f1-4230-909c-c14bc51cf8d0" providerId="ADAL" clId="{FBFD55F7-05E5-4593-A169-4B7B6DE43092}" dt="2026-05-04T20:37:11.021" v="2230" actId="571"/>
          <ac:spMkLst>
            <pc:docMk/>
            <pc:sldMk cId="2406582212" sldId="2147470684"/>
            <ac:spMk id="3" creationId="{0B3DEF47-B1CB-DAC8-01A4-23515CA656AD}"/>
          </ac:spMkLst>
        </pc:spChg>
        <pc:spChg chg="del">
          <ac:chgData name="Kaik Xavier Marques de Oliveira" userId="3a389741-29f1-4230-909c-c14bc51cf8d0" providerId="ADAL" clId="{FBFD55F7-05E5-4593-A169-4B7B6DE43092}" dt="2026-05-04T10:57:47.419" v="1016" actId="478"/>
          <ac:spMkLst>
            <pc:docMk/>
            <pc:sldMk cId="2406582212" sldId="2147470684"/>
            <ac:spMk id="4" creationId="{5CE1FA8D-852B-B774-2DA9-B2D5B4039F92}"/>
          </ac:spMkLst>
        </pc:spChg>
        <pc:spChg chg="add mod">
          <ac:chgData name="Kaik Xavier Marques de Oliveira" userId="3a389741-29f1-4230-909c-c14bc51cf8d0" providerId="ADAL" clId="{FBFD55F7-05E5-4593-A169-4B7B6DE43092}" dt="2026-05-04T20:37:11.021" v="2230" actId="571"/>
          <ac:spMkLst>
            <pc:docMk/>
            <pc:sldMk cId="2406582212" sldId="2147470684"/>
            <ac:spMk id="4" creationId="{7AD86B57-86CB-F024-F1E6-87B55639A770}"/>
          </ac:spMkLst>
        </pc:spChg>
        <pc:spChg chg="del mod">
          <ac:chgData name="Kaik Xavier Marques de Oliveira" userId="3a389741-29f1-4230-909c-c14bc51cf8d0" providerId="ADAL" clId="{FBFD55F7-05E5-4593-A169-4B7B6DE43092}" dt="2026-05-04T10:52:15.524" v="930" actId="478"/>
          <ac:spMkLst>
            <pc:docMk/>
            <pc:sldMk cId="2406582212" sldId="2147470684"/>
            <ac:spMk id="6" creationId="{47DD91DF-DA25-259A-FA89-D21FBDF8FFB5}"/>
          </ac:spMkLst>
        </pc:spChg>
        <pc:spChg chg="add del">
          <ac:chgData name="Kaik Xavier Marques de Oliveira" userId="3a389741-29f1-4230-909c-c14bc51cf8d0" providerId="ADAL" clId="{FBFD55F7-05E5-4593-A169-4B7B6DE43092}" dt="2026-05-04T10:48:03.154" v="868" actId="11529"/>
          <ac:spMkLst>
            <pc:docMk/>
            <pc:sldMk cId="2406582212" sldId="2147470684"/>
            <ac:spMk id="7" creationId="{78C6EB8A-4B60-9460-BA18-A43EAD535205}"/>
          </ac:spMkLst>
        </pc:spChg>
        <pc:spChg chg="add del">
          <ac:chgData name="Kaik Xavier Marques de Oliveira" userId="3a389741-29f1-4230-909c-c14bc51cf8d0" providerId="ADAL" clId="{FBFD55F7-05E5-4593-A169-4B7B6DE43092}" dt="2026-05-04T10:48:16.026" v="873" actId="11529"/>
          <ac:spMkLst>
            <pc:docMk/>
            <pc:sldMk cId="2406582212" sldId="2147470684"/>
            <ac:spMk id="8" creationId="{5D037196-616A-82EA-919B-62B465985DE6}"/>
          </ac:spMkLst>
        </pc:spChg>
        <pc:spChg chg="add del mod">
          <ac:chgData name="Kaik Xavier Marques de Oliveira" userId="3a389741-29f1-4230-909c-c14bc51cf8d0" providerId="ADAL" clId="{FBFD55F7-05E5-4593-A169-4B7B6DE43092}" dt="2026-05-04T10:48:34.771" v="879" actId="11529"/>
          <ac:spMkLst>
            <pc:docMk/>
            <pc:sldMk cId="2406582212" sldId="2147470684"/>
            <ac:spMk id="9" creationId="{4642669B-AD5F-BE10-4740-96B4B448ADEF}"/>
          </ac:spMkLst>
        </pc:spChg>
        <pc:spChg chg="add del mod">
          <ac:chgData name="Kaik Xavier Marques de Oliveira" userId="3a389741-29f1-4230-909c-c14bc51cf8d0" providerId="ADAL" clId="{FBFD55F7-05E5-4593-A169-4B7B6DE43092}" dt="2026-05-04T20:51:05.904" v="2470" actId="21"/>
          <ac:spMkLst>
            <pc:docMk/>
            <pc:sldMk cId="2406582212" sldId="2147470684"/>
            <ac:spMk id="10" creationId="{627518D3-D8A2-25D4-DF2D-DF9B87280D5B}"/>
          </ac:spMkLst>
        </pc:spChg>
        <pc:spChg chg="mod">
          <ac:chgData name="Kaik Xavier Marques de Oliveira" userId="3a389741-29f1-4230-909c-c14bc51cf8d0" providerId="ADAL" clId="{FBFD55F7-05E5-4593-A169-4B7B6DE43092}" dt="2026-05-04T10:46:27.286" v="850"/>
          <ac:spMkLst>
            <pc:docMk/>
            <pc:sldMk cId="2406582212" sldId="2147470684"/>
            <ac:spMk id="11" creationId="{C03DC25D-AC90-9E1C-3148-A106AC1145A6}"/>
          </ac:spMkLst>
        </pc:spChg>
        <pc:spChg chg="add mod ord">
          <ac:chgData name="Kaik Xavier Marques de Oliveira" userId="3a389741-29f1-4230-909c-c14bc51cf8d0" providerId="ADAL" clId="{FBFD55F7-05E5-4593-A169-4B7B6DE43092}" dt="2026-05-04T20:51:22.651" v="2471" actId="1076"/>
          <ac:spMkLst>
            <pc:docMk/>
            <pc:sldMk cId="2406582212" sldId="2147470684"/>
            <ac:spMk id="13" creationId="{531CF779-7F63-9B06-2100-B4643D457545}"/>
          </ac:spMkLst>
        </pc:spChg>
        <pc:spChg chg="add mod">
          <ac:chgData name="Kaik Xavier Marques de Oliveira" userId="3a389741-29f1-4230-909c-c14bc51cf8d0" providerId="ADAL" clId="{FBFD55F7-05E5-4593-A169-4B7B6DE43092}" dt="2026-05-04T20:52:29.499" v="2498" actId="1036"/>
          <ac:spMkLst>
            <pc:docMk/>
            <pc:sldMk cId="2406582212" sldId="2147470684"/>
            <ac:spMk id="14" creationId="{CA1C58DC-A28F-BAB6-DCA4-1DEB5DDEA4FA}"/>
          </ac:spMkLst>
        </pc:spChg>
        <pc:spChg chg="mod">
          <ac:chgData name="Kaik Xavier Marques de Oliveira" userId="3a389741-29f1-4230-909c-c14bc51cf8d0" providerId="ADAL" clId="{FBFD55F7-05E5-4593-A169-4B7B6DE43092}" dt="2026-05-04T20:52:03.903" v="2477" actId="6549"/>
          <ac:spMkLst>
            <pc:docMk/>
            <pc:sldMk cId="2406582212" sldId="2147470684"/>
            <ac:spMk id="15" creationId="{F2CA4862-210B-568E-C425-C9C83D8F1323}"/>
          </ac:spMkLst>
        </pc:spChg>
        <pc:spChg chg="mod">
          <ac:chgData name="Kaik Xavier Marques de Oliveira" userId="3a389741-29f1-4230-909c-c14bc51cf8d0" providerId="ADAL" clId="{FBFD55F7-05E5-4593-A169-4B7B6DE43092}" dt="2026-05-04T12:06:03.522" v="1908" actId="790"/>
          <ac:spMkLst>
            <pc:docMk/>
            <pc:sldMk cId="2406582212" sldId="2147470684"/>
            <ac:spMk id="16" creationId="{C8735416-7D27-31D1-E168-1C329DE6001E}"/>
          </ac:spMkLst>
        </pc:spChg>
        <pc:spChg chg="mod">
          <ac:chgData name="Kaik Xavier Marques de Oliveira" userId="3a389741-29f1-4230-909c-c14bc51cf8d0" providerId="ADAL" clId="{FBFD55F7-05E5-4593-A169-4B7B6DE43092}" dt="2026-05-04T10:48:45.073" v="881" actId="208"/>
          <ac:spMkLst>
            <pc:docMk/>
            <pc:sldMk cId="2406582212" sldId="2147470684"/>
            <ac:spMk id="17" creationId="{990E64F2-3CB6-DD0C-F26A-3FB5C516125B}"/>
          </ac:spMkLst>
        </pc:spChg>
        <pc:spChg chg="del">
          <ac:chgData name="Kaik Xavier Marques de Oliveira" userId="3a389741-29f1-4230-909c-c14bc51cf8d0" providerId="ADAL" clId="{FBFD55F7-05E5-4593-A169-4B7B6DE43092}" dt="2026-05-04T10:52:18.238" v="932" actId="478"/>
          <ac:spMkLst>
            <pc:docMk/>
            <pc:sldMk cId="2406582212" sldId="2147470684"/>
            <ac:spMk id="18" creationId="{D7A9D373-3E6D-35F7-AAA5-FC253A332DE0}"/>
          </ac:spMkLst>
        </pc:spChg>
        <pc:spChg chg="del">
          <ac:chgData name="Kaik Xavier Marques de Oliveira" userId="3a389741-29f1-4230-909c-c14bc51cf8d0" providerId="ADAL" clId="{FBFD55F7-05E5-4593-A169-4B7B6DE43092}" dt="2026-05-04T10:54:01.910" v="948" actId="478"/>
          <ac:spMkLst>
            <pc:docMk/>
            <pc:sldMk cId="2406582212" sldId="2147470684"/>
            <ac:spMk id="19" creationId="{FDB7A70F-F69B-0F54-EE92-FB779A06A54F}"/>
          </ac:spMkLst>
        </pc:spChg>
        <pc:spChg chg="mod">
          <ac:chgData name="Kaik Xavier Marques de Oliveira" userId="3a389741-29f1-4230-909c-c14bc51cf8d0" providerId="ADAL" clId="{FBFD55F7-05E5-4593-A169-4B7B6DE43092}" dt="2026-05-04T20:51:22.651" v="2471" actId="1076"/>
          <ac:spMkLst>
            <pc:docMk/>
            <pc:sldMk cId="2406582212" sldId="2147470684"/>
            <ac:spMk id="20" creationId="{1F637A5B-D79A-2A58-9A42-F74B80BDAD9F}"/>
          </ac:spMkLst>
        </pc:spChg>
        <pc:spChg chg="del">
          <ac:chgData name="Kaik Xavier Marques de Oliveira" userId="3a389741-29f1-4230-909c-c14bc51cf8d0" providerId="ADAL" clId="{FBFD55F7-05E5-4593-A169-4B7B6DE43092}" dt="2026-05-04T10:54:04.014" v="949" actId="478"/>
          <ac:spMkLst>
            <pc:docMk/>
            <pc:sldMk cId="2406582212" sldId="2147470684"/>
            <ac:spMk id="21" creationId="{1D7DC5C3-1610-6505-7853-FC37E81DD127}"/>
          </ac:spMkLst>
        </pc:spChg>
        <pc:spChg chg="del mod">
          <ac:chgData name="Kaik Xavier Marques de Oliveira" userId="3a389741-29f1-4230-909c-c14bc51cf8d0" providerId="ADAL" clId="{FBFD55F7-05E5-4593-A169-4B7B6DE43092}" dt="2026-05-04T10:54:00.008" v="947" actId="478"/>
          <ac:spMkLst>
            <pc:docMk/>
            <pc:sldMk cId="2406582212" sldId="2147470684"/>
            <ac:spMk id="22" creationId="{CEC95481-F917-6414-02B1-45E0807480A2}"/>
          </ac:spMkLst>
        </pc:spChg>
        <pc:spChg chg="del mod">
          <ac:chgData name="Kaik Xavier Marques de Oliveira" userId="3a389741-29f1-4230-909c-c14bc51cf8d0" providerId="ADAL" clId="{FBFD55F7-05E5-4593-A169-4B7B6DE43092}" dt="2026-05-04T20:33:40.313" v="2219" actId="478"/>
          <ac:spMkLst>
            <pc:docMk/>
            <pc:sldMk cId="2406582212" sldId="2147470684"/>
            <ac:spMk id="23" creationId="{65963E1D-B6F5-4B3C-2CDE-880B9161BA0D}"/>
          </ac:spMkLst>
        </pc:spChg>
        <pc:spChg chg="add mod">
          <ac:chgData name="Kaik Xavier Marques de Oliveira" userId="3a389741-29f1-4230-909c-c14bc51cf8d0" providerId="ADAL" clId="{FBFD55F7-05E5-4593-A169-4B7B6DE43092}" dt="2026-05-04T10:54:24.609" v="989"/>
          <ac:spMkLst>
            <pc:docMk/>
            <pc:sldMk cId="2406582212" sldId="2147470684"/>
            <ac:spMk id="25" creationId="{B2094888-DE53-BCFD-E52B-3EC86450EE00}"/>
          </ac:spMkLst>
        </pc:spChg>
        <pc:spChg chg="del">
          <ac:chgData name="Kaik Xavier Marques de Oliveira" userId="3a389741-29f1-4230-909c-c14bc51cf8d0" providerId="ADAL" clId="{FBFD55F7-05E5-4593-A169-4B7B6DE43092}" dt="2026-05-04T10:57:52.107" v="1018" actId="478"/>
          <ac:spMkLst>
            <pc:docMk/>
            <pc:sldMk cId="2406582212" sldId="2147470684"/>
            <ac:spMk id="27" creationId="{1CF1882C-990B-E3B0-3DAD-C94F2D7302D7}"/>
          </ac:spMkLst>
        </pc:spChg>
        <pc:spChg chg="add mod">
          <ac:chgData name="Kaik Xavier Marques de Oliveira" userId="3a389741-29f1-4230-909c-c14bc51cf8d0" providerId="ADAL" clId="{FBFD55F7-05E5-4593-A169-4B7B6DE43092}" dt="2026-05-04T10:54:30.200" v="991" actId="571"/>
          <ac:spMkLst>
            <pc:docMk/>
            <pc:sldMk cId="2406582212" sldId="2147470684"/>
            <ac:spMk id="28" creationId="{118FD7EE-72AF-F18F-41B3-278D876EAE3B}"/>
          </ac:spMkLst>
        </pc:spChg>
        <pc:spChg chg="add mod">
          <ac:chgData name="Kaik Xavier Marques de Oliveira" userId="3a389741-29f1-4230-909c-c14bc51cf8d0" providerId="ADAL" clId="{FBFD55F7-05E5-4593-A169-4B7B6DE43092}" dt="2026-05-04T20:51:22.651" v="2471" actId="1076"/>
          <ac:spMkLst>
            <pc:docMk/>
            <pc:sldMk cId="2406582212" sldId="2147470684"/>
            <ac:spMk id="30" creationId="{C41FEC3E-D178-3225-7D4F-A0FFB438D5E8}"/>
          </ac:spMkLst>
        </pc:spChg>
        <pc:spChg chg="add mod">
          <ac:chgData name="Kaik Xavier Marques de Oliveira" userId="3a389741-29f1-4230-909c-c14bc51cf8d0" providerId="ADAL" clId="{FBFD55F7-05E5-4593-A169-4B7B6DE43092}" dt="2026-05-04T20:52:22.932" v="2490" actId="1036"/>
          <ac:spMkLst>
            <pc:docMk/>
            <pc:sldMk cId="2406582212" sldId="2147470684"/>
            <ac:spMk id="32" creationId="{EB53614F-2E86-C450-9DDC-8393946DB534}"/>
          </ac:spMkLst>
        </pc:spChg>
        <pc:spChg chg="del">
          <ac:chgData name="Kaik Xavier Marques de Oliveira" userId="3a389741-29f1-4230-909c-c14bc51cf8d0" providerId="ADAL" clId="{FBFD55F7-05E5-4593-A169-4B7B6DE43092}" dt="2026-05-04T10:57:56.765" v="1021" actId="478"/>
          <ac:spMkLst>
            <pc:docMk/>
            <pc:sldMk cId="2406582212" sldId="2147470684"/>
            <ac:spMk id="38" creationId="{84954B37-38F2-80C1-25BE-3F3B1F2D6B25}"/>
          </ac:spMkLst>
        </pc:spChg>
        <pc:spChg chg="add del mod">
          <ac:chgData name="Kaik Xavier Marques de Oliveira" userId="3a389741-29f1-4230-909c-c14bc51cf8d0" providerId="ADAL" clId="{FBFD55F7-05E5-4593-A169-4B7B6DE43092}" dt="2026-05-04T20:33:41.654" v="2220" actId="478"/>
          <ac:spMkLst>
            <pc:docMk/>
            <pc:sldMk cId="2406582212" sldId="2147470684"/>
            <ac:spMk id="39" creationId="{378DF58B-DA7B-EB0E-8314-842126C03EEE}"/>
          </ac:spMkLst>
        </pc:spChg>
        <pc:spChg chg="add del mod">
          <ac:chgData name="Kaik Xavier Marques de Oliveira" userId="3a389741-29f1-4230-909c-c14bc51cf8d0" providerId="ADAL" clId="{FBFD55F7-05E5-4593-A169-4B7B6DE43092}" dt="2026-05-04T20:33:48.389" v="2222" actId="478"/>
          <ac:spMkLst>
            <pc:docMk/>
            <pc:sldMk cId="2406582212" sldId="2147470684"/>
            <ac:spMk id="40" creationId="{FD3B3E09-7160-171B-8918-4B81A20D61A9}"/>
          </ac:spMkLst>
        </pc:spChg>
        <pc:spChg chg="del">
          <ac:chgData name="Kaik Xavier Marques de Oliveira" userId="3a389741-29f1-4230-909c-c14bc51cf8d0" providerId="ADAL" clId="{FBFD55F7-05E5-4593-A169-4B7B6DE43092}" dt="2026-05-04T10:59:13.875" v="1046" actId="478"/>
          <ac:spMkLst>
            <pc:docMk/>
            <pc:sldMk cId="2406582212" sldId="2147470684"/>
            <ac:spMk id="43" creationId="{56A35B16-0021-15BF-FCB9-C2915D51646B}"/>
          </ac:spMkLst>
        </pc:spChg>
        <pc:spChg chg="del">
          <ac:chgData name="Kaik Xavier Marques de Oliveira" userId="3a389741-29f1-4230-909c-c14bc51cf8d0" providerId="ADAL" clId="{FBFD55F7-05E5-4593-A169-4B7B6DE43092}" dt="2026-05-04T10:58:23.799" v="1029" actId="478"/>
          <ac:spMkLst>
            <pc:docMk/>
            <pc:sldMk cId="2406582212" sldId="2147470684"/>
            <ac:spMk id="44" creationId="{29663D5F-756B-D62D-9091-600E7FD0BB60}"/>
          </ac:spMkLst>
        </pc:spChg>
        <pc:spChg chg="del">
          <ac:chgData name="Kaik Xavier Marques de Oliveira" userId="3a389741-29f1-4230-909c-c14bc51cf8d0" providerId="ADAL" clId="{FBFD55F7-05E5-4593-A169-4B7B6DE43092}" dt="2026-05-04T10:58:27.482" v="1030" actId="478"/>
          <ac:spMkLst>
            <pc:docMk/>
            <pc:sldMk cId="2406582212" sldId="2147470684"/>
            <ac:spMk id="45" creationId="{940884EF-37FA-8E9E-1DA0-4DE337079C3B}"/>
          </ac:spMkLst>
        </pc:spChg>
        <pc:spChg chg="del">
          <ac:chgData name="Kaik Xavier Marques de Oliveira" userId="3a389741-29f1-4230-909c-c14bc51cf8d0" providerId="ADAL" clId="{FBFD55F7-05E5-4593-A169-4B7B6DE43092}" dt="2026-05-04T10:58:21.332" v="1028" actId="478"/>
          <ac:spMkLst>
            <pc:docMk/>
            <pc:sldMk cId="2406582212" sldId="2147470684"/>
            <ac:spMk id="46" creationId="{2E38AB77-E5EB-175A-9219-4A0E4F24A839}"/>
          </ac:spMkLst>
        </pc:spChg>
        <pc:spChg chg="del">
          <ac:chgData name="Kaik Xavier Marques de Oliveira" userId="3a389741-29f1-4230-909c-c14bc51cf8d0" providerId="ADAL" clId="{FBFD55F7-05E5-4593-A169-4B7B6DE43092}" dt="2026-05-04T10:58:11.126" v="1023" actId="478"/>
          <ac:spMkLst>
            <pc:docMk/>
            <pc:sldMk cId="2406582212" sldId="2147470684"/>
            <ac:spMk id="47" creationId="{B119029B-AE1C-9460-B511-8C54D5A3DF0C}"/>
          </ac:spMkLst>
        </pc:spChg>
        <pc:spChg chg="del mod">
          <ac:chgData name="Kaik Xavier Marques de Oliveira" userId="3a389741-29f1-4230-909c-c14bc51cf8d0" providerId="ADAL" clId="{FBFD55F7-05E5-4593-A169-4B7B6DE43092}" dt="2026-05-04T20:33:49.795" v="2223" actId="478"/>
          <ac:spMkLst>
            <pc:docMk/>
            <pc:sldMk cId="2406582212" sldId="2147470684"/>
            <ac:spMk id="59" creationId="{E1EB865F-DC20-DF95-0D0A-985B0162BFCA}"/>
          </ac:spMkLst>
        </pc:spChg>
        <pc:spChg chg="del">
          <ac:chgData name="Kaik Xavier Marques de Oliveira" userId="3a389741-29f1-4230-909c-c14bc51cf8d0" providerId="ADAL" clId="{FBFD55F7-05E5-4593-A169-4B7B6DE43092}" dt="2026-05-04T10:59:11.844" v="1045" actId="478"/>
          <ac:spMkLst>
            <pc:docMk/>
            <pc:sldMk cId="2406582212" sldId="2147470684"/>
            <ac:spMk id="60" creationId="{611B7EDA-9A1E-E242-FCCC-A8E59117A229}"/>
          </ac:spMkLst>
        </pc:spChg>
        <pc:spChg chg="del mod">
          <ac:chgData name="Kaik Xavier Marques de Oliveira" userId="3a389741-29f1-4230-909c-c14bc51cf8d0" providerId="ADAL" clId="{FBFD55F7-05E5-4593-A169-4B7B6DE43092}" dt="2026-05-04T20:33:42.898" v="2221" actId="478"/>
          <ac:spMkLst>
            <pc:docMk/>
            <pc:sldMk cId="2406582212" sldId="2147470684"/>
            <ac:spMk id="66" creationId="{5AA3C80B-4C70-A382-0248-D63F7183E52D}"/>
          </ac:spMkLst>
        </pc:spChg>
        <pc:spChg chg="del mod">
          <ac:chgData name="Kaik Xavier Marques de Oliveira" userId="3a389741-29f1-4230-909c-c14bc51cf8d0" providerId="ADAL" clId="{FBFD55F7-05E5-4593-A169-4B7B6DE43092}" dt="2026-05-04T10:57:55.886" v="1020" actId="478"/>
          <ac:spMkLst>
            <pc:docMk/>
            <pc:sldMk cId="2406582212" sldId="2147470684"/>
            <ac:spMk id="74" creationId="{6CAACE22-70D4-AEA2-FC8C-5F720B7DD9D1}"/>
          </ac:spMkLst>
        </pc:spChg>
        <pc:spChg chg="mod">
          <ac:chgData name="Kaik Xavier Marques de Oliveira" userId="3a389741-29f1-4230-909c-c14bc51cf8d0" providerId="ADAL" clId="{FBFD55F7-05E5-4593-A169-4B7B6DE43092}" dt="2026-05-04T12:06:03.522" v="1908" actId="790"/>
          <ac:spMkLst>
            <pc:docMk/>
            <pc:sldMk cId="2406582212" sldId="2147470684"/>
            <ac:spMk id="81" creationId="{E03D2E6B-DE0B-ADB2-27A6-605964312F32}"/>
          </ac:spMkLst>
        </pc:spChg>
        <pc:spChg chg="del mod">
          <ac:chgData name="Kaik Xavier Marques de Oliveira" userId="3a389741-29f1-4230-909c-c14bc51cf8d0" providerId="ADAL" clId="{FBFD55F7-05E5-4593-A169-4B7B6DE43092}" dt="2026-05-04T10:58:08.468" v="1022" actId="478"/>
          <ac:spMkLst>
            <pc:docMk/>
            <pc:sldMk cId="2406582212" sldId="2147470684"/>
            <ac:spMk id="83" creationId="{93A5465E-B416-8A2D-676C-3DFA08DA93F8}"/>
          </ac:spMkLst>
        </pc:spChg>
        <pc:spChg chg="del">
          <ac:chgData name="Kaik Xavier Marques de Oliveira" userId="3a389741-29f1-4230-909c-c14bc51cf8d0" providerId="ADAL" clId="{FBFD55F7-05E5-4593-A169-4B7B6DE43092}" dt="2026-05-04T10:58:17.457" v="1027" actId="478"/>
          <ac:spMkLst>
            <pc:docMk/>
            <pc:sldMk cId="2406582212" sldId="2147470684"/>
            <ac:spMk id="84" creationId="{AC401FA3-4810-EE7B-1CDE-B4E306EC5FEF}"/>
          </ac:spMkLst>
        </pc:spChg>
        <pc:spChg chg="del">
          <ac:chgData name="Kaik Xavier Marques de Oliveira" userId="3a389741-29f1-4230-909c-c14bc51cf8d0" providerId="ADAL" clId="{FBFD55F7-05E5-4593-A169-4B7B6DE43092}" dt="2026-05-04T10:58:12.581" v="1024" actId="478"/>
          <ac:spMkLst>
            <pc:docMk/>
            <pc:sldMk cId="2406582212" sldId="2147470684"/>
            <ac:spMk id="88" creationId="{725BD86E-3907-A1E0-08ED-DF95E451116A}"/>
          </ac:spMkLst>
        </pc:spChg>
        <pc:grpChg chg="add del mod">
          <ac:chgData name="Kaik Xavier Marques de Oliveira" userId="3a389741-29f1-4230-909c-c14bc51cf8d0" providerId="ADAL" clId="{FBFD55F7-05E5-4593-A169-4B7B6DE43092}" dt="2026-05-04T20:33:50.714" v="2224" actId="478"/>
          <ac:grpSpMkLst>
            <pc:docMk/>
            <pc:sldMk cId="2406582212" sldId="2147470684"/>
            <ac:grpSpMk id="90" creationId="{045FF006-CB43-6C24-AEE9-B8147CCF01A1}"/>
          </ac:grpSpMkLst>
        </pc:grpChg>
        <pc:picChg chg="add mod">
          <ac:chgData name="Kaik Xavier Marques de Oliveira" userId="3a389741-29f1-4230-909c-c14bc51cf8d0" providerId="ADAL" clId="{FBFD55F7-05E5-4593-A169-4B7B6DE43092}" dt="2026-05-04T10:47:21.604" v="855"/>
          <ac:picMkLst>
            <pc:docMk/>
            <pc:sldMk cId="2406582212" sldId="2147470684"/>
            <ac:picMk id="2" creationId="{461CBA93-58A3-CE63-7E82-9F294D4468DA}"/>
          </ac:picMkLst>
        </pc:picChg>
        <pc:picChg chg="add mod">
          <ac:chgData name="Kaik Xavier Marques de Oliveira" userId="3a389741-29f1-4230-909c-c14bc51cf8d0" providerId="ADAL" clId="{FBFD55F7-05E5-4593-A169-4B7B6DE43092}" dt="2026-05-04T10:47:30.682" v="859" actId="571"/>
          <ac:picMkLst>
            <pc:docMk/>
            <pc:sldMk cId="2406582212" sldId="2147470684"/>
            <ac:picMk id="3" creationId="{491CAFEA-03CA-64DC-4C16-8E11AD146E25}"/>
          </ac:picMkLst>
        </pc:picChg>
        <pc:picChg chg="add mod">
          <ac:chgData name="Kaik Xavier Marques de Oliveira" userId="3a389741-29f1-4230-909c-c14bc51cf8d0" providerId="ADAL" clId="{FBFD55F7-05E5-4593-A169-4B7B6DE43092}" dt="2026-05-04T20:51:22.651" v="2471" actId="1076"/>
          <ac:picMkLst>
            <pc:docMk/>
            <pc:sldMk cId="2406582212" sldId="2147470684"/>
            <ac:picMk id="5" creationId="{5D6B6050-C39D-EB09-8CB1-4D9AD0411878}"/>
          </ac:picMkLst>
        </pc:picChg>
        <pc:picChg chg="del">
          <ac:chgData name="Kaik Xavier Marques de Oliveira" userId="3a389741-29f1-4230-909c-c14bc51cf8d0" providerId="ADAL" clId="{FBFD55F7-05E5-4593-A169-4B7B6DE43092}" dt="2026-05-04T10:52:16.130" v="931" actId="478"/>
          <ac:picMkLst>
            <pc:docMk/>
            <pc:sldMk cId="2406582212" sldId="2147470684"/>
            <ac:picMk id="12" creationId="{B25599D7-30F0-7143-5DBE-C70F43112958}"/>
          </ac:picMkLst>
        </pc:picChg>
        <pc:picChg chg="add del mod">
          <ac:chgData name="Kaik Xavier Marques de Oliveira" userId="3a389741-29f1-4230-909c-c14bc51cf8d0" providerId="ADAL" clId="{FBFD55F7-05E5-4593-A169-4B7B6DE43092}" dt="2026-05-04T10:55:16.320" v="995" actId="478"/>
          <ac:picMkLst>
            <pc:docMk/>
            <pc:sldMk cId="2406582212" sldId="2147470684"/>
            <ac:picMk id="24" creationId="{37F4ABA3-9A99-CC29-443C-CFCE6044B5BF}"/>
          </ac:picMkLst>
        </pc:picChg>
        <pc:picChg chg="add mod">
          <ac:chgData name="Kaik Xavier Marques de Oliveira" userId="3a389741-29f1-4230-909c-c14bc51cf8d0" providerId="ADAL" clId="{FBFD55F7-05E5-4593-A169-4B7B6DE43092}" dt="2026-05-04T10:54:24.609" v="989"/>
          <ac:picMkLst>
            <pc:docMk/>
            <pc:sldMk cId="2406582212" sldId="2147470684"/>
            <ac:picMk id="26" creationId="{310BCFE2-E3CE-13FA-8FE0-31EACEE75956}"/>
          </ac:picMkLst>
        </pc:picChg>
        <pc:picChg chg="add mod">
          <ac:chgData name="Kaik Xavier Marques de Oliveira" userId="3a389741-29f1-4230-909c-c14bc51cf8d0" providerId="ADAL" clId="{FBFD55F7-05E5-4593-A169-4B7B6DE43092}" dt="2026-05-04T10:54:30.200" v="991" actId="571"/>
          <ac:picMkLst>
            <pc:docMk/>
            <pc:sldMk cId="2406582212" sldId="2147470684"/>
            <ac:picMk id="29" creationId="{8080C63C-1549-1875-4143-BF2212FDAA5F}"/>
          </ac:picMkLst>
        </pc:picChg>
        <pc:picChg chg="add del mod">
          <ac:chgData name="Kaik Xavier Marques de Oliveira" userId="3a389741-29f1-4230-909c-c14bc51cf8d0" providerId="ADAL" clId="{FBFD55F7-05E5-4593-A169-4B7B6DE43092}" dt="2026-05-04T10:56:44.201" v="1011" actId="478"/>
          <ac:picMkLst>
            <pc:docMk/>
            <pc:sldMk cId="2406582212" sldId="2147470684"/>
            <ac:picMk id="31" creationId="{452CC0C4-FCDA-A69C-8C90-49964760FEE1}"/>
          </ac:picMkLst>
        </pc:picChg>
        <pc:picChg chg="add del mod">
          <ac:chgData name="Kaik Xavier Marques de Oliveira" userId="3a389741-29f1-4230-909c-c14bc51cf8d0" providerId="ADAL" clId="{FBFD55F7-05E5-4593-A169-4B7B6DE43092}" dt="2026-05-04T10:56:41.445" v="1010" actId="478"/>
          <ac:picMkLst>
            <pc:docMk/>
            <pc:sldMk cId="2406582212" sldId="2147470684"/>
            <ac:picMk id="33" creationId="{FD073E7B-247B-C4AC-2D8A-ACAA6D187544}"/>
          </ac:picMkLst>
        </pc:picChg>
        <pc:picChg chg="add mod">
          <ac:chgData name="Kaik Xavier Marques de Oliveira" userId="3a389741-29f1-4230-909c-c14bc51cf8d0" providerId="ADAL" clId="{FBFD55F7-05E5-4593-A169-4B7B6DE43092}" dt="2026-05-04T20:52:29.499" v="2498" actId="1036"/>
          <ac:picMkLst>
            <pc:docMk/>
            <pc:sldMk cId="2406582212" sldId="2147470684"/>
            <ac:picMk id="34" creationId="{0B77010C-5D66-4ABC-BC2D-F8768ACCEF85}"/>
          </ac:picMkLst>
        </pc:picChg>
        <pc:picChg chg="add mod">
          <ac:chgData name="Kaik Xavier Marques de Oliveira" userId="3a389741-29f1-4230-909c-c14bc51cf8d0" providerId="ADAL" clId="{FBFD55F7-05E5-4593-A169-4B7B6DE43092}" dt="2026-05-04T20:51:22.651" v="2471" actId="1076"/>
          <ac:picMkLst>
            <pc:docMk/>
            <pc:sldMk cId="2406582212" sldId="2147470684"/>
            <ac:picMk id="35" creationId="{9CE14CCA-5E57-5ECB-CFED-A92DAC451920}"/>
          </ac:picMkLst>
        </pc:picChg>
        <pc:picChg chg="add mod">
          <ac:chgData name="Kaik Xavier Marques de Oliveira" userId="3a389741-29f1-4230-909c-c14bc51cf8d0" providerId="ADAL" clId="{FBFD55F7-05E5-4593-A169-4B7B6DE43092}" dt="2026-05-04T20:52:22.932" v="2490" actId="1036"/>
          <ac:picMkLst>
            <pc:docMk/>
            <pc:sldMk cId="2406582212" sldId="2147470684"/>
            <ac:picMk id="36" creationId="{8EAB3CCD-C4B8-4EEA-441D-3072876D308F}"/>
          </ac:picMkLst>
        </pc:picChg>
        <pc:picChg chg="del">
          <ac:chgData name="Kaik Xavier Marques de Oliveira" userId="3a389741-29f1-4230-909c-c14bc51cf8d0" providerId="ADAL" clId="{FBFD55F7-05E5-4593-A169-4B7B6DE43092}" dt="2026-05-04T10:52:13.548" v="928" actId="478"/>
          <ac:picMkLst>
            <pc:docMk/>
            <pc:sldMk cId="2406582212" sldId="2147470684"/>
            <ac:picMk id="94" creationId="{A6F640E1-95DA-33F4-2C34-70803C75BB1E}"/>
          </ac:picMkLst>
        </pc:picChg>
      </pc:sldChg>
      <pc:sldChg chg="modSp mod">
        <pc:chgData name="Kaik Xavier Marques de Oliveira" userId="3a389741-29f1-4230-909c-c14bc51cf8d0" providerId="ADAL" clId="{FBFD55F7-05E5-4593-A169-4B7B6DE43092}" dt="2026-05-04T12:06:03.522" v="1908" actId="790"/>
        <pc:sldMkLst>
          <pc:docMk/>
          <pc:sldMk cId="3614074729" sldId="2147470685"/>
        </pc:sldMkLst>
        <pc:spChg chg="mod">
          <ac:chgData name="Kaik Xavier Marques de Oliveira" userId="3a389741-29f1-4230-909c-c14bc51cf8d0" providerId="ADAL" clId="{FBFD55F7-05E5-4593-A169-4B7B6DE43092}" dt="2026-05-04T12:06:03.522" v="1908" actId="790"/>
          <ac:spMkLst>
            <pc:docMk/>
            <pc:sldMk cId="3614074729" sldId="2147470685"/>
            <ac:spMk id="5" creationId="{477CA60C-2F4D-95FA-9AF1-4E767DA3BA64}"/>
          </ac:spMkLst>
        </pc:spChg>
        <pc:spChg chg="mod">
          <ac:chgData name="Kaik Xavier Marques de Oliveira" userId="3a389741-29f1-4230-909c-c14bc51cf8d0" providerId="ADAL" clId="{FBFD55F7-05E5-4593-A169-4B7B6DE43092}" dt="2026-05-04T12:06:03.522" v="1908" actId="790"/>
          <ac:spMkLst>
            <pc:docMk/>
            <pc:sldMk cId="3614074729" sldId="2147470685"/>
            <ac:spMk id="6" creationId="{0030283F-BC31-01CF-EA3B-6A1605D9A047}"/>
          </ac:spMkLst>
        </pc:spChg>
        <pc:spChg chg="mod">
          <ac:chgData name="Kaik Xavier Marques de Oliveira" userId="3a389741-29f1-4230-909c-c14bc51cf8d0" providerId="ADAL" clId="{FBFD55F7-05E5-4593-A169-4B7B6DE43092}" dt="2026-05-04T12:06:03.522" v="1908" actId="790"/>
          <ac:spMkLst>
            <pc:docMk/>
            <pc:sldMk cId="3614074729" sldId="2147470685"/>
            <ac:spMk id="25" creationId="{8F6C898F-2A75-648A-6CD7-86F8B07B7EAA}"/>
          </ac:spMkLst>
        </pc:spChg>
        <pc:graphicFrameChg chg="modGraphic">
          <ac:chgData name="Kaik Xavier Marques de Oliveira" userId="3a389741-29f1-4230-909c-c14bc51cf8d0" providerId="ADAL" clId="{FBFD55F7-05E5-4593-A169-4B7B6DE43092}" dt="2026-05-04T12:06:03.522" v="1908" actId="790"/>
          <ac:graphicFrameMkLst>
            <pc:docMk/>
            <pc:sldMk cId="3614074729" sldId="2147470685"/>
            <ac:graphicFrameMk id="12" creationId="{200FA491-0A34-AB62-21DB-E70E97D33B6C}"/>
          </ac:graphicFrameMkLst>
        </pc:graphicFrameChg>
      </pc:sldChg>
      <pc:sldChg chg="new del">
        <pc:chgData name="Kaik Xavier Marques de Oliveira" userId="3a389741-29f1-4230-909c-c14bc51cf8d0" providerId="ADAL" clId="{FBFD55F7-05E5-4593-A169-4B7B6DE43092}" dt="2026-05-04T11:06:39.442" v="1120" actId="2696"/>
        <pc:sldMkLst>
          <pc:docMk/>
          <pc:sldMk cId="1679012873" sldId="2147470686"/>
        </pc:sldMkLst>
      </pc:sldChg>
      <pc:sldChg chg="addSp delSp modSp add mod ord">
        <pc:chgData name="Kaik Xavier Marques de Oliveira" userId="3a389741-29f1-4230-909c-c14bc51cf8d0" providerId="ADAL" clId="{FBFD55F7-05E5-4593-A169-4B7B6DE43092}" dt="2026-05-04T21:00:10.309" v="2539" actId="478"/>
        <pc:sldMkLst>
          <pc:docMk/>
          <pc:sldMk cId="1953493554" sldId="2147470686"/>
        </pc:sldMkLst>
        <pc:spChg chg="mod">
          <ac:chgData name="Kaik Xavier Marques de Oliveira" userId="3a389741-29f1-4230-909c-c14bc51cf8d0" providerId="ADAL" clId="{FBFD55F7-05E5-4593-A169-4B7B6DE43092}" dt="2026-05-04T12:06:03.522" v="1908" actId="790"/>
          <ac:spMkLst>
            <pc:docMk/>
            <pc:sldMk cId="1953493554" sldId="2147470686"/>
            <ac:spMk id="2" creationId="{090D16CF-6E56-673D-2B03-373930DD8332}"/>
          </ac:spMkLst>
        </pc:spChg>
        <pc:spChg chg="del topLvl">
          <ac:chgData name="Kaik Xavier Marques de Oliveira" userId="3a389741-29f1-4230-909c-c14bc51cf8d0" providerId="ADAL" clId="{FBFD55F7-05E5-4593-A169-4B7B6DE43092}" dt="2026-05-04T11:07:37.439" v="1148" actId="478"/>
          <ac:spMkLst>
            <pc:docMk/>
            <pc:sldMk cId="1953493554" sldId="2147470686"/>
            <ac:spMk id="4" creationId="{03081139-6E60-C60E-1598-E662B0DA8230}"/>
          </ac:spMkLst>
        </pc:spChg>
        <pc:spChg chg="add mod">
          <ac:chgData name="Kaik Xavier Marques de Oliveira" userId="3a389741-29f1-4230-909c-c14bc51cf8d0" providerId="ADAL" clId="{FBFD55F7-05E5-4593-A169-4B7B6DE43092}" dt="2026-05-04T20:58:28.436" v="2524" actId="1076"/>
          <ac:spMkLst>
            <pc:docMk/>
            <pc:sldMk cId="1953493554" sldId="2147470686"/>
            <ac:spMk id="5" creationId="{D0AC06FB-E870-F590-EDF1-11668E804FCA}"/>
          </ac:spMkLst>
        </pc:spChg>
        <pc:spChg chg="add mod">
          <ac:chgData name="Kaik Xavier Marques de Oliveira" userId="3a389741-29f1-4230-909c-c14bc51cf8d0" providerId="ADAL" clId="{FBFD55F7-05E5-4593-A169-4B7B6DE43092}" dt="2026-05-04T20:58:28.436" v="2524" actId="1076"/>
          <ac:spMkLst>
            <pc:docMk/>
            <pc:sldMk cId="1953493554" sldId="2147470686"/>
            <ac:spMk id="6" creationId="{C8EF9085-28B2-4ACE-B03E-7F4E6A2E4591}"/>
          </ac:spMkLst>
        </pc:spChg>
        <pc:spChg chg="add mod">
          <ac:chgData name="Kaik Xavier Marques de Oliveira" userId="3a389741-29f1-4230-909c-c14bc51cf8d0" providerId="ADAL" clId="{FBFD55F7-05E5-4593-A169-4B7B6DE43092}" dt="2026-05-04T20:58:28.436" v="2524" actId="1076"/>
          <ac:spMkLst>
            <pc:docMk/>
            <pc:sldMk cId="1953493554" sldId="2147470686"/>
            <ac:spMk id="7" creationId="{AC2C9193-EC04-A0BC-E8B3-6342B6001BF0}"/>
          </ac:spMkLst>
        </pc:spChg>
        <pc:spChg chg="del topLvl">
          <ac:chgData name="Kaik Xavier Marques de Oliveira" userId="3a389741-29f1-4230-909c-c14bc51cf8d0" providerId="ADAL" clId="{FBFD55F7-05E5-4593-A169-4B7B6DE43092}" dt="2026-05-04T11:07:35.024" v="1147" actId="478"/>
          <ac:spMkLst>
            <pc:docMk/>
            <pc:sldMk cId="1953493554" sldId="2147470686"/>
            <ac:spMk id="8" creationId="{E8A2021C-5CDD-0E96-46B4-7FF60DC0DAB8}"/>
          </ac:spMkLst>
        </pc:spChg>
        <pc:spChg chg="add mod">
          <ac:chgData name="Kaik Xavier Marques de Oliveira" userId="3a389741-29f1-4230-909c-c14bc51cf8d0" providerId="ADAL" clId="{FBFD55F7-05E5-4593-A169-4B7B6DE43092}" dt="2026-05-04T20:58:28.436" v="2524" actId="1076"/>
          <ac:spMkLst>
            <pc:docMk/>
            <pc:sldMk cId="1953493554" sldId="2147470686"/>
            <ac:spMk id="9" creationId="{A5C2D93A-6F9E-4123-AB85-C12E21B57E03}"/>
          </ac:spMkLst>
        </pc:spChg>
        <pc:spChg chg="add mod">
          <ac:chgData name="Kaik Xavier Marques de Oliveira" userId="3a389741-29f1-4230-909c-c14bc51cf8d0" providerId="ADAL" clId="{FBFD55F7-05E5-4593-A169-4B7B6DE43092}" dt="2026-05-04T20:58:28.436" v="2524" actId="1076"/>
          <ac:spMkLst>
            <pc:docMk/>
            <pc:sldMk cId="1953493554" sldId="2147470686"/>
            <ac:spMk id="10" creationId="{8AFB6A7A-6955-CE66-C7E1-F67B93EA5F3E}"/>
          </ac:spMkLst>
        </pc:spChg>
        <pc:spChg chg="del mod">
          <ac:chgData name="Kaik Xavier Marques de Oliveira" userId="3a389741-29f1-4230-909c-c14bc51cf8d0" providerId="ADAL" clId="{FBFD55F7-05E5-4593-A169-4B7B6DE43092}" dt="2026-05-04T21:00:10.309" v="2539" actId="478"/>
          <ac:spMkLst>
            <pc:docMk/>
            <pc:sldMk cId="1953493554" sldId="2147470686"/>
            <ac:spMk id="11" creationId="{8D2C62A0-68DB-C34B-A767-A3F0A45DC455}"/>
          </ac:spMkLst>
        </pc:spChg>
        <pc:spChg chg="del">
          <ac:chgData name="Kaik Xavier Marques de Oliveira" userId="3a389741-29f1-4230-909c-c14bc51cf8d0" providerId="ADAL" clId="{FBFD55F7-05E5-4593-A169-4B7B6DE43092}" dt="2026-05-04T11:07:41.164" v="1149" actId="478"/>
          <ac:spMkLst>
            <pc:docMk/>
            <pc:sldMk cId="1953493554" sldId="2147470686"/>
            <ac:spMk id="13" creationId="{03162F83-A47F-F1EE-5201-56C34FA3D5D5}"/>
          </ac:spMkLst>
        </pc:spChg>
        <pc:spChg chg="add mod">
          <ac:chgData name="Kaik Xavier Marques de Oliveira" userId="3a389741-29f1-4230-909c-c14bc51cf8d0" providerId="ADAL" clId="{FBFD55F7-05E5-4593-A169-4B7B6DE43092}" dt="2026-05-04T20:58:28.436" v="2524" actId="1076"/>
          <ac:spMkLst>
            <pc:docMk/>
            <pc:sldMk cId="1953493554" sldId="2147470686"/>
            <ac:spMk id="14" creationId="{B004E23A-7298-B67F-3CCE-175101484E29}"/>
          </ac:spMkLst>
        </pc:spChg>
        <pc:spChg chg="add mod">
          <ac:chgData name="Kaik Xavier Marques de Oliveira" userId="3a389741-29f1-4230-909c-c14bc51cf8d0" providerId="ADAL" clId="{FBFD55F7-05E5-4593-A169-4B7B6DE43092}" dt="2026-05-04T20:58:28.436" v="2524" actId="1076"/>
          <ac:spMkLst>
            <pc:docMk/>
            <pc:sldMk cId="1953493554" sldId="2147470686"/>
            <ac:spMk id="15" creationId="{6AEC904C-E407-E71B-D048-11A77E0109E2}"/>
          </ac:spMkLst>
        </pc:spChg>
        <pc:spChg chg="add mod">
          <ac:chgData name="Kaik Xavier Marques de Oliveira" userId="3a389741-29f1-4230-909c-c14bc51cf8d0" providerId="ADAL" clId="{FBFD55F7-05E5-4593-A169-4B7B6DE43092}" dt="2026-05-04T20:58:28.436" v="2524" actId="1076"/>
          <ac:spMkLst>
            <pc:docMk/>
            <pc:sldMk cId="1953493554" sldId="2147470686"/>
            <ac:spMk id="16" creationId="{A4A0563E-BA0B-39E5-A070-DA7D30AA27A2}"/>
          </ac:spMkLst>
        </pc:spChg>
        <pc:spChg chg="add mod">
          <ac:chgData name="Kaik Xavier Marques de Oliveira" userId="3a389741-29f1-4230-909c-c14bc51cf8d0" providerId="ADAL" clId="{FBFD55F7-05E5-4593-A169-4B7B6DE43092}" dt="2026-05-04T20:58:28.436" v="2524" actId="1076"/>
          <ac:spMkLst>
            <pc:docMk/>
            <pc:sldMk cId="1953493554" sldId="2147470686"/>
            <ac:spMk id="17" creationId="{F8E1CFBF-3F1C-EAEC-5771-BEC0D8381501}"/>
          </ac:spMkLst>
        </pc:spChg>
        <pc:spChg chg="add mod">
          <ac:chgData name="Kaik Xavier Marques de Oliveira" userId="3a389741-29f1-4230-909c-c14bc51cf8d0" providerId="ADAL" clId="{FBFD55F7-05E5-4593-A169-4B7B6DE43092}" dt="2026-05-04T20:58:28.436" v="2524" actId="1076"/>
          <ac:spMkLst>
            <pc:docMk/>
            <pc:sldMk cId="1953493554" sldId="2147470686"/>
            <ac:spMk id="18" creationId="{764260B0-4BE0-8456-EF92-FD6A597AADD4}"/>
          </ac:spMkLst>
        </pc:spChg>
        <pc:grpChg chg="del">
          <ac:chgData name="Kaik Xavier Marques de Oliveira" userId="3a389741-29f1-4230-909c-c14bc51cf8d0" providerId="ADAL" clId="{FBFD55F7-05E5-4593-A169-4B7B6DE43092}" dt="2026-05-04T11:07:35.024" v="1147" actId="478"/>
          <ac:grpSpMkLst>
            <pc:docMk/>
            <pc:sldMk cId="1953493554" sldId="2147470686"/>
            <ac:grpSpMk id="12" creationId="{B8512596-D7F6-8DE5-A6B3-19A259D4E321}"/>
          </ac:grpSpMkLst>
        </pc:grpChg>
        <pc:picChg chg="add mod">
          <ac:chgData name="Kaik Xavier Marques de Oliveira" userId="3a389741-29f1-4230-909c-c14bc51cf8d0" providerId="ADAL" clId="{FBFD55F7-05E5-4593-A169-4B7B6DE43092}" dt="2026-05-04T11:11:36.646" v="1160" actId="2085"/>
          <ac:picMkLst>
            <pc:docMk/>
            <pc:sldMk cId="1953493554" sldId="2147470686"/>
            <ac:picMk id="3" creationId="{4AC5F677-F1DD-0DA0-B02E-7C097FDEB2E9}"/>
          </ac:picMkLst>
        </pc:picChg>
      </pc:sldChg>
      <pc:sldChg chg="addSp delSp modSp add mod modCm">
        <pc:chgData name="Kaik Xavier Marques de Oliveira" userId="3a389741-29f1-4230-909c-c14bc51cf8d0" providerId="ADAL" clId="{FBFD55F7-05E5-4593-A169-4B7B6DE43092}" dt="2026-05-04T12:18:45.246" v="2122" actId="1076"/>
        <pc:sldMkLst>
          <pc:docMk/>
          <pc:sldMk cId="1589862262" sldId="2147470687"/>
        </pc:sldMkLst>
        <pc:spChg chg="mod">
          <ac:chgData name="Kaik Xavier Marques de Oliveira" userId="3a389741-29f1-4230-909c-c14bc51cf8d0" providerId="ADAL" clId="{FBFD55F7-05E5-4593-A169-4B7B6DE43092}" dt="2026-05-04T12:06:03.522" v="1908" actId="790"/>
          <ac:spMkLst>
            <pc:docMk/>
            <pc:sldMk cId="1589862262" sldId="2147470687"/>
            <ac:spMk id="6" creationId="{F286493D-8B93-3D3C-CD00-1C139E2B2D4C}"/>
          </ac:spMkLst>
        </pc:spChg>
        <pc:spChg chg="mod">
          <ac:chgData name="Kaik Xavier Marques de Oliveira" userId="3a389741-29f1-4230-909c-c14bc51cf8d0" providerId="ADAL" clId="{FBFD55F7-05E5-4593-A169-4B7B6DE43092}" dt="2026-05-04T11:22:40.841" v="1339" actId="34136"/>
          <ac:spMkLst>
            <pc:docMk/>
            <pc:sldMk cId="1589862262" sldId="2147470687"/>
            <ac:spMk id="15" creationId="{BA96AB13-DE05-DB2D-F0F7-0084A37A3876}"/>
          </ac:spMkLst>
        </pc:spChg>
        <pc:spChg chg="mod">
          <ac:chgData name="Kaik Xavier Marques de Oliveira" userId="3a389741-29f1-4230-909c-c14bc51cf8d0" providerId="ADAL" clId="{FBFD55F7-05E5-4593-A169-4B7B6DE43092}" dt="2026-05-04T12:06:03.522" v="1908" actId="790"/>
          <ac:spMkLst>
            <pc:docMk/>
            <pc:sldMk cId="1589862262" sldId="2147470687"/>
            <ac:spMk id="21" creationId="{741204FD-71B5-9090-AFB0-F7B73EE0F4E4}"/>
          </ac:spMkLst>
        </pc:spChg>
        <pc:spChg chg="mod">
          <ac:chgData name="Kaik Xavier Marques de Oliveira" userId="3a389741-29f1-4230-909c-c14bc51cf8d0" providerId="ADAL" clId="{FBFD55F7-05E5-4593-A169-4B7B6DE43092}" dt="2026-05-04T11:22:40.841" v="1339" actId="34136"/>
          <ac:spMkLst>
            <pc:docMk/>
            <pc:sldMk cId="1589862262" sldId="2147470687"/>
            <ac:spMk id="25" creationId="{3E9A54C0-31DD-42C2-391A-0FD917BB9033}"/>
          </ac:spMkLst>
        </pc:spChg>
        <pc:spChg chg="mod">
          <ac:chgData name="Kaik Xavier Marques de Oliveira" userId="3a389741-29f1-4230-909c-c14bc51cf8d0" providerId="ADAL" clId="{FBFD55F7-05E5-4593-A169-4B7B6DE43092}" dt="2026-05-04T12:06:03.522" v="1908" actId="790"/>
          <ac:spMkLst>
            <pc:docMk/>
            <pc:sldMk cId="1589862262" sldId="2147470687"/>
            <ac:spMk id="26" creationId="{DA5A1746-6292-FAD1-CBCA-1020025B943B}"/>
          </ac:spMkLst>
        </pc:spChg>
        <pc:spChg chg="mod">
          <ac:chgData name="Kaik Xavier Marques de Oliveira" userId="3a389741-29f1-4230-909c-c14bc51cf8d0" providerId="ADAL" clId="{FBFD55F7-05E5-4593-A169-4B7B6DE43092}" dt="2026-05-04T12:06:03.522" v="1908" actId="790"/>
          <ac:spMkLst>
            <pc:docMk/>
            <pc:sldMk cId="1589862262" sldId="2147470687"/>
            <ac:spMk id="28" creationId="{7F9F7AE7-21B2-633E-388A-3561B11EFD89}"/>
          </ac:spMkLst>
        </pc:spChg>
        <pc:spChg chg="mod">
          <ac:chgData name="Kaik Xavier Marques de Oliveira" userId="3a389741-29f1-4230-909c-c14bc51cf8d0" providerId="ADAL" clId="{FBFD55F7-05E5-4593-A169-4B7B6DE43092}" dt="2026-05-04T12:06:03.522" v="1908" actId="790"/>
          <ac:spMkLst>
            <pc:docMk/>
            <pc:sldMk cId="1589862262" sldId="2147470687"/>
            <ac:spMk id="30" creationId="{A5438B08-603E-06A9-9A57-D837B47134C4}"/>
          </ac:spMkLst>
        </pc:spChg>
        <pc:spChg chg="mod">
          <ac:chgData name="Kaik Xavier Marques de Oliveira" userId="3a389741-29f1-4230-909c-c14bc51cf8d0" providerId="ADAL" clId="{FBFD55F7-05E5-4593-A169-4B7B6DE43092}" dt="2026-05-04T12:06:03.522" v="1908" actId="790"/>
          <ac:spMkLst>
            <pc:docMk/>
            <pc:sldMk cId="1589862262" sldId="2147470687"/>
            <ac:spMk id="31" creationId="{4495E618-E620-95B0-F5D6-7178B0F70414}"/>
          </ac:spMkLst>
        </pc:spChg>
        <pc:spChg chg="mod">
          <ac:chgData name="Kaik Xavier Marques de Oliveira" userId="3a389741-29f1-4230-909c-c14bc51cf8d0" providerId="ADAL" clId="{FBFD55F7-05E5-4593-A169-4B7B6DE43092}" dt="2026-05-04T12:06:03.522" v="1908" actId="790"/>
          <ac:spMkLst>
            <pc:docMk/>
            <pc:sldMk cId="1589862262" sldId="2147470687"/>
            <ac:spMk id="33" creationId="{5D957E24-A9B3-3719-EDD6-28D4AFFE36E9}"/>
          </ac:spMkLst>
        </pc:spChg>
        <pc:spChg chg="mod">
          <ac:chgData name="Kaik Xavier Marques de Oliveira" userId="3a389741-29f1-4230-909c-c14bc51cf8d0" providerId="ADAL" clId="{FBFD55F7-05E5-4593-A169-4B7B6DE43092}" dt="2026-05-04T12:06:03.522" v="1908" actId="790"/>
          <ac:spMkLst>
            <pc:docMk/>
            <pc:sldMk cId="1589862262" sldId="2147470687"/>
            <ac:spMk id="39" creationId="{45935216-FE31-2692-C293-C419350006BE}"/>
          </ac:spMkLst>
        </pc:spChg>
        <pc:spChg chg="mod">
          <ac:chgData name="Kaik Xavier Marques de Oliveira" userId="3a389741-29f1-4230-909c-c14bc51cf8d0" providerId="ADAL" clId="{FBFD55F7-05E5-4593-A169-4B7B6DE43092}" dt="2026-05-04T11:21:05.990" v="1328" actId="20577"/>
          <ac:spMkLst>
            <pc:docMk/>
            <pc:sldMk cId="1589862262" sldId="2147470687"/>
            <ac:spMk id="40" creationId="{77FC43D4-45A6-D20F-908C-761B233A8AEE}"/>
          </ac:spMkLst>
        </pc:spChg>
        <pc:spChg chg="mod">
          <ac:chgData name="Kaik Xavier Marques de Oliveira" userId="3a389741-29f1-4230-909c-c14bc51cf8d0" providerId="ADAL" clId="{FBFD55F7-05E5-4593-A169-4B7B6DE43092}" dt="2026-05-04T12:06:03.522" v="1908" actId="790"/>
          <ac:spMkLst>
            <pc:docMk/>
            <pc:sldMk cId="1589862262" sldId="2147470687"/>
            <ac:spMk id="41" creationId="{5282E932-2165-1979-FCA0-C0DD365B8074}"/>
          </ac:spMkLst>
        </pc:spChg>
        <pc:spChg chg="mod">
          <ac:chgData name="Kaik Xavier Marques de Oliveira" userId="3a389741-29f1-4230-909c-c14bc51cf8d0" providerId="ADAL" clId="{FBFD55F7-05E5-4593-A169-4B7B6DE43092}" dt="2026-05-04T11:20:20.371" v="1321"/>
          <ac:spMkLst>
            <pc:docMk/>
            <pc:sldMk cId="1589862262" sldId="2147470687"/>
            <ac:spMk id="54" creationId="{00D461EA-DD4C-FF5A-2DC7-3669DDBE76CB}"/>
          </ac:spMkLst>
        </pc:spChg>
        <pc:spChg chg="mod">
          <ac:chgData name="Kaik Xavier Marques de Oliveira" userId="3a389741-29f1-4230-909c-c14bc51cf8d0" providerId="ADAL" clId="{FBFD55F7-05E5-4593-A169-4B7B6DE43092}" dt="2026-05-04T12:06:03.522" v="1908" actId="790"/>
          <ac:spMkLst>
            <pc:docMk/>
            <pc:sldMk cId="1589862262" sldId="2147470687"/>
            <ac:spMk id="57" creationId="{2CAA6405-92D9-1065-9111-57C7DCE26823}"/>
          </ac:spMkLst>
        </pc:spChg>
        <pc:spChg chg="mod">
          <ac:chgData name="Kaik Xavier Marques de Oliveira" userId="3a389741-29f1-4230-909c-c14bc51cf8d0" providerId="ADAL" clId="{FBFD55F7-05E5-4593-A169-4B7B6DE43092}" dt="2026-05-04T11:24:32.932" v="1383" actId="20577"/>
          <ac:spMkLst>
            <pc:docMk/>
            <pc:sldMk cId="1589862262" sldId="2147470687"/>
            <ac:spMk id="66" creationId="{985CA0C9-EFBB-F2C7-B514-16C2CDDD13C2}"/>
          </ac:spMkLst>
        </pc:spChg>
        <pc:spChg chg="mod">
          <ac:chgData name="Kaik Xavier Marques de Oliveira" userId="3a389741-29f1-4230-909c-c14bc51cf8d0" providerId="ADAL" clId="{FBFD55F7-05E5-4593-A169-4B7B6DE43092}" dt="2026-05-04T11:20:30.460" v="1322"/>
          <ac:spMkLst>
            <pc:docMk/>
            <pc:sldMk cId="1589862262" sldId="2147470687"/>
            <ac:spMk id="69" creationId="{FBF37787-BECC-DA8C-0721-89F3AFBE0D86}"/>
          </ac:spMkLst>
        </pc:spChg>
        <pc:spChg chg="mod">
          <ac:chgData name="Kaik Xavier Marques de Oliveira" userId="3a389741-29f1-4230-909c-c14bc51cf8d0" providerId="ADAL" clId="{FBFD55F7-05E5-4593-A169-4B7B6DE43092}" dt="2026-05-04T11:25:44.554" v="1406" actId="13926"/>
          <ac:spMkLst>
            <pc:docMk/>
            <pc:sldMk cId="1589862262" sldId="2147470687"/>
            <ac:spMk id="84" creationId="{CEF8F990-3551-8C61-6FAF-9CB974E42A51}"/>
          </ac:spMkLst>
        </pc:spChg>
        <pc:spChg chg="mod">
          <ac:chgData name="Kaik Xavier Marques de Oliveira" userId="3a389741-29f1-4230-909c-c14bc51cf8d0" providerId="ADAL" clId="{FBFD55F7-05E5-4593-A169-4B7B6DE43092}" dt="2026-05-04T11:25:28.568" v="1405" actId="403"/>
          <ac:spMkLst>
            <pc:docMk/>
            <pc:sldMk cId="1589862262" sldId="2147470687"/>
            <ac:spMk id="87" creationId="{46D44B40-F2EC-A98A-969E-083EC7F355BD}"/>
          </ac:spMkLst>
        </pc:spChg>
        <pc:grpChg chg="mod">
          <ac:chgData name="Kaik Xavier Marques de Oliveira" userId="3a389741-29f1-4230-909c-c14bc51cf8d0" providerId="ADAL" clId="{FBFD55F7-05E5-4593-A169-4B7B6DE43092}" dt="2026-05-04T11:22:40.841" v="1339" actId="34136"/>
          <ac:grpSpMkLst>
            <pc:docMk/>
            <pc:sldMk cId="1589862262" sldId="2147470687"/>
            <ac:grpSpMk id="14" creationId="{F98F33C2-6EA1-3952-7A24-99605A9D5505}"/>
          </ac:grpSpMkLst>
        </pc:grpChg>
        <pc:picChg chg="add del mod">
          <ac:chgData name="Kaik Xavier Marques de Oliveira" userId="3a389741-29f1-4230-909c-c14bc51cf8d0" providerId="ADAL" clId="{FBFD55F7-05E5-4593-A169-4B7B6DE43092}" dt="2026-05-04T12:18:45.246" v="2122" actId="1076"/>
          <ac:picMkLst>
            <pc:docMk/>
            <pc:sldMk cId="1589862262" sldId="2147470687"/>
            <ac:picMk id="13" creationId="{6BC28191-C06C-96B9-8D2A-2F9F21FD5E2A}"/>
          </ac:picMkLst>
        </pc:picChg>
        <pc:picChg chg="add del mod">
          <ac:chgData name="Kaik Xavier Marques de Oliveira" userId="3a389741-29f1-4230-909c-c14bc51cf8d0" providerId="ADAL" clId="{FBFD55F7-05E5-4593-A169-4B7B6DE43092}" dt="2026-05-04T12:18:42.844" v="2120" actId="34136"/>
          <ac:picMkLst>
            <pc:docMk/>
            <pc:sldMk cId="1589862262" sldId="2147470687"/>
            <ac:picMk id="24" creationId="{D1464F5A-47CE-95EE-4A1B-510497050FE5}"/>
          </ac:picMkLst>
        </pc:picChg>
        <pc:extLst>
          <p:ext xmlns:p="http://schemas.openxmlformats.org/presentationml/2006/main" uri="{D6D511B9-2390-475A-947B-AFAB55BFBCF1}">
            <pc226:cmChg xmlns:pc226="http://schemas.microsoft.com/office/powerpoint/2022/06/main/command" chg="mod">
              <pc226:chgData name="Kaik Xavier Marques de Oliveira" userId="3a389741-29f1-4230-909c-c14bc51cf8d0" providerId="ADAL" clId="{FBFD55F7-05E5-4593-A169-4B7B6DE43092}" dt="2026-05-04T11:25:04.614" v="1400" actId="20577"/>
              <pc2:cmMkLst xmlns:pc2="http://schemas.microsoft.com/office/powerpoint/2019/9/main/command">
                <pc:docMk/>
                <pc:sldMk cId="1589862262" sldId="2147470687"/>
                <pc2:cmMk id="{C36352CE-0FF7-4497-99AA-965A4065148C}"/>
              </pc2:cmMkLst>
            </pc226:cmChg>
          </p:ext>
        </pc:extLst>
      </pc:sldChg>
      <pc:sldChg chg="addSp delSp modSp add del mod setBg">
        <pc:chgData name="Kaik Xavier Marques de Oliveira" userId="3a389741-29f1-4230-909c-c14bc51cf8d0" providerId="ADAL" clId="{FBFD55F7-05E5-4593-A169-4B7B6DE43092}" dt="2026-05-04T11:55:44.487" v="1751" actId="2696"/>
        <pc:sldMkLst>
          <pc:docMk/>
          <pc:sldMk cId="3047409562" sldId="2147470688"/>
        </pc:sldMkLst>
        <pc:spChg chg="add">
          <ac:chgData name="Kaik Xavier Marques de Oliveira" userId="3a389741-29f1-4230-909c-c14bc51cf8d0" providerId="ADAL" clId="{FBFD55F7-05E5-4593-A169-4B7B6DE43092}" dt="2026-05-04T11:33:45.636" v="1484"/>
          <ac:spMkLst>
            <pc:docMk/>
            <pc:sldMk cId="3047409562" sldId="2147470688"/>
            <ac:spMk id="2" creationId="{3CF9E1AC-4E9B-E127-B78E-413DE7A93ED4}"/>
          </ac:spMkLst>
        </pc:spChg>
        <pc:spChg chg="add">
          <ac:chgData name="Kaik Xavier Marques de Oliveira" userId="3a389741-29f1-4230-909c-c14bc51cf8d0" providerId="ADAL" clId="{FBFD55F7-05E5-4593-A169-4B7B6DE43092}" dt="2026-05-04T11:33:45.636" v="1484"/>
          <ac:spMkLst>
            <pc:docMk/>
            <pc:sldMk cId="3047409562" sldId="2147470688"/>
            <ac:spMk id="3" creationId="{4B526DF5-D836-C8CC-737D-ED7945C35EB7}"/>
          </ac:spMkLst>
        </pc:spChg>
        <pc:spChg chg="add">
          <ac:chgData name="Kaik Xavier Marques de Oliveira" userId="3a389741-29f1-4230-909c-c14bc51cf8d0" providerId="ADAL" clId="{FBFD55F7-05E5-4593-A169-4B7B6DE43092}" dt="2026-05-04T11:33:45.636" v="1484"/>
          <ac:spMkLst>
            <pc:docMk/>
            <pc:sldMk cId="3047409562" sldId="2147470688"/>
            <ac:spMk id="4" creationId="{9C8394C1-DC94-43F0-055D-8A734D9F20AE}"/>
          </ac:spMkLst>
        </pc:spChg>
        <pc:spChg chg="add">
          <ac:chgData name="Kaik Xavier Marques de Oliveira" userId="3a389741-29f1-4230-909c-c14bc51cf8d0" providerId="ADAL" clId="{FBFD55F7-05E5-4593-A169-4B7B6DE43092}" dt="2026-05-04T11:33:45.636" v="1484"/>
          <ac:spMkLst>
            <pc:docMk/>
            <pc:sldMk cId="3047409562" sldId="2147470688"/>
            <ac:spMk id="5" creationId="{625EA58A-D7BB-3B91-8CCF-03813F2C41B3}"/>
          </ac:spMkLst>
        </pc:spChg>
        <pc:spChg chg="mod">
          <ac:chgData name="Kaik Xavier Marques de Oliveira" userId="3a389741-29f1-4230-909c-c14bc51cf8d0" providerId="ADAL" clId="{FBFD55F7-05E5-4593-A169-4B7B6DE43092}" dt="2026-05-04T11:44:03.495" v="1595" actId="2711"/>
          <ac:spMkLst>
            <pc:docMk/>
            <pc:sldMk cId="3047409562" sldId="2147470688"/>
            <ac:spMk id="6" creationId="{38B5D24A-F90F-E5EE-3D7D-D9BF854DE020}"/>
          </ac:spMkLst>
        </pc:spChg>
        <pc:spChg chg="mod">
          <ac:chgData name="Kaik Xavier Marques de Oliveira" userId="3a389741-29f1-4230-909c-c14bc51cf8d0" providerId="ADAL" clId="{FBFD55F7-05E5-4593-A169-4B7B6DE43092}" dt="2026-05-04T11:38:37.635" v="1518"/>
          <ac:spMkLst>
            <pc:docMk/>
            <pc:sldMk cId="3047409562" sldId="2147470688"/>
            <ac:spMk id="7" creationId="{B2D498D0-B6E3-AB2A-E12A-8F9E80F4752D}"/>
          </ac:spMkLst>
        </pc:spChg>
        <pc:spChg chg="add mod">
          <ac:chgData name="Kaik Xavier Marques de Oliveira" userId="3a389741-29f1-4230-909c-c14bc51cf8d0" providerId="ADAL" clId="{FBFD55F7-05E5-4593-A169-4B7B6DE43092}" dt="2026-05-04T11:44:28.691" v="1604" actId="207"/>
          <ac:spMkLst>
            <pc:docMk/>
            <pc:sldMk cId="3047409562" sldId="2147470688"/>
            <ac:spMk id="8" creationId="{604C644A-5138-DA14-1B01-3D0B6E030427}"/>
          </ac:spMkLst>
        </pc:spChg>
        <pc:spChg chg="del">
          <ac:chgData name="Kaik Xavier Marques de Oliveira" userId="3a389741-29f1-4230-909c-c14bc51cf8d0" providerId="ADAL" clId="{FBFD55F7-05E5-4593-A169-4B7B6DE43092}" dt="2026-05-04T11:34:35.860" v="1485" actId="478"/>
          <ac:spMkLst>
            <pc:docMk/>
            <pc:sldMk cId="3047409562" sldId="2147470688"/>
            <ac:spMk id="10" creationId="{13154681-C68B-4D6E-E012-4070432FCB90}"/>
          </ac:spMkLst>
        </pc:spChg>
        <pc:spChg chg="del">
          <ac:chgData name="Kaik Xavier Marques de Oliveira" userId="3a389741-29f1-4230-909c-c14bc51cf8d0" providerId="ADAL" clId="{FBFD55F7-05E5-4593-A169-4B7B6DE43092}" dt="2026-05-04T11:34:35.860" v="1485" actId="478"/>
          <ac:spMkLst>
            <pc:docMk/>
            <pc:sldMk cId="3047409562" sldId="2147470688"/>
            <ac:spMk id="11" creationId="{178DC54C-05B6-4C29-F94C-F2113BE0D4F2}"/>
          </ac:spMkLst>
        </pc:spChg>
        <pc:spChg chg="add del mod">
          <ac:chgData name="Kaik Xavier Marques de Oliveira" userId="3a389741-29f1-4230-909c-c14bc51cf8d0" providerId="ADAL" clId="{FBFD55F7-05E5-4593-A169-4B7B6DE43092}" dt="2026-05-04T11:46:37.996" v="1653" actId="478"/>
          <ac:spMkLst>
            <pc:docMk/>
            <pc:sldMk cId="3047409562" sldId="2147470688"/>
            <ac:spMk id="12" creationId="{9D77567C-1DD2-F81D-8840-76CEAFC8C166}"/>
          </ac:spMkLst>
        </pc:spChg>
        <pc:spChg chg="add mod">
          <ac:chgData name="Kaik Xavier Marques de Oliveira" userId="3a389741-29f1-4230-909c-c14bc51cf8d0" providerId="ADAL" clId="{FBFD55F7-05E5-4593-A169-4B7B6DE43092}" dt="2026-05-04T11:44:18.133" v="1601" actId="207"/>
          <ac:spMkLst>
            <pc:docMk/>
            <pc:sldMk cId="3047409562" sldId="2147470688"/>
            <ac:spMk id="14" creationId="{8A16527F-DD52-A1C4-82D8-9A20B1C2148D}"/>
          </ac:spMkLst>
        </pc:spChg>
        <pc:spChg chg="add mod">
          <ac:chgData name="Kaik Xavier Marques de Oliveira" userId="3a389741-29f1-4230-909c-c14bc51cf8d0" providerId="ADAL" clId="{FBFD55F7-05E5-4593-A169-4B7B6DE43092}" dt="2026-05-04T11:44:33.401" v="1606" actId="207"/>
          <ac:spMkLst>
            <pc:docMk/>
            <pc:sldMk cId="3047409562" sldId="2147470688"/>
            <ac:spMk id="15" creationId="{16AF6177-34ED-76A0-A993-B9FAF1CC7079}"/>
          </ac:spMkLst>
        </pc:spChg>
        <pc:spChg chg="add del mod">
          <ac:chgData name="Kaik Xavier Marques de Oliveira" userId="3a389741-29f1-4230-909c-c14bc51cf8d0" providerId="ADAL" clId="{FBFD55F7-05E5-4593-A169-4B7B6DE43092}" dt="2026-05-04T11:46:37.996" v="1653" actId="478"/>
          <ac:spMkLst>
            <pc:docMk/>
            <pc:sldMk cId="3047409562" sldId="2147470688"/>
            <ac:spMk id="17" creationId="{812112A1-0369-A988-A31D-80CA3DB8E32B}"/>
          </ac:spMkLst>
        </pc:spChg>
        <pc:spChg chg="del">
          <ac:chgData name="Kaik Xavier Marques de Oliveira" userId="3a389741-29f1-4230-909c-c14bc51cf8d0" providerId="ADAL" clId="{FBFD55F7-05E5-4593-A169-4B7B6DE43092}" dt="2026-05-04T11:34:35.860" v="1485" actId="478"/>
          <ac:spMkLst>
            <pc:docMk/>
            <pc:sldMk cId="3047409562" sldId="2147470688"/>
            <ac:spMk id="18" creationId="{1D417A27-9317-A6CE-AFB1-990CD0B2B973}"/>
          </ac:spMkLst>
        </pc:spChg>
        <pc:spChg chg="del">
          <ac:chgData name="Kaik Xavier Marques de Oliveira" userId="3a389741-29f1-4230-909c-c14bc51cf8d0" providerId="ADAL" clId="{FBFD55F7-05E5-4593-A169-4B7B6DE43092}" dt="2026-05-04T11:34:35.860" v="1485" actId="478"/>
          <ac:spMkLst>
            <pc:docMk/>
            <pc:sldMk cId="3047409562" sldId="2147470688"/>
            <ac:spMk id="20" creationId="{C8E6DA0E-875D-3DC8-502A-2B7234068AE0}"/>
          </ac:spMkLst>
        </pc:spChg>
        <pc:spChg chg="add mod">
          <ac:chgData name="Kaik Xavier Marques de Oliveira" userId="3a389741-29f1-4230-909c-c14bc51cf8d0" providerId="ADAL" clId="{FBFD55F7-05E5-4593-A169-4B7B6DE43092}" dt="2026-05-04T11:44:23.865" v="1603" actId="207"/>
          <ac:spMkLst>
            <pc:docMk/>
            <pc:sldMk cId="3047409562" sldId="2147470688"/>
            <ac:spMk id="21" creationId="{B38C4A15-EE85-AB8C-CDE8-7209A0B4F2F5}"/>
          </ac:spMkLst>
        </pc:spChg>
        <pc:spChg chg="add mod">
          <ac:chgData name="Kaik Xavier Marques de Oliveira" userId="3a389741-29f1-4230-909c-c14bc51cf8d0" providerId="ADAL" clId="{FBFD55F7-05E5-4593-A169-4B7B6DE43092}" dt="2026-05-04T11:44:36.071" v="1607" actId="207"/>
          <ac:spMkLst>
            <pc:docMk/>
            <pc:sldMk cId="3047409562" sldId="2147470688"/>
            <ac:spMk id="22" creationId="{1943B9DC-19DE-6D27-97F4-4EF77FC4ECDE}"/>
          </ac:spMkLst>
        </pc:spChg>
        <pc:spChg chg="del">
          <ac:chgData name="Kaik Xavier Marques de Oliveira" userId="3a389741-29f1-4230-909c-c14bc51cf8d0" providerId="ADAL" clId="{FBFD55F7-05E5-4593-A169-4B7B6DE43092}" dt="2026-05-04T11:34:35.860" v="1485" actId="478"/>
          <ac:spMkLst>
            <pc:docMk/>
            <pc:sldMk cId="3047409562" sldId="2147470688"/>
            <ac:spMk id="25" creationId="{8D65DD8A-BAFD-48BF-EFC1-1245E1031AA3}"/>
          </ac:spMkLst>
        </pc:spChg>
        <pc:spChg chg="del">
          <ac:chgData name="Kaik Xavier Marques de Oliveira" userId="3a389741-29f1-4230-909c-c14bc51cf8d0" providerId="ADAL" clId="{FBFD55F7-05E5-4593-A169-4B7B6DE43092}" dt="2026-05-04T11:34:35.860" v="1485" actId="478"/>
          <ac:spMkLst>
            <pc:docMk/>
            <pc:sldMk cId="3047409562" sldId="2147470688"/>
            <ac:spMk id="27" creationId="{231F3B37-9B9B-C4F6-FCFE-07D7791BFE79}"/>
          </ac:spMkLst>
        </pc:spChg>
        <pc:spChg chg="del">
          <ac:chgData name="Kaik Xavier Marques de Oliveira" userId="3a389741-29f1-4230-909c-c14bc51cf8d0" providerId="ADAL" clId="{FBFD55F7-05E5-4593-A169-4B7B6DE43092}" dt="2026-05-04T11:34:35.860" v="1485" actId="478"/>
          <ac:spMkLst>
            <pc:docMk/>
            <pc:sldMk cId="3047409562" sldId="2147470688"/>
            <ac:spMk id="28" creationId="{3740F8C3-E47C-BC37-BBA3-324BED6CDA1E}"/>
          </ac:spMkLst>
        </pc:spChg>
        <pc:spChg chg="del">
          <ac:chgData name="Kaik Xavier Marques de Oliveira" userId="3a389741-29f1-4230-909c-c14bc51cf8d0" providerId="ADAL" clId="{FBFD55F7-05E5-4593-A169-4B7B6DE43092}" dt="2026-05-04T11:32:51.055" v="1483" actId="478"/>
          <ac:spMkLst>
            <pc:docMk/>
            <pc:sldMk cId="3047409562" sldId="2147470688"/>
            <ac:spMk id="30" creationId="{A89C493E-5A8D-07BB-3E8A-10CDDBD376B2}"/>
          </ac:spMkLst>
        </pc:spChg>
        <pc:spChg chg="del">
          <ac:chgData name="Kaik Xavier Marques de Oliveira" userId="3a389741-29f1-4230-909c-c14bc51cf8d0" providerId="ADAL" clId="{FBFD55F7-05E5-4593-A169-4B7B6DE43092}" dt="2026-05-04T11:34:41.997" v="1486" actId="478"/>
          <ac:spMkLst>
            <pc:docMk/>
            <pc:sldMk cId="3047409562" sldId="2147470688"/>
            <ac:spMk id="32" creationId="{78A26A7C-A718-16D7-6C98-414D05B7917F}"/>
          </ac:spMkLst>
        </pc:spChg>
        <pc:spChg chg="add del mod">
          <ac:chgData name="Kaik Xavier Marques de Oliveira" userId="3a389741-29f1-4230-909c-c14bc51cf8d0" providerId="ADAL" clId="{FBFD55F7-05E5-4593-A169-4B7B6DE43092}" dt="2026-05-04T11:46:37.996" v="1653" actId="478"/>
          <ac:spMkLst>
            <pc:docMk/>
            <pc:sldMk cId="3047409562" sldId="2147470688"/>
            <ac:spMk id="33" creationId="{4F02593D-357B-3265-5C25-4C35C9E239EB}"/>
          </ac:spMkLst>
        </pc:spChg>
        <pc:spChg chg="mod">
          <ac:chgData name="Kaik Xavier Marques de Oliveira" userId="3a389741-29f1-4230-909c-c14bc51cf8d0" providerId="ADAL" clId="{FBFD55F7-05E5-4593-A169-4B7B6DE43092}" dt="2026-05-04T11:44:12.344" v="1599" actId="207"/>
          <ac:spMkLst>
            <pc:docMk/>
            <pc:sldMk cId="3047409562" sldId="2147470688"/>
            <ac:spMk id="35" creationId="{227B4E1B-7D31-00EA-6FA2-5FD4B6322743}"/>
          </ac:spMkLst>
        </pc:spChg>
        <pc:spChg chg="mod">
          <ac:chgData name="Kaik Xavier Marques de Oliveira" userId="3a389741-29f1-4230-909c-c14bc51cf8d0" providerId="ADAL" clId="{FBFD55F7-05E5-4593-A169-4B7B6DE43092}" dt="2026-05-04T11:44:31.335" v="1605" actId="207"/>
          <ac:spMkLst>
            <pc:docMk/>
            <pc:sldMk cId="3047409562" sldId="2147470688"/>
            <ac:spMk id="36" creationId="{2508B112-C4EC-924B-5DEA-F1EAA7C823F6}"/>
          </ac:spMkLst>
        </pc:spChg>
        <pc:spChg chg="add del mod">
          <ac:chgData name="Kaik Xavier Marques de Oliveira" userId="3a389741-29f1-4230-909c-c14bc51cf8d0" providerId="ADAL" clId="{FBFD55F7-05E5-4593-A169-4B7B6DE43092}" dt="2026-05-04T11:46:37.996" v="1653" actId="478"/>
          <ac:spMkLst>
            <pc:docMk/>
            <pc:sldMk cId="3047409562" sldId="2147470688"/>
            <ac:spMk id="38" creationId="{5DCB0DD7-830B-71F2-09E8-9BE7143E1AAA}"/>
          </ac:spMkLst>
        </pc:spChg>
        <pc:spChg chg="add del mod">
          <ac:chgData name="Kaik Xavier Marques de Oliveira" userId="3a389741-29f1-4230-909c-c14bc51cf8d0" providerId="ADAL" clId="{FBFD55F7-05E5-4593-A169-4B7B6DE43092}" dt="2026-05-04T11:38:24.167" v="1516" actId="478"/>
          <ac:spMkLst>
            <pc:docMk/>
            <pc:sldMk cId="3047409562" sldId="2147470688"/>
            <ac:spMk id="40" creationId="{B2CFBE24-37A4-B080-79E7-845095B3DEB6}"/>
          </ac:spMkLst>
        </pc:spChg>
        <pc:spChg chg="add mod">
          <ac:chgData name="Kaik Xavier Marques de Oliveira" userId="3a389741-29f1-4230-909c-c14bc51cf8d0" providerId="ADAL" clId="{FBFD55F7-05E5-4593-A169-4B7B6DE43092}" dt="2026-05-04T11:43:31.261" v="1593" actId="403"/>
          <ac:spMkLst>
            <pc:docMk/>
            <pc:sldMk cId="3047409562" sldId="2147470688"/>
            <ac:spMk id="42" creationId="{058A59B9-F988-47BC-0B34-B20EC81B6159}"/>
          </ac:spMkLst>
        </pc:spChg>
        <pc:spChg chg="add mod">
          <ac:chgData name="Kaik Xavier Marques de Oliveira" userId="3a389741-29f1-4230-909c-c14bc51cf8d0" providerId="ADAL" clId="{FBFD55F7-05E5-4593-A169-4B7B6DE43092}" dt="2026-05-04T11:47:28.310" v="1667" actId="1076"/>
          <ac:spMkLst>
            <pc:docMk/>
            <pc:sldMk cId="3047409562" sldId="2147470688"/>
            <ac:spMk id="44" creationId="{E21DA33F-66D5-6AAB-153E-00E9C6E2FC57}"/>
          </ac:spMkLst>
        </pc:spChg>
        <pc:spChg chg="add mod">
          <ac:chgData name="Kaik Xavier Marques de Oliveira" userId="3a389741-29f1-4230-909c-c14bc51cf8d0" providerId="ADAL" clId="{FBFD55F7-05E5-4593-A169-4B7B6DE43092}" dt="2026-05-04T11:48:22.083" v="1679" actId="1076"/>
          <ac:spMkLst>
            <pc:docMk/>
            <pc:sldMk cId="3047409562" sldId="2147470688"/>
            <ac:spMk id="47" creationId="{D9B11EB3-2EFB-DDE6-DD00-E4D0F37CA2EA}"/>
          </ac:spMkLst>
        </pc:spChg>
        <pc:spChg chg="add mod">
          <ac:chgData name="Kaik Xavier Marques de Oliveira" userId="3a389741-29f1-4230-909c-c14bc51cf8d0" providerId="ADAL" clId="{FBFD55F7-05E5-4593-A169-4B7B6DE43092}" dt="2026-05-04T11:46:19.349" v="1646" actId="571"/>
          <ac:spMkLst>
            <pc:docMk/>
            <pc:sldMk cId="3047409562" sldId="2147470688"/>
            <ac:spMk id="50" creationId="{8E0EDA64-80D9-3BC0-9401-561645B3A50E}"/>
          </ac:spMkLst>
        </pc:spChg>
        <pc:spChg chg="add mod">
          <ac:chgData name="Kaik Xavier Marques de Oliveira" userId="3a389741-29f1-4230-909c-c14bc51cf8d0" providerId="ADAL" clId="{FBFD55F7-05E5-4593-A169-4B7B6DE43092}" dt="2026-05-04T11:46:19.349" v="1646" actId="571"/>
          <ac:spMkLst>
            <pc:docMk/>
            <pc:sldMk cId="3047409562" sldId="2147470688"/>
            <ac:spMk id="53" creationId="{D0239F1D-2C9A-AC68-F909-873B7CF4DFE8}"/>
          </ac:spMkLst>
        </pc:spChg>
        <pc:spChg chg="add mod">
          <ac:chgData name="Kaik Xavier Marques de Oliveira" userId="3a389741-29f1-4230-909c-c14bc51cf8d0" providerId="ADAL" clId="{FBFD55F7-05E5-4593-A169-4B7B6DE43092}" dt="2026-05-04T11:48:48.954" v="1684" actId="1076"/>
          <ac:spMkLst>
            <pc:docMk/>
            <pc:sldMk cId="3047409562" sldId="2147470688"/>
            <ac:spMk id="55" creationId="{2C4DD363-D8FC-90C5-2F35-032F11A24AC0}"/>
          </ac:spMkLst>
        </pc:spChg>
        <pc:spChg chg="add mod">
          <ac:chgData name="Kaik Xavier Marques de Oliveira" userId="3a389741-29f1-4230-909c-c14bc51cf8d0" providerId="ADAL" clId="{FBFD55F7-05E5-4593-A169-4B7B6DE43092}" dt="2026-05-04T11:48:45.210" v="1683"/>
          <ac:spMkLst>
            <pc:docMk/>
            <pc:sldMk cId="3047409562" sldId="2147470688"/>
            <ac:spMk id="56" creationId="{7D9DB3CC-0B17-71F2-11DC-23D304717CDB}"/>
          </ac:spMkLst>
        </pc:spChg>
        <pc:spChg chg="add mod">
          <ac:chgData name="Kaik Xavier Marques de Oliveira" userId="3a389741-29f1-4230-909c-c14bc51cf8d0" providerId="ADAL" clId="{FBFD55F7-05E5-4593-A169-4B7B6DE43092}" dt="2026-05-04T11:49:23.629" v="1707" actId="1037"/>
          <ac:spMkLst>
            <pc:docMk/>
            <pc:sldMk cId="3047409562" sldId="2147470688"/>
            <ac:spMk id="57" creationId="{1C270B30-AC1B-988F-9CE0-BE3BC6788724}"/>
          </ac:spMkLst>
        </pc:spChg>
        <pc:picChg chg="add del">
          <ac:chgData name="Kaik Xavier Marques de Oliveira" userId="3a389741-29f1-4230-909c-c14bc51cf8d0" providerId="ADAL" clId="{FBFD55F7-05E5-4593-A169-4B7B6DE43092}" dt="2026-05-04T11:46:30.132" v="1652" actId="478"/>
          <ac:picMkLst>
            <pc:docMk/>
            <pc:sldMk cId="3047409562" sldId="2147470688"/>
            <ac:picMk id="9" creationId="{39215691-5AF3-875A-06DE-2C669B96008D}"/>
          </ac:picMkLst>
        </pc:picChg>
        <pc:picChg chg="del mod">
          <ac:chgData name="Kaik Xavier Marques de Oliveira" userId="3a389741-29f1-4230-909c-c14bc51cf8d0" providerId="ADAL" clId="{FBFD55F7-05E5-4593-A169-4B7B6DE43092}" dt="2026-05-04T11:46:39.781" v="1654" actId="478"/>
          <ac:picMkLst>
            <pc:docMk/>
            <pc:sldMk cId="3047409562" sldId="2147470688"/>
            <ac:picMk id="13" creationId="{8DB7E4F6-80BD-CB47-2792-4D581263FCAA}"/>
          </ac:picMkLst>
        </pc:picChg>
        <pc:picChg chg="add del">
          <ac:chgData name="Kaik Xavier Marques de Oliveira" userId="3a389741-29f1-4230-909c-c14bc51cf8d0" providerId="ADAL" clId="{FBFD55F7-05E5-4593-A169-4B7B6DE43092}" dt="2026-05-04T11:46:29.432" v="1651" actId="478"/>
          <ac:picMkLst>
            <pc:docMk/>
            <pc:sldMk cId="3047409562" sldId="2147470688"/>
            <ac:picMk id="16" creationId="{72FD6325-EF89-BA87-8899-9E5674DC536C}"/>
          </ac:picMkLst>
        </pc:picChg>
        <pc:picChg chg="del mod">
          <ac:chgData name="Kaik Xavier Marques de Oliveira" userId="3a389741-29f1-4230-909c-c14bc51cf8d0" providerId="ADAL" clId="{FBFD55F7-05E5-4593-A169-4B7B6DE43092}" dt="2026-05-04T11:46:40.767" v="1655" actId="478"/>
          <ac:picMkLst>
            <pc:docMk/>
            <pc:sldMk cId="3047409562" sldId="2147470688"/>
            <ac:picMk id="19" creationId="{E6D7B044-9C3D-6C0B-12C3-D859FE27570C}"/>
          </ac:picMkLst>
        </pc:picChg>
        <pc:picChg chg="del">
          <ac:chgData name="Kaik Xavier Marques de Oliveira" userId="3a389741-29f1-4230-909c-c14bc51cf8d0" providerId="ADAL" clId="{FBFD55F7-05E5-4593-A169-4B7B6DE43092}" dt="2026-05-04T11:34:35.860" v="1485" actId="478"/>
          <ac:picMkLst>
            <pc:docMk/>
            <pc:sldMk cId="3047409562" sldId="2147470688"/>
            <ac:picMk id="23" creationId="{69CCCDA8-6C1E-5659-893D-5F747D3F5174}"/>
          </ac:picMkLst>
        </pc:picChg>
        <pc:picChg chg="add del">
          <ac:chgData name="Kaik Xavier Marques de Oliveira" userId="3a389741-29f1-4230-909c-c14bc51cf8d0" providerId="ADAL" clId="{FBFD55F7-05E5-4593-A169-4B7B6DE43092}" dt="2026-05-04T11:46:28.859" v="1650" actId="478"/>
          <ac:picMkLst>
            <pc:docMk/>
            <pc:sldMk cId="3047409562" sldId="2147470688"/>
            <ac:picMk id="24" creationId="{F9F89141-AF7D-5E35-6053-AE280D84CEE6}"/>
          </ac:picMkLst>
        </pc:picChg>
        <pc:picChg chg="del">
          <ac:chgData name="Kaik Xavier Marques de Oliveira" userId="3a389741-29f1-4230-909c-c14bc51cf8d0" providerId="ADAL" clId="{FBFD55F7-05E5-4593-A169-4B7B6DE43092}" dt="2026-05-04T11:34:35.860" v="1485" actId="478"/>
          <ac:picMkLst>
            <pc:docMk/>
            <pc:sldMk cId="3047409562" sldId="2147470688"/>
            <ac:picMk id="26" creationId="{69D3F123-C12B-1DD1-BD53-F7425F602164}"/>
          </ac:picMkLst>
        </pc:picChg>
        <pc:picChg chg="del">
          <ac:chgData name="Kaik Xavier Marques de Oliveira" userId="3a389741-29f1-4230-909c-c14bc51cf8d0" providerId="ADAL" clId="{FBFD55F7-05E5-4593-A169-4B7B6DE43092}" dt="2026-05-04T11:32:49.731" v="1482" actId="478"/>
          <ac:picMkLst>
            <pc:docMk/>
            <pc:sldMk cId="3047409562" sldId="2147470688"/>
            <ac:picMk id="29" creationId="{9E0C8564-D3AF-8DE3-41B3-8638F4B0D9AE}"/>
          </ac:picMkLst>
        </pc:picChg>
        <pc:picChg chg="del">
          <ac:chgData name="Kaik Xavier Marques de Oliveira" userId="3a389741-29f1-4230-909c-c14bc51cf8d0" providerId="ADAL" clId="{FBFD55F7-05E5-4593-A169-4B7B6DE43092}" dt="2026-05-04T11:34:35.860" v="1485" actId="478"/>
          <ac:picMkLst>
            <pc:docMk/>
            <pc:sldMk cId="3047409562" sldId="2147470688"/>
            <ac:picMk id="31" creationId="{112B8F22-EC59-BA52-3AEF-A8BFACAE75A1}"/>
          </ac:picMkLst>
        </pc:picChg>
        <pc:picChg chg="del mod">
          <ac:chgData name="Kaik Xavier Marques de Oliveira" userId="3a389741-29f1-4230-909c-c14bc51cf8d0" providerId="ADAL" clId="{FBFD55F7-05E5-4593-A169-4B7B6DE43092}" dt="2026-05-04T11:46:42.084" v="1656" actId="478"/>
          <ac:picMkLst>
            <pc:docMk/>
            <pc:sldMk cId="3047409562" sldId="2147470688"/>
            <ac:picMk id="34" creationId="{0B09E34F-23A5-9A04-D966-6F2E5291FB0D}"/>
          </ac:picMkLst>
        </pc:picChg>
        <pc:picChg chg="add del">
          <ac:chgData name="Kaik Xavier Marques de Oliveira" userId="3a389741-29f1-4230-909c-c14bc51cf8d0" providerId="ADAL" clId="{FBFD55F7-05E5-4593-A169-4B7B6DE43092}" dt="2026-05-04T11:46:27.988" v="1649" actId="478"/>
          <ac:picMkLst>
            <pc:docMk/>
            <pc:sldMk cId="3047409562" sldId="2147470688"/>
            <ac:picMk id="37" creationId="{08B4078B-207F-B4E0-F34E-1055AAA918D5}"/>
          </ac:picMkLst>
        </pc:picChg>
        <pc:picChg chg="del mod">
          <ac:chgData name="Kaik Xavier Marques de Oliveira" userId="3a389741-29f1-4230-909c-c14bc51cf8d0" providerId="ADAL" clId="{FBFD55F7-05E5-4593-A169-4B7B6DE43092}" dt="2026-05-04T11:46:43.380" v="1657" actId="478"/>
          <ac:picMkLst>
            <pc:docMk/>
            <pc:sldMk cId="3047409562" sldId="2147470688"/>
            <ac:picMk id="39" creationId="{92F7E1BA-CC03-8181-D029-2EEA5B12F665}"/>
          </ac:picMkLst>
        </pc:picChg>
        <pc:picChg chg="add mod">
          <ac:chgData name="Kaik Xavier Marques de Oliveira" userId="3a389741-29f1-4230-909c-c14bc51cf8d0" providerId="ADAL" clId="{FBFD55F7-05E5-4593-A169-4B7B6DE43092}" dt="2026-05-04T11:47:11.696" v="1666" actId="1076"/>
          <ac:picMkLst>
            <pc:docMk/>
            <pc:sldMk cId="3047409562" sldId="2147470688"/>
            <ac:picMk id="43" creationId="{45CD4CF8-357C-B1CD-155B-8129733B0EC5}"/>
          </ac:picMkLst>
        </pc:picChg>
        <pc:picChg chg="add mod">
          <ac:chgData name="Kaik Xavier Marques de Oliveira" userId="3a389741-29f1-4230-909c-c14bc51cf8d0" providerId="ADAL" clId="{FBFD55F7-05E5-4593-A169-4B7B6DE43092}" dt="2026-05-04T11:47:48.450" v="1674" actId="1076"/>
          <ac:picMkLst>
            <pc:docMk/>
            <pc:sldMk cId="3047409562" sldId="2147470688"/>
            <ac:picMk id="45" creationId="{8BB57042-1191-C8D9-0A43-6DD59A7E2A94}"/>
          </ac:picMkLst>
        </pc:picChg>
        <pc:picChg chg="add mod">
          <ac:chgData name="Kaik Xavier Marques de Oliveira" userId="3a389741-29f1-4230-909c-c14bc51cf8d0" providerId="ADAL" clId="{FBFD55F7-05E5-4593-A169-4B7B6DE43092}" dt="2026-05-04T11:47:40.898" v="1672" actId="1076"/>
          <ac:picMkLst>
            <pc:docMk/>
            <pc:sldMk cId="3047409562" sldId="2147470688"/>
            <ac:picMk id="46" creationId="{98313FE3-0B22-0F97-282F-52D2C8DABDDC}"/>
          </ac:picMkLst>
        </pc:picChg>
        <pc:picChg chg="add mod">
          <ac:chgData name="Kaik Xavier Marques de Oliveira" userId="3a389741-29f1-4230-909c-c14bc51cf8d0" providerId="ADAL" clId="{FBFD55F7-05E5-4593-A169-4B7B6DE43092}" dt="2026-05-04T11:48:25.709" v="1680" actId="1076"/>
          <ac:picMkLst>
            <pc:docMk/>
            <pc:sldMk cId="3047409562" sldId="2147470688"/>
            <ac:picMk id="48" creationId="{FE0597C7-0CF3-6404-88D9-E3DCD0F103F1}"/>
          </ac:picMkLst>
        </pc:picChg>
        <pc:picChg chg="add mod">
          <ac:chgData name="Kaik Xavier Marques de Oliveira" userId="3a389741-29f1-4230-909c-c14bc51cf8d0" providerId="ADAL" clId="{FBFD55F7-05E5-4593-A169-4B7B6DE43092}" dt="2026-05-04T11:46:19.349" v="1646" actId="571"/>
          <ac:picMkLst>
            <pc:docMk/>
            <pc:sldMk cId="3047409562" sldId="2147470688"/>
            <ac:picMk id="49" creationId="{7DCC0E05-7DE5-4746-FC17-8D86EAD612C0}"/>
          </ac:picMkLst>
        </pc:picChg>
        <pc:picChg chg="add mod">
          <ac:chgData name="Kaik Xavier Marques de Oliveira" userId="3a389741-29f1-4230-909c-c14bc51cf8d0" providerId="ADAL" clId="{FBFD55F7-05E5-4593-A169-4B7B6DE43092}" dt="2026-05-04T11:46:19.349" v="1646" actId="571"/>
          <ac:picMkLst>
            <pc:docMk/>
            <pc:sldMk cId="3047409562" sldId="2147470688"/>
            <ac:picMk id="51" creationId="{7AE9B87D-D54D-F112-5D90-7FC94664CA6A}"/>
          </ac:picMkLst>
        </pc:picChg>
        <pc:picChg chg="add mod">
          <ac:chgData name="Kaik Xavier Marques de Oliveira" userId="3a389741-29f1-4230-909c-c14bc51cf8d0" providerId="ADAL" clId="{FBFD55F7-05E5-4593-A169-4B7B6DE43092}" dt="2026-05-04T11:46:19.349" v="1646" actId="571"/>
          <ac:picMkLst>
            <pc:docMk/>
            <pc:sldMk cId="3047409562" sldId="2147470688"/>
            <ac:picMk id="52" creationId="{12314D7C-F29F-949A-30D7-D5DB5EA4F8FC}"/>
          </ac:picMkLst>
        </pc:picChg>
        <pc:picChg chg="add mod">
          <ac:chgData name="Kaik Xavier Marques de Oliveira" userId="3a389741-29f1-4230-909c-c14bc51cf8d0" providerId="ADAL" clId="{FBFD55F7-05E5-4593-A169-4B7B6DE43092}" dt="2026-05-04T11:46:19.349" v="1646" actId="571"/>
          <ac:picMkLst>
            <pc:docMk/>
            <pc:sldMk cId="3047409562" sldId="2147470688"/>
            <ac:picMk id="54" creationId="{1418EA32-0655-E6E7-7B77-73FC6832D970}"/>
          </ac:picMkLst>
        </pc:picChg>
        <pc:picChg chg="add">
          <ac:chgData name="Kaik Xavier Marques de Oliveira" userId="3a389741-29f1-4230-909c-c14bc51cf8d0" providerId="ADAL" clId="{FBFD55F7-05E5-4593-A169-4B7B6DE43092}" dt="2026-05-04T11:33:45.636" v="1484"/>
          <ac:picMkLst>
            <pc:docMk/>
            <pc:sldMk cId="3047409562" sldId="2147470688"/>
            <ac:picMk id="1030" creationId="{EBD70FE5-74CB-EBA0-635C-85FA19F8E9EA}"/>
          </ac:picMkLst>
        </pc:picChg>
        <pc:picChg chg="add">
          <ac:chgData name="Kaik Xavier Marques de Oliveira" userId="3a389741-29f1-4230-909c-c14bc51cf8d0" providerId="ADAL" clId="{FBFD55F7-05E5-4593-A169-4B7B6DE43092}" dt="2026-05-04T11:33:45.636" v="1484"/>
          <ac:picMkLst>
            <pc:docMk/>
            <pc:sldMk cId="3047409562" sldId="2147470688"/>
            <ac:picMk id="1031" creationId="{DA856DAD-128E-969C-E730-E44B14BB559B}"/>
          </ac:picMkLst>
        </pc:picChg>
        <pc:picChg chg="add">
          <ac:chgData name="Kaik Xavier Marques de Oliveira" userId="3a389741-29f1-4230-909c-c14bc51cf8d0" providerId="ADAL" clId="{FBFD55F7-05E5-4593-A169-4B7B6DE43092}" dt="2026-05-04T11:33:45.636" v="1484"/>
          <ac:picMkLst>
            <pc:docMk/>
            <pc:sldMk cId="3047409562" sldId="2147470688"/>
            <ac:picMk id="1032" creationId="{45D6F2F0-CE74-EE4C-4961-92FB8D15DC56}"/>
          </ac:picMkLst>
        </pc:picChg>
        <pc:picChg chg="add">
          <ac:chgData name="Kaik Xavier Marques de Oliveira" userId="3a389741-29f1-4230-909c-c14bc51cf8d0" providerId="ADAL" clId="{FBFD55F7-05E5-4593-A169-4B7B6DE43092}" dt="2026-05-04T11:33:45.636" v="1484"/>
          <ac:picMkLst>
            <pc:docMk/>
            <pc:sldMk cId="3047409562" sldId="2147470688"/>
            <ac:picMk id="1033" creationId="{F210E5E7-5B03-59B9-423E-279D00D177A2}"/>
          </ac:picMkLst>
        </pc:picChg>
      </pc:sldChg>
      <pc:sldChg chg="addSp modSp add del mod">
        <pc:chgData name="Kaik Xavier Marques de Oliveira" userId="3a389741-29f1-4230-909c-c14bc51cf8d0" providerId="ADAL" clId="{FBFD55F7-05E5-4593-A169-4B7B6DE43092}" dt="2026-05-04T12:06:03.522" v="1908" actId="790"/>
        <pc:sldMkLst>
          <pc:docMk/>
          <pc:sldMk cId="4111465171" sldId="2147470689"/>
        </pc:sldMkLst>
        <pc:spChg chg="mod">
          <ac:chgData name="Kaik Xavier Marques de Oliveira" userId="3a389741-29f1-4230-909c-c14bc51cf8d0" providerId="ADAL" clId="{FBFD55F7-05E5-4593-A169-4B7B6DE43092}" dt="2026-05-04T12:06:03.522" v="1908" actId="790"/>
          <ac:spMkLst>
            <pc:docMk/>
            <pc:sldMk cId="4111465171" sldId="2147470689"/>
            <ac:spMk id="2" creationId="{32E52C93-EB44-4749-1777-166C649B5AE6}"/>
          </ac:spMkLst>
        </pc:spChg>
        <pc:spChg chg="add mod">
          <ac:chgData name="Kaik Xavier Marques de Oliveira" userId="3a389741-29f1-4230-909c-c14bc51cf8d0" providerId="ADAL" clId="{FBFD55F7-05E5-4593-A169-4B7B6DE43092}" dt="2026-05-04T11:54:54.214" v="1739"/>
          <ac:spMkLst>
            <pc:docMk/>
            <pc:sldMk cId="4111465171" sldId="2147470689"/>
            <ac:spMk id="3" creationId="{B6512EBE-1D73-51FC-071B-2F268C95BD90}"/>
          </ac:spMkLst>
        </pc:spChg>
        <pc:spChg chg="add mod">
          <ac:chgData name="Kaik Xavier Marques de Oliveira" userId="3a389741-29f1-4230-909c-c14bc51cf8d0" providerId="ADAL" clId="{FBFD55F7-05E5-4593-A169-4B7B6DE43092}" dt="2026-05-04T11:54:54.214" v="1739"/>
          <ac:spMkLst>
            <pc:docMk/>
            <pc:sldMk cId="4111465171" sldId="2147470689"/>
            <ac:spMk id="4" creationId="{B289E051-A514-22FF-807A-F89C20F64E46}"/>
          </ac:spMkLst>
        </pc:spChg>
        <pc:spChg chg="add mod">
          <ac:chgData name="Kaik Xavier Marques de Oliveira" userId="3a389741-29f1-4230-909c-c14bc51cf8d0" providerId="ADAL" clId="{FBFD55F7-05E5-4593-A169-4B7B6DE43092}" dt="2026-05-04T11:54:54.214" v="1739"/>
          <ac:spMkLst>
            <pc:docMk/>
            <pc:sldMk cId="4111465171" sldId="2147470689"/>
            <ac:spMk id="5" creationId="{3B0EF4C5-4CAC-C4A2-B886-7E0BD6EED157}"/>
          </ac:spMkLst>
        </pc:spChg>
        <pc:spChg chg="add mod">
          <ac:chgData name="Kaik Xavier Marques de Oliveira" userId="3a389741-29f1-4230-909c-c14bc51cf8d0" providerId="ADAL" clId="{FBFD55F7-05E5-4593-A169-4B7B6DE43092}" dt="2026-05-04T11:54:54.214" v="1739"/>
          <ac:spMkLst>
            <pc:docMk/>
            <pc:sldMk cId="4111465171" sldId="2147470689"/>
            <ac:spMk id="8" creationId="{BF2CE8E3-0BD9-5CC4-5CF4-C59A51FDCBDC}"/>
          </ac:spMkLst>
        </pc:spChg>
        <pc:spChg chg="add mod">
          <ac:chgData name="Kaik Xavier Marques de Oliveira" userId="3a389741-29f1-4230-909c-c14bc51cf8d0" providerId="ADAL" clId="{FBFD55F7-05E5-4593-A169-4B7B6DE43092}" dt="2026-05-04T11:54:54.214" v="1739"/>
          <ac:spMkLst>
            <pc:docMk/>
            <pc:sldMk cId="4111465171" sldId="2147470689"/>
            <ac:spMk id="9" creationId="{D0E5883D-4798-4014-D850-89F1C75C7411}"/>
          </ac:spMkLst>
        </pc:spChg>
        <pc:spChg chg="add mod">
          <ac:chgData name="Kaik Xavier Marques de Oliveira" userId="3a389741-29f1-4230-909c-c14bc51cf8d0" providerId="ADAL" clId="{FBFD55F7-05E5-4593-A169-4B7B6DE43092}" dt="2026-05-04T11:54:54.214" v="1739"/>
          <ac:spMkLst>
            <pc:docMk/>
            <pc:sldMk cId="4111465171" sldId="2147470689"/>
            <ac:spMk id="11" creationId="{ABB7E5C6-FEC8-A9CC-D58C-141FC8829F02}"/>
          </ac:spMkLst>
        </pc:spChg>
        <pc:spChg chg="add mod">
          <ac:chgData name="Kaik Xavier Marques de Oliveira" userId="3a389741-29f1-4230-909c-c14bc51cf8d0" providerId="ADAL" clId="{FBFD55F7-05E5-4593-A169-4B7B6DE43092}" dt="2026-05-04T11:54:54.214" v="1739"/>
          <ac:spMkLst>
            <pc:docMk/>
            <pc:sldMk cId="4111465171" sldId="2147470689"/>
            <ac:spMk id="13" creationId="{A310962C-4476-F14F-B26A-43C9E5647FEA}"/>
          </ac:spMkLst>
        </pc:spChg>
        <pc:spChg chg="add mod">
          <ac:chgData name="Kaik Xavier Marques de Oliveira" userId="3a389741-29f1-4230-909c-c14bc51cf8d0" providerId="ADAL" clId="{FBFD55F7-05E5-4593-A169-4B7B6DE43092}" dt="2026-05-04T11:54:54.214" v="1739"/>
          <ac:spMkLst>
            <pc:docMk/>
            <pc:sldMk cId="4111465171" sldId="2147470689"/>
            <ac:spMk id="14" creationId="{C5981C58-3DB2-FC6D-8D13-369F44FE657E}"/>
          </ac:spMkLst>
        </pc:spChg>
        <pc:spChg chg="add mod">
          <ac:chgData name="Kaik Xavier Marques de Oliveira" userId="3a389741-29f1-4230-909c-c14bc51cf8d0" providerId="ADAL" clId="{FBFD55F7-05E5-4593-A169-4B7B6DE43092}" dt="2026-05-04T11:54:54.214" v="1739"/>
          <ac:spMkLst>
            <pc:docMk/>
            <pc:sldMk cId="4111465171" sldId="2147470689"/>
            <ac:spMk id="16" creationId="{21DDFC34-EF7D-41E3-B53A-CE7C856D45F7}"/>
          </ac:spMkLst>
        </pc:spChg>
        <pc:spChg chg="add mod">
          <ac:chgData name="Kaik Xavier Marques de Oliveira" userId="3a389741-29f1-4230-909c-c14bc51cf8d0" providerId="ADAL" clId="{FBFD55F7-05E5-4593-A169-4B7B6DE43092}" dt="2026-05-04T11:54:54.214" v="1739"/>
          <ac:spMkLst>
            <pc:docMk/>
            <pc:sldMk cId="4111465171" sldId="2147470689"/>
            <ac:spMk id="18" creationId="{2B827128-9CCF-5499-4A43-542D9D89AFDF}"/>
          </ac:spMkLst>
        </pc:spChg>
        <pc:spChg chg="add mod">
          <ac:chgData name="Kaik Xavier Marques de Oliveira" userId="3a389741-29f1-4230-909c-c14bc51cf8d0" providerId="ADAL" clId="{FBFD55F7-05E5-4593-A169-4B7B6DE43092}" dt="2026-05-04T12:06:03.522" v="1908" actId="790"/>
          <ac:spMkLst>
            <pc:docMk/>
            <pc:sldMk cId="4111465171" sldId="2147470689"/>
            <ac:spMk id="19" creationId="{8FE87647-1882-3DC3-B93B-E5F6C1D862D5}"/>
          </ac:spMkLst>
        </pc:spChg>
        <pc:spChg chg="add mod">
          <ac:chgData name="Kaik Xavier Marques de Oliveira" userId="3a389741-29f1-4230-909c-c14bc51cf8d0" providerId="ADAL" clId="{FBFD55F7-05E5-4593-A169-4B7B6DE43092}" dt="2026-05-04T12:06:03.522" v="1908" actId="790"/>
          <ac:spMkLst>
            <pc:docMk/>
            <pc:sldMk cId="4111465171" sldId="2147470689"/>
            <ac:spMk id="20" creationId="{FEAC51E4-E5E1-E51B-8B2B-56A660035609}"/>
          </ac:spMkLst>
        </pc:spChg>
        <pc:spChg chg="add mod">
          <ac:chgData name="Kaik Xavier Marques de Oliveira" userId="3a389741-29f1-4230-909c-c14bc51cf8d0" providerId="ADAL" clId="{FBFD55F7-05E5-4593-A169-4B7B6DE43092}" dt="2026-05-04T12:06:03.522" v="1908" actId="790"/>
          <ac:spMkLst>
            <pc:docMk/>
            <pc:sldMk cId="4111465171" sldId="2147470689"/>
            <ac:spMk id="21" creationId="{4D6D579A-6B8B-8971-9387-66ADFA03F9B4}"/>
          </ac:spMkLst>
        </pc:spChg>
        <pc:spChg chg="add mod">
          <ac:chgData name="Kaik Xavier Marques de Oliveira" userId="3a389741-29f1-4230-909c-c14bc51cf8d0" providerId="ADAL" clId="{FBFD55F7-05E5-4593-A169-4B7B6DE43092}" dt="2026-05-04T12:06:03.522" v="1908" actId="790"/>
          <ac:spMkLst>
            <pc:docMk/>
            <pc:sldMk cId="4111465171" sldId="2147470689"/>
            <ac:spMk id="22" creationId="{482EAFC2-705F-EFDC-4FA1-D83C926A262B}"/>
          </ac:spMkLst>
        </pc:spChg>
        <pc:spChg chg="add mod">
          <ac:chgData name="Kaik Xavier Marques de Oliveira" userId="3a389741-29f1-4230-909c-c14bc51cf8d0" providerId="ADAL" clId="{FBFD55F7-05E5-4593-A169-4B7B6DE43092}" dt="2026-05-04T11:55:18.178" v="1745"/>
          <ac:spMkLst>
            <pc:docMk/>
            <pc:sldMk cId="4111465171" sldId="2147470689"/>
            <ac:spMk id="23" creationId="{CB791D07-9291-69AE-FA79-00268BB6703B}"/>
          </ac:spMkLst>
        </pc:spChg>
        <pc:spChg chg="add mod">
          <ac:chgData name="Kaik Xavier Marques de Oliveira" userId="3a389741-29f1-4230-909c-c14bc51cf8d0" providerId="ADAL" clId="{FBFD55F7-05E5-4593-A169-4B7B6DE43092}" dt="2026-05-04T12:06:03.522" v="1908" actId="790"/>
          <ac:spMkLst>
            <pc:docMk/>
            <pc:sldMk cId="4111465171" sldId="2147470689"/>
            <ac:spMk id="25" creationId="{5607791A-C612-FFD5-BDE7-7D18B8F8C628}"/>
          </ac:spMkLst>
        </pc:spChg>
        <pc:spChg chg="add mod">
          <ac:chgData name="Kaik Xavier Marques de Oliveira" userId="3a389741-29f1-4230-909c-c14bc51cf8d0" providerId="ADAL" clId="{FBFD55F7-05E5-4593-A169-4B7B6DE43092}" dt="2026-05-04T12:06:03.522" v="1908" actId="790"/>
          <ac:spMkLst>
            <pc:docMk/>
            <pc:sldMk cId="4111465171" sldId="2147470689"/>
            <ac:spMk id="27" creationId="{1060741A-7AAC-F85D-2E6D-0D833DF7F5BA}"/>
          </ac:spMkLst>
        </pc:spChg>
        <pc:spChg chg="add mod">
          <ac:chgData name="Kaik Xavier Marques de Oliveira" userId="3a389741-29f1-4230-909c-c14bc51cf8d0" providerId="ADAL" clId="{FBFD55F7-05E5-4593-A169-4B7B6DE43092}" dt="2026-05-04T12:06:03.522" v="1908" actId="790"/>
          <ac:spMkLst>
            <pc:docMk/>
            <pc:sldMk cId="4111465171" sldId="2147470689"/>
            <ac:spMk id="28" creationId="{38CD0CB8-78C2-3FBB-6244-4BAF5106457B}"/>
          </ac:spMkLst>
        </pc:spChg>
        <pc:spChg chg="add mod">
          <ac:chgData name="Kaik Xavier Marques de Oliveira" userId="3a389741-29f1-4230-909c-c14bc51cf8d0" providerId="ADAL" clId="{FBFD55F7-05E5-4593-A169-4B7B6DE43092}" dt="2026-05-04T12:06:03.522" v="1908" actId="790"/>
          <ac:spMkLst>
            <pc:docMk/>
            <pc:sldMk cId="4111465171" sldId="2147470689"/>
            <ac:spMk id="30" creationId="{AC44F2B3-0D75-886D-6944-345F3ECC7CD1}"/>
          </ac:spMkLst>
        </pc:spChg>
        <pc:spChg chg="add mod">
          <ac:chgData name="Kaik Xavier Marques de Oliveira" userId="3a389741-29f1-4230-909c-c14bc51cf8d0" providerId="ADAL" clId="{FBFD55F7-05E5-4593-A169-4B7B6DE43092}" dt="2026-05-04T12:06:03.522" v="1908" actId="790"/>
          <ac:spMkLst>
            <pc:docMk/>
            <pc:sldMk cId="4111465171" sldId="2147470689"/>
            <ac:spMk id="32" creationId="{080ED611-3C2B-EEE9-8721-B05A3A2D60AD}"/>
          </ac:spMkLst>
        </pc:spChg>
      </pc:sldChg>
      <pc:sldChg chg="addSp modSp add mod">
        <pc:chgData name="Kaik Xavier Marques de Oliveira" userId="3a389741-29f1-4230-909c-c14bc51cf8d0" providerId="ADAL" clId="{FBFD55F7-05E5-4593-A169-4B7B6DE43092}" dt="2026-05-04T12:06:03.522" v="1908" actId="790"/>
        <pc:sldMkLst>
          <pc:docMk/>
          <pc:sldMk cId="3296549415" sldId="2147470690"/>
        </pc:sldMkLst>
        <pc:spChg chg="add mod">
          <ac:chgData name="Kaik Xavier Marques de Oliveira" userId="3a389741-29f1-4230-909c-c14bc51cf8d0" providerId="ADAL" clId="{FBFD55F7-05E5-4593-A169-4B7B6DE43092}" dt="2026-05-04T12:06:03.522" v="1908" actId="790"/>
          <ac:spMkLst>
            <pc:docMk/>
            <pc:sldMk cId="3296549415" sldId="2147470690"/>
            <ac:spMk id="3" creationId="{B0F54BCD-49F4-ACAA-CF24-E1F63EE32CE3}"/>
          </ac:spMkLst>
        </pc:spChg>
        <pc:spChg chg="add mod">
          <ac:chgData name="Kaik Xavier Marques de Oliveira" userId="3a389741-29f1-4230-909c-c14bc51cf8d0" providerId="ADAL" clId="{FBFD55F7-05E5-4593-A169-4B7B6DE43092}" dt="2026-05-04T12:06:03.522" v="1908" actId="790"/>
          <ac:spMkLst>
            <pc:docMk/>
            <pc:sldMk cId="3296549415" sldId="2147470690"/>
            <ac:spMk id="4" creationId="{A0D9F131-8503-7EFE-80F9-9D566F840923}"/>
          </ac:spMkLst>
        </pc:spChg>
        <pc:spChg chg="add mod">
          <ac:chgData name="Kaik Xavier Marques de Oliveira" userId="3a389741-29f1-4230-909c-c14bc51cf8d0" providerId="ADAL" clId="{FBFD55F7-05E5-4593-A169-4B7B6DE43092}" dt="2026-05-04T12:06:03.522" v="1908" actId="790"/>
          <ac:spMkLst>
            <pc:docMk/>
            <pc:sldMk cId="3296549415" sldId="2147470690"/>
            <ac:spMk id="5" creationId="{57058B6E-5B95-4CE1-F17E-179EC57BBD9C}"/>
          </ac:spMkLst>
        </pc:spChg>
        <pc:spChg chg="add mod">
          <ac:chgData name="Kaik Xavier Marques de Oliveira" userId="3a389741-29f1-4230-909c-c14bc51cf8d0" providerId="ADAL" clId="{FBFD55F7-05E5-4593-A169-4B7B6DE43092}" dt="2026-05-04T12:06:03.522" v="1908" actId="790"/>
          <ac:spMkLst>
            <pc:docMk/>
            <pc:sldMk cId="3296549415" sldId="2147470690"/>
            <ac:spMk id="9" creationId="{5673A9CA-EF6B-B8FA-3B8C-D0B352E57DF6}"/>
          </ac:spMkLst>
        </pc:spChg>
        <pc:spChg chg="add mod">
          <ac:chgData name="Kaik Xavier Marques de Oliveira" userId="3a389741-29f1-4230-909c-c14bc51cf8d0" providerId="ADAL" clId="{FBFD55F7-05E5-4593-A169-4B7B6DE43092}" dt="2026-05-04T12:06:03.522" v="1908" actId="790"/>
          <ac:spMkLst>
            <pc:docMk/>
            <pc:sldMk cId="3296549415" sldId="2147470690"/>
            <ac:spMk id="10" creationId="{A7385F4E-186F-6D13-CDA7-05E345DDF042}"/>
          </ac:spMkLst>
        </pc:spChg>
        <pc:spChg chg="add mod">
          <ac:chgData name="Kaik Xavier Marques de Oliveira" userId="3a389741-29f1-4230-909c-c14bc51cf8d0" providerId="ADAL" clId="{FBFD55F7-05E5-4593-A169-4B7B6DE43092}" dt="2026-05-04T12:06:03.522" v="1908" actId="790"/>
          <ac:spMkLst>
            <pc:docMk/>
            <pc:sldMk cId="3296549415" sldId="2147470690"/>
            <ac:spMk id="12" creationId="{BF78BC30-95FD-C481-D6FA-6797CADD7F64}"/>
          </ac:spMkLst>
        </pc:spChg>
        <pc:spChg chg="add mod">
          <ac:chgData name="Kaik Xavier Marques de Oliveira" userId="3a389741-29f1-4230-909c-c14bc51cf8d0" providerId="ADAL" clId="{FBFD55F7-05E5-4593-A169-4B7B6DE43092}" dt="2026-05-04T12:06:03.522" v="1908" actId="790"/>
          <ac:spMkLst>
            <pc:docMk/>
            <pc:sldMk cId="3296549415" sldId="2147470690"/>
            <ac:spMk id="14" creationId="{30B2E47C-11C4-9A37-9314-E2873E904B52}"/>
          </ac:spMkLst>
        </pc:spChg>
        <pc:spChg chg="add mod">
          <ac:chgData name="Kaik Xavier Marques de Oliveira" userId="3a389741-29f1-4230-909c-c14bc51cf8d0" providerId="ADAL" clId="{FBFD55F7-05E5-4593-A169-4B7B6DE43092}" dt="2026-05-04T12:06:03.522" v="1908" actId="790"/>
          <ac:spMkLst>
            <pc:docMk/>
            <pc:sldMk cId="3296549415" sldId="2147470690"/>
            <ac:spMk id="16" creationId="{74EEEB8C-AAF9-BE25-4CAB-390DE6F24134}"/>
          </ac:spMkLst>
        </pc:spChg>
        <pc:spChg chg="add mod">
          <ac:chgData name="Kaik Xavier Marques de Oliveira" userId="3a389741-29f1-4230-909c-c14bc51cf8d0" providerId="ADAL" clId="{FBFD55F7-05E5-4593-A169-4B7B6DE43092}" dt="2026-05-04T12:06:03.522" v="1908" actId="790"/>
          <ac:spMkLst>
            <pc:docMk/>
            <pc:sldMk cId="3296549415" sldId="2147470690"/>
            <ac:spMk id="19" creationId="{A56FD478-2CD3-68B7-9E08-9CFD52E79AB8}"/>
          </ac:spMkLst>
        </pc:spChg>
        <pc:spChg chg="add mod">
          <ac:chgData name="Kaik Xavier Marques de Oliveira" userId="3a389741-29f1-4230-909c-c14bc51cf8d0" providerId="ADAL" clId="{FBFD55F7-05E5-4593-A169-4B7B6DE43092}" dt="2026-05-04T12:06:03.522" v="1908" actId="790"/>
          <ac:spMkLst>
            <pc:docMk/>
            <pc:sldMk cId="3296549415" sldId="2147470690"/>
            <ac:spMk id="22" creationId="{601B133E-1E98-443D-656F-B0DA6C06FB6A}"/>
          </ac:spMkLst>
        </pc:spChg>
        <pc:picChg chg="mod">
          <ac:chgData name="Kaik Xavier Marques de Oliveira" userId="3a389741-29f1-4230-909c-c14bc51cf8d0" providerId="ADAL" clId="{FBFD55F7-05E5-4593-A169-4B7B6DE43092}" dt="2026-05-04T11:55:32.576" v="1750" actId="962"/>
          <ac:picMkLst>
            <pc:docMk/>
            <pc:sldMk cId="3296549415" sldId="2147470690"/>
            <ac:picMk id="18" creationId="{5E6CD665-3BED-4462-DDA4-69C20BD60889}"/>
          </ac:picMkLst>
        </pc:picChg>
      </pc:sldChg>
      <pc:sldChg chg="modSp add mod ord">
        <pc:chgData name="Kaik Xavier Marques de Oliveira" userId="3a389741-29f1-4230-909c-c14bc51cf8d0" providerId="ADAL" clId="{FBFD55F7-05E5-4593-A169-4B7B6DE43092}" dt="2026-05-04T12:06:03.522" v="1908" actId="790"/>
        <pc:sldMkLst>
          <pc:docMk/>
          <pc:sldMk cId="3643473087" sldId="2147470691"/>
        </pc:sldMkLst>
        <pc:spChg chg="mod">
          <ac:chgData name="Kaik Xavier Marques de Oliveira" userId="3a389741-29f1-4230-909c-c14bc51cf8d0" providerId="ADAL" clId="{FBFD55F7-05E5-4593-A169-4B7B6DE43092}" dt="2026-05-04T12:06:03.522" v="1908" actId="790"/>
          <ac:spMkLst>
            <pc:docMk/>
            <pc:sldMk cId="3643473087" sldId="2147470691"/>
            <ac:spMk id="2" creationId="{9540A172-57D2-1495-3F09-13D3A76F47CA}"/>
          </ac:spMkLst>
        </pc:spChg>
      </pc:sldChg>
      <pc:sldChg chg="modSp add mod">
        <pc:chgData name="Kaik Xavier Marques de Oliveira" userId="3a389741-29f1-4230-909c-c14bc51cf8d0" providerId="ADAL" clId="{FBFD55F7-05E5-4593-A169-4B7B6DE43092}" dt="2026-05-04T12:06:03.522" v="1908" actId="790"/>
        <pc:sldMkLst>
          <pc:docMk/>
          <pc:sldMk cId="2780411427" sldId="2147470692"/>
        </pc:sldMkLst>
        <pc:spChg chg="mod">
          <ac:chgData name="Kaik Xavier Marques de Oliveira" userId="3a389741-29f1-4230-909c-c14bc51cf8d0" providerId="ADAL" clId="{FBFD55F7-05E5-4593-A169-4B7B6DE43092}" dt="2026-05-04T12:06:03.522" v="1908" actId="790"/>
          <ac:spMkLst>
            <pc:docMk/>
            <pc:sldMk cId="2780411427" sldId="2147470692"/>
            <ac:spMk id="2" creationId="{B7F7EFD1-FB37-0D9D-16B3-697C05CA9134}"/>
          </ac:spMkLst>
        </pc:spChg>
      </pc:sldChg>
      <pc:sldChg chg="addSp delSp new del mod">
        <pc:chgData name="Kaik Xavier Marques de Oliveira" userId="3a389741-29f1-4230-909c-c14bc51cf8d0" providerId="ADAL" clId="{FBFD55F7-05E5-4593-A169-4B7B6DE43092}" dt="2026-05-04T11:58:27.861" v="1772" actId="680"/>
        <pc:sldMkLst>
          <pc:docMk/>
          <pc:sldMk cId="1912331680" sldId="2147470693"/>
        </pc:sldMkLst>
        <pc:spChg chg="add del">
          <ac:chgData name="Kaik Xavier Marques de Oliveira" userId="3a389741-29f1-4230-909c-c14bc51cf8d0" providerId="ADAL" clId="{FBFD55F7-05E5-4593-A169-4B7B6DE43092}" dt="2026-05-04T11:58:26.949" v="1770" actId="478"/>
          <ac:spMkLst>
            <pc:docMk/>
            <pc:sldMk cId="1912331680" sldId="2147470693"/>
            <ac:spMk id="2" creationId="{E0D66501-F5B0-084B-6A5C-C429A36C8855}"/>
          </ac:spMkLst>
        </pc:spChg>
        <pc:spChg chg="add del">
          <ac:chgData name="Kaik Xavier Marques de Oliveira" userId="3a389741-29f1-4230-909c-c14bc51cf8d0" providerId="ADAL" clId="{FBFD55F7-05E5-4593-A169-4B7B6DE43092}" dt="2026-05-04T11:58:27.413" v="1771" actId="478"/>
          <ac:spMkLst>
            <pc:docMk/>
            <pc:sldMk cId="1912331680" sldId="2147470693"/>
            <ac:spMk id="3" creationId="{C5FF8C97-E8AD-866D-3ABB-13D789A62ADD}"/>
          </ac:spMkLst>
        </pc:spChg>
      </pc:sldChg>
      <pc:sldChg chg="addSp delSp modSp add mod setBg">
        <pc:chgData name="Kaik Xavier Marques de Oliveira" userId="3a389741-29f1-4230-909c-c14bc51cf8d0" providerId="ADAL" clId="{FBFD55F7-05E5-4593-A169-4B7B6DE43092}" dt="2026-05-04T12:06:03.522" v="1908" actId="790"/>
        <pc:sldMkLst>
          <pc:docMk/>
          <pc:sldMk cId="2110201010" sldId="2147470693"/>
        </pc:sldMkLst>
        <pc:spChg chg="mod">
          <ac:chgData name="Kaik Xavier Marques de Oliveira" userId="3a389741-29f1-4230-909c-c14bc51cf8d0" providerId="ADAL" clId="{FBFD55F7-05E5-4593-A169-4B7B6DE43092}" dt="2026-05-04T12:06:03.522" v="1908" actId="790"/>
          <ac:spMkLst>
            <pc:docMk/>
            <pc:sldMk cId="2110201010" sldId="2147470693"/>
            <ac:spMk id="2" creationId="{97A29D8E-16F3-243C-83F9-20CE306BB98A}"/>
          </ac:spMkLst>
        </pc:spChg>
        <pc:picChg chg="add del mod">
          <ac:chgData name="Kaik Xavier Marques de Oliveira" userId="3a389741-29f1-4230-909c-c14bc51cf8d0" providerId="ADAL" clId="{FBFD55F7-05E5-4593-A169-4B7B6DE43092}" dt="2026-05-04T12:00:22.690" v="1852" actId="34135"/>
          <ac:picMkLst>
            <pc:docMk/>
            <pc:sldMk cId="2110201010" sldId="2147470693"/>
            <ac:picMk id="4" creationId="{CDA8B3B5-E104-E2DA-6E2C-57750F2184EC}"/>
          </ac:picMkLst>
        </pc:picChg>
      </pc:sldChg>
      <pc:sldChg chg="new del">
        <pc:chgData name="Kaik Xavier Marques de Oliveira" userId="3a389741-29f1-4230-909c-c14bc51cf8d0" providerId="ADAL" clId="{FBFD55F7-05E5-4593-A169-4B7B6DE43092}" dt="2026-05-04T11:58:15.343" v="1766" actId="680"/>
        <pc:sldMkLst>
          <pc:docMk/>
          <pc:sldMk cId="4151868601" sldId="2147470693"/>
        </pc:sldMkLst>
      </pc:sldChg>
      <pc:sldChg chg="modSp add del mod setBg modAnim">
        <pc:chgData name="Kaik Xavier Marques de Oliveira" userId="3a389741-29f1-4230-909c-c14bc51cf8d0" providerId="ADAL" clId="{FBFD55F7-05E5-4593-A169-4B7B6DE43092}" dt="2026-05-04T20:50:16.622" v="2457" actId="2696"/>
        <pc:sldMkLst>
          <pc:docMk/>
          <pc:sldMk cId="3254383140" sldId="2147470694"/>
        </pc:sldMkLst>
        <pc:spChg chg="mod">
          <ac:chgData name="Kaik Xavier Marques de Oliveira" userId="3a389741-29f1-4230-909c-c14bc51cf8d0" providerId="ADAL" clId="{FBFD55F7-05E5-4593-A169-4B7B6DE43092}" dt="2026-05-04T20:41:52.481" v="2236" actId="14100"/>
          <ac:spMkLst>
            <pc:docMk/>
            <pc:sldMk cId="3254383140" sldId="2147470694"/>
            <ac:spMk id="23" creationId="{B2F6EF86-7747-F609-3AB0-B0D48CCEC5ED}"/>
          </ac:spMkLst>
        </pc:spChg>
      </pc:sldChg>
      <pc:sldChg chg="delSp modSp add mod modTransition modAnim">
        <pc:chgData name="Kaik Xavier Marques de Oliveira" userId="3a389741-29f1-4230-909c-c14bc51cf8d0" providerId="ADAL" clId="{FBFD55F7-05E5-4593-A169-4B7B6DE43092}" dt="2026-05-04T20:56:21.268" v="2515"/>
        <pc:sldMkLst>
          <pc:docMk/>
          <pc:sldMk cId="4075227032" sldId="2147470695"/>
        </pc:sldMkLst>
        <pc:spChg chg="del">
          <ac:chgData name="Kaik Xavier Marques de Oliveira" userId="3a389741-29f1-4230-909c-c14bc51cf8d0" providerId="ADAL" clId="{FBFD55F7-05E5-4593-A169-4B7B6DE43092}" dt="2026-05-04T20:43:02.211" v="2240" actId="478"/>
          <ac:spMkLst>
            <pc:docMk/>
            <pc:sldMk cId="4075227032" sldId="2147470695"/>
            <ac:spMk id="10" creationId="{F8959204-7157-35E5-7DC0-50664E74BC67}"/>
          </ac:spMkLst>
        </pc:spChg>
        <pc:spChg chg="del">
          <ac:chgData name="Kaik Xavier Marques de Oliveira" userId="3a389741-29f1-4230-909c-c14bc51cf8d0" providerId="ADAL" clId="{FBFD55F7-05E5-4593-A169-4B7B6DE43092}" dt="2026-05-04T20:43:13.073" v="2242" actId="478"/>
          <ac:spMkLst>
            <pc:docMk/>
            <pc:sldMk cId="4075227032" sldId="2147470695"/>
            <ac:spMk id="11" creationId="{7D694B28-37D6-A16C-BA64-6DF6DFE92CC5}"/>
          </ac:spMkLst>
        </pc:spChg>
        <pc:spChg chg="del">
          <ac:chgData name="Kaik Xavier Marques de Oliveira" userId="3a389741-29f1-4230-909c-c14bc51cf8d0" providerId="ADAL" clId="{FBFD55F7-05E5-4593-A169-4B7B6DE43092}" dt="2026-05-04T20:43:02.211" v="2240" actId="478"/>
          <ac:spMkLst>
            <pc:docMk/>
            <pc:sldMk cId="4075227032" sldId="2147470695"/>
            <ac:spMk id="13" creationId="{24DA6C8A-80C5-53AA-76A2-9E9AFFCC5E2A}"/>
          </ac:spMkLst>
        </pc:spChg>
        <pc:spChg chg="del">
          <ac:chgData name="Kaik Xavier Marques de Oliveira" userId="3a389741-29f1-4230-909c-c14bc51cf8d0" providerId="ADAL" clId="{FBFD55F7-05E5-4593-A169-4B7B6DE43092}" dt="2026-05-04T20:43:02.211" v="2240" actId="478"/>
          <ac:spMkLst>
            <pc:docMk/>
            <pc:sldMk cId="4075227032" sldId="2147470695"/>
            <ac:spMk id="14" creationId="{34E10B2F-5766-FD60-9782-4A7EB9A97B8A}"/>
          </ac:spMkLst>
        </pc:spChg>
        <pc:spChg chg="del">
          <ac:chgData name="Kaik Xavier Marques de Oliveira" userId="3a389741-29f1-4230-909c-c14bc51cf8d0" providerId="ADAL" clId="{FBFD55F7-05E5-4593-A169-4B7B6DE43092}" dt="2026-05-04T20:43:04.780" v="2241" actId="478"/>
          <ac:spMkLst>
            <pc:docMk/>
            <pc:sldMk cId="4075227032" sldId="2147470695"/>
            <ac:spMk id="15" creationId="{B4F7BFE3-5324-1C39-9416-3DF4D4ABD1AA}"/>
          </ac:spMkLst>
        </pc:spChg>
        <pc:spChg chg="del">
          <ac:chgData name="Kaik Xavier Marques de Oliveira" userId="3a389741-29f1-4230-909c-c14bc51cf8d0" providerId="ADAL" clId="{FBFD55F7-05E5-4593-A169-4B7B6DE43092}" dt="2026-05-04T20:43:02.211" v="2240" actId="478"/>
          <ac:spMkLst>
            <pc:docMk/>
            <pc:sldMk cId="4075227032" sldId="2147470695"/>
            <ac:spMk id="17" creationId="{A61E030C-CBD4-44F9-4365-48D853397E95}"/>
          </ac:spMkLst>
        </pc:spChg>
        <pc:spChg chg="del">
          <ac:chgData name="Kaik Xavier Marques de Oliveira" userId="3a389741-29f1-4230-909c-c14bc51cf8d0" providerId="ADAL" clId="{FBFD55F7-05E5-4593-A169-4B7B6DE43092}" dt="2026-05-04T20:43:02.211" v="2240" actId="478"/>
          <ac:spMkLst>
            <pc:docMk/>
            <pc:sldMk cId="4075227032" sldId="2147470695"/>
            <ac:spMk id="20" creationId="{2F13ECFF-FD48-E0DC-CBF0-80698299D865}"/>
          </ac:spMkLst>
        </pc:spChg>
        <pc:spChg chg="mod">
          <ac:chgData name="Kaik Xavier Marques de Oliveira" userId="3a389741-29f1-4230-909c-c14bc51cf8d0" providerId="ADAL" clId="{FBFD55F7-05E5-4593-A169-4B7B6DE43092}" dt="2026-05-04T20:46:55.933" v="2282" actId="1035"/>
          <ac:spMkLst>
            <pc:docMk/>
            <pc:sldMk cId="4075227032" sldId="2147470695"/>
            <ac:spMk id="23" creationId="{6F3ECBBB-BAC2-8E3C-53A9-C85220230892}"/>
          </ac:spMkLst>
        </pc:spChg>
        <pc:spChg chg="del">
          <ac:chgData name="Kaik Xavier Marques de Oliveira" userId="3a389741-29f1-4230-909c-c14bc51cf8d0" providerId="ADAL" clId="{FBFD55F7-05E5-4593-A169-4B7B6DE43092}" dt="2026-05-04T20:43:02.211" v="2240" actId="478"/>
          <ac:spMkLst>
            <pc:docMk/>
            <pc:sldMk cId="4075227032" sldId="2147470695"/>
            <ac:spMk id="30" creationId="{5276D939-2D85-A574-3F40-629734E48C5F}"/>
          </ac:spMkLst>
        </pc:spChg>
        <pc:spChg chg="del">
          <ac:chgData name="Kaik Xavier Marques de Oliveira" userId="3a389741-29f1-4230-909c-c14bc51cf8d0" providerId="ADAL" clId="{FBFD55F7-05E5-4593-A169-4B7B6DE43092}" dt="2026-05-04T20:43:02.211" v="2240" actId="478"/>
          <ac:spMkLst>
            <pc:docMk/>
            <pc:sldMk cId="4075227032" sldId="2147470695"/>
            <ac:spMk id="32" creationId="{1F8823FC-722E-69BA-40DF-D13C94E7E6E3}"/>
          </ac:spMkLst>
        </pc:spChg>
        <pc:spChg chg="mod">
          <ac:chgData name="Kaik Xavier Marques de Oliveira" userId="3a389741-29f1-4230-909c-c14bc51cf8d0" providerId="ADAL" clId="{FBFD55F7-05E5-4593-A169-4B7B6DE43092}" dt="2026-05-04T20:46:55.933" v="2282" actId="1035"/>
          <ac:spMkLst>
            <pc:docMk/>
            <pc:sldMk cId="4075227032" sldId="2147470695"/>
            <ac:spMk id="39" creationId="{5387AC2D-FE40-FFE4-68CD-FCF72A7A518B}"/>
          </ac:spMkLst>
        </pc:spChg>
        <pc:spChg chg="mod">
          <ac:chgData name="Kaik Xavier Marques de Oliveira" userId="3a389741-29f1-4230-909c-c14bc51cf8d0" providerId="ADAL" clId="{FBFD55F7-05E5-4593-A169-4B7B6DE43092}" dt="2026-05-04T20:48:35.697" v="2443" actId="1037"/>
          <ac:spMkLst>
            <pc:docMk/>
            <pc:sldMk cId="4075227032" sldId="2147470695"/>
            <ac:spMk id="40" creationId="{897C6444-B2BF-250F-E434-F7C7FA2FA070}"/>
          </ac:spMkLst>
        </pc:spChg>
        <pc:spChg chg="mod">
          <ac:chgData name="Kaik Xavier Marques de Oliveira" userId="3a389741-29f1-4230-909c-c14bc51cf8d0" providerId="ADAL" clId="{FBFD55F7-05E5-4593-A169-4B7B6DE43092}" dt="2026-05-04T20:49:50.067" v="2456" actId="113"/>
          <ac:spMkLst>
            <pc:docMk/>
            <pc:sldMk cId="4075227032" sldId="2147470695"/>
            <ac:spMk id="59" creationId="{53DB6874-11CC-3386-5F54-AB690DBC1F1F}"/>
          </ac:spMkLst>
        </pc:spChg>
        <pc:spChg chg="mod">
          <ac:chgData name="Kaik Xavier Marques de Oliveira" userId="3a389741-29f1-4230-909c-c14bc51cf8d0" providerId="ADAL" clId="{FBFD55F7-05E5-4593-A169-4B7B6DE43092}" dt="2026-05-04T20:48:04.405" v="2294" actId="1076"/>
          <ac:spMkLst>
            <pc:docMk/>
            <pc:sldMk cId="4075227032" sldId="2147470695"/>
            <ac:spMk id="66" creationId="{D20D650A-E78C-CED4-8DA0-D9B38885EBDC}"/>
          </ac:spMkLst>
        </pc:spChg>
        <pc:grpChg chg="mod">
          <ac:chgData name="Kaik Xavier Marques de Oliveira" userId="3a389741-29f1-4230-909c-c14bc51cf8d0" providerId="ADAL" clId="{FBFD55F7-05E5-4593-A169-4B7B6DE43092}" dt="2026-05-04T20:43:19.963" v="2243" actId="14100"/>
          <ac:grpSpMkLst>
            <pc:docMk/>
            <pc:sldMk cId="4075227032" sldId="2147470695"/>
            <ac:grpSpMk id="90" creationId="{DDC0738B-7849-0C7A-3CA3-F5D0F1ECD157}"/>
          </ac:grpSpMkLst>
        </pc:grpChg>
        <pc:picChg chg="del">
          <ac:chgData name="Kaik Xavier Marques de Oliveira" userId="3a389741-29f1-4230-909c-c14bc51cf8d0" providerId="ADAL" clId="{FBFD55F7-05E5-4593-A169-4B7B6DE43092}" dt="2026-05-04T20:43:02.211" v="2240" actId="478"/>
          <ac:picMkLst>
            <pc:docMk/>
            <pc:sldMk cId="4075227032" sldId="2147470695"/>
            <ac:picMk id="34" creationId="{B78F6842-0012-EED2-14AE-D9B837DAB8EE}"/>
          </ac:picMkLst>
        </pc:picChg>
        <pc:picChg chg="del">
          <ac:chgData name="Kaik Xavier Marques de Oliveira" userId="3a389741-29f1-4230-909c-c14bc51cf8d0" providerId="ADAL" clId="{FBFD55F7-05E5-4593-A169-4B7B6DE43092}" dt="2026-05-04T20:43:02.211" v="2240" actId="478"/>
          <ac:picMkLst>
            <pc:docMk/>
            <pc:sldMk cId="4075227032" sldId="2147470695"/>
            <ac:picMk id="35" creationId="{5BCF5ACE-108E-EA34-1A4F-FE81FF7546C9}"/>
          </ac:picMkLst>
        </pc:picChg>
        <pc:picChg chg="del">
          <ac:chgData name="Kaik Xavier Marques de Oliveira" userId="3a389741-29f1-4230-909c-c14bc51cf8d0" providerId="ADAL" clId="{FBFD55F7-05E5-4593-A169-4B7B6DE43092}" dt="2026-05-04T20:43:02.211" v="2240" actId="478"/>
          <ac:picMkLst>
            <pc:docMk/>
            <pc:sldMk cId="4075227032" sldId="2147470695"/>
            <ac:picMk id="36" creationId="{81B33083-17AC-86A7-3008-53DF75EE917A}"/>
          </ac:picMkLst>
        </pc:picChg>
      </pc:sldChg>
      <pc:sldChg chg="new del">
        <pc:chgData name="Kaik Xavier Marques de Oliveira" userId="3a389741-29f1-4230-909c-c14bc51cf8d0" providerId="ADAL" clId="{FBFD55F7-05E5-4593-A169-4B7B6DE43092}" dt="2026-05-04T21:00:01.116" v="2536" actId="680"/>
        <pc:sldMkLst>
          <pc:docMk/>
          <pc:sldMk cId="476206924" sldId="2147470696"/>
        </pc:sldMkLst>
      </pc:sldChg>
      <pc:sldChg chg="modSp add mod">
        <pc:chgData name="Kaik Xavier Marques de Oliveira" userId="3a389741-29f1-4230-909c-c14bc51cf8d0" providerId="ADAL" clId="{FBFD55F7-05E5-4593-A169-4B7B6DE43092}" dt="2026-05-04T21:01:04.590" v="2541" actId="14100"/>
        <pc:sldMkLst>
          <pc:docMk/>
          <pc:sldMk cId="1432075332" sldId="2147470696"/>
        </pc:sldMkLst>
        <pc:spChg chg="mod">
          <ac:chgData name="Kaik Xavier Marques de Oliveira" userId="3a389741-29f1-4230-909c-c14bc51cf8d0" providerId="ADAL" clId="{FBFD55F7-05E5-4593-A169-4B7B6DE43092}" dt="2026-05-04T21:01:04.590" v="2541" actId="14100"/>
          <ac:spMkLst>
            <pc:docMk/>
            <pc:sldMk cId="1432075332" sldId="2147470696"/>
            <ac:spMk id="11" creationId="{63FDAA6A-C781-7F31-D99D-46FE96C49260}"/>
          </ac:spMkLst>
        </pc:spChg>
      </pc:sldChg>
      <pc:sldMasterChg chg="delSldLayout">
        <pc:chgData name="Kaik Xavier Marques de Oliveira" userId="3a389741-29f1-4230-909c-c14bc51cf8d0" providerId="ADAL" clId="{FBFD55F7-05E5-4593-A169-4B7B6DE43092}" dt="2026-05-04T10:38:35.952" v="747" actId="2696"/>
        <pc:sldMasterMkLst>
          <pc:docMk/>
          <pc:sldMasterMk cId="568643552" sldId="2147483779"/>
        </pc:sldMasterMkLst>
        <pc:sldLayoutChg chg="del">
          <pc:chgData name="Kaik Xavier Marques de Oliveira" userId="3a389741-29f1-4230-909c-c14bc51cf8d0" providerId="ADAL" clId="{FBFD55F7-05E5-4593-A169-4B7B6DE43092}" dt="2026-05-04T10:38:35.952" v="747" actId="2696"/>
          <pc:sldLayoutMkLst>
            <pc:docMk/>
            <pc:sldMasterMk cId="568643552" sldId="2147483779"/>
            <pc:sldLayoutMk cId="1045854901" sldId="2147484457"/>
          </pc:sldLayoutMkLst>
        </pc:sldLayoutChg>
      </pc:sldMasterChg>
    </pc:docChg>
  </pc:docChgLst>
  <pc:docChgLst>
    <pc:chgData name="Juan Francisco Herrera Franceschi" userId="b0caccdd-cffd-4395-b8b5-9bcb5bb062f1" providerId="ADAL" clId="{92E617BF-CDB8-44E2-9345-27BE8C6DEF1F}"/>
    <pc:docChg chg="undo redo custSel modSld">
      <pc:chgData name="Juan Francisco Herrera Franceschi" userId="b0caccdd-cffd-4395-b8b5-9bcb5bb062f1" providerId="ADAL" clId="{92E617BF-CDB8-44E2-9345-27BE8C6DEF1F}" dt="2026-04-28T18:59:25.723" v="601" actId="20577"/>
      <pc:docMkLst>
        <pc:docMk/>
      </pc:docMkLst>
      <pc:sldChg chg="modSp mod">
        <pc:chgData name="Juan Francisco Herrera Franceschi" userId="b0caccdd-cffd-4395-b8b5-9bcb5bb062f1" providerId="ADAL" clId="{92E617BF-CDB8-44E2-9345-27BE8C6DEF1F}" dt="2026-04-28T18:24:45.806" v="301" actId="20577"/>
        <pc:sldMkLst>
          <pc:docMk/>
          <pc:sldMk cId="3626797704" sldId="2286"/>
        </pc:sldMkLst>
        <pc:spChg chg="mod">
          <ac:chgData name="Juan Francisco Herrera Franceschi" userId="b0caccdd-cffd-4395-b8b5-9bcb5bb062f1" providerId="ADAL" clId="{92E617BF-CDB8-44E2-9345-27BE8C6DEF1F}" dt="2026-04-28T18:24:14.744" v="299" actId="21"/>
          <ac:spMkLst>
            <pc:docMk/>
            <pc:sldMk cId="3626797704" sldId="2286"/>
            <ac:spMk id="9" creationId="{C7FBF1B9-AA95-6F73-2F39-76A33E92A923}"/>
          </ac:spMkLst>
        </pc:spChg>
      </pc:sldChg>
      <pc:sldChg chg="modSp mod">
        <pc:chgData name="Juan Francisco Herrera Franceschi" userId="b0caccdd-cffd-4395-b8b5-9bcb5bb062f1" providerId="ADAL" clId="{92E617BF-CDB8-44E2-9345-27BE8C6DEF1F}" dt="2026-04-28T18:32:43.184" v="361" actId="14100"/>
        <pc:sldMkLst>
          <pc:docMk/>
          <pc:sldMk cId="2398113106" sldId="2657"/>
        </pc:sldMkLst>
        <pc:spChg chg="mod">
          <ac:chgData name="Juan Francisco Herrera Franceschi" userId="b0caccdd-cffd-4395-b8b5-9bcb5bb062f1" providerId="ADAL" clId="{92E617BF-CDB8-44E2-9345-27BE8C6DEF1F}" dt="2026-04-28T18:32:43.184" v="361" actId="14100"/>
          <ac:spMkLst>
            <pc:docMk/>
            <pc:sldMk cId="2398113106" sldId="2657"/>
            <ac:spMk id="6" creationId="{353DA678-5275-3B6E-629E-CD150CC4296E}"/>
          </ac:spMkLst>
        </pc:spChg>
      </pc:sldChg>
      <pc:sldChg chg="modSp mod">
        <pc:chgData name="Juan Francisco Herrera Franceschi" userId="b0caccdd-cffd-4395-b8b5-9bcb5bb062f1" providerId="ADAL" clId="{92E617BF-CDB8-44E2-9345-27BE8C6DEF1F}" dt="2026-04-28T18:59:25.723" v="601" actId="20577"/>
        <pc:sldMkLst>
          <pc:docMk/>
          <pc:sldMk cId="2621522001" sldId="2840"/>
        </pc:sldMkLst>
      </pc:sldChg>
      <pc:sldChg chg="modSp mod">
        <pc:chgData name="Juan Francisco Herrera Franceschi" userId="b0caccdd-cffd-4395-b8b5-9bcb5bb062f1" providerId="ADAL" clId="{92E617BF-CDB8-44E2-9345-27BE8C6DEF1F}" dt="2026-04-28T18:21:00.085" v="98" actId="313"/>
        <pc:sldMkLst>
          <pc:docMk/>
          <pc:sldMk cId="88953100" sldId="2142533234"/>
        </pc:sldMkLst>
        <pc:spChg chg="mod">
          <ac:chgData name="Juan Francisco Herrera Franceschi" userId="b0caccdd-cffd-4395-b8b5-9bcb5bb062f1" providerId="ADAL" clId="{92E617BF-CDB8-44E2-9345-27BE8C6DEF1F}" dt="2026-04-28T18:21:00.085" v="98" actId="313"/>
          <ac:spMkLst>
            <pc:docMk/>
            <pc:sldMk cId="88953100" sldId="2142533234"/>
            <ac:spMk id="15" creationId="{3A4F31C8-03AF-44E7-81BA-DA3A9F5879EB}"/>
          </ac:spMkLst>
        </pc:spChg>
      </pc:sldChg>
      <pc:sldChg chg="modSp mod">
        <pc:chgData name="Juan Francisco Herrera Franceschi" userId="b0caccdd-cffd-4395-b8b5-9bcb5bb062f1" providerId="ADAL" clId="{92E617BF-CDB8-44E2-9345-27BE8C6DEF1F}" dt="2026-04-28T18:23:23.427" v="264" actId="313"/>
        <pc:sldMkLst>
          <pc:docMk/>
          <pc:sldMk cId="2336505309" sldId="2142533270"/>
        </pc:sldMkLst>
        <pc:spChg chg="mod">
          <ac:chgData name="Juan Francisco Herrera Franceschi" userId="b0caccdd-cffd-4395-b8b5-9bcb5bb062f1" providerId="ADAL" clId="{92E617BF-CDB8-44E2-9345-27BE8C6DEF1F}" dt="2026-04-28T18:20:27.082" v="66" actId="313"/>
          <ac:spMkLst>
            <pc:docMk/>
            <pc:sldMk cId="2336505309" sldId="2142533270"/>
            <ac:spMk id="4" creationId="{B9C22548-1090-DD21-C6FF-445EEF753E98}"/>
          </ac:spMkLst>
        </pc:spChg>
        <pc:spChg chg="mod">
          <ac:chgData name="Juan Francisco Herrera Franceschi" userId="b0caccdd-cffd-4395-b8b5-9bcb5bb062f1" providerId="ADAL" clId="{92E617BF-CDB8-44E2-9345-27BE8C6DEF1F}" dt="2026-04-28T18:23:23.427" v="264" actId="313"/>
          <ac:spMkLst>
            <pc:docMk/>
            <pc:sldMk cId="2336505309" sldId="2142533270"/>
            <ac:spMk id="18" creationId="{76EBB833-9B63-52FC-1112-B2524F484B6C}"/>
          </ac:spMkLst>
        </pc:spChg>
      </pc:sldChg>
      <pc:sldChg chg="modSp mod">
        <pc:chgData name="Juan Francisco Herrera Franceschi" userId="b0caccdd-cffd-4395-b8b5-9bcb5bb062f1" providerId="ADAL" clId="{92E617BF-CDB8-44E2-9345-27BE8C6DEF1F}" dt="2026-04-28T18:19:02.942" v="64"/>
        <pc:sldMkLst>
          <pc:docMk/>
          <pc:sldMk cId="1250424589" sldId="2142533281"/>
        </pc:sldMkLst>
        <pc:spChg chg="mod">
          <ac:chgData name="Juan Francisco Herrera Franceschi" userId="b0caccdd-cffd-4395-b8b5-9bcb5bb062f1" providerId="ADAL" clId="{92E617BF-CDB8-44E2-9345-27BE8C6DEF1F}" dt="2026-04-28T18:18:40.405" v="63" actId="20577"/>
          <ac:spMkLst>
            <pc:docMk/>
            <pc:sldMk cId="1250424589" sldId="2142533281"/>
            <ac:spMk id="5" creationId="{BCA58957-4FFF-322E-AE4B-C088777FA647}"/>
          </ac:spMkLst>
        </pc:spChg>
        <pc:spChg chg="mod">
          <ac:chgData name="Juan Francisco Herrera Franceschi" userId="b0caccdd-cffd-4395-b8b5-9bcb5bb062f1" providerId="ADAL" clId="{92E617BF-CDB8-44E2-9345-27BE8C6DEF1F}" dt="2026-04-28T18:19:02.942" v="64"/>
          <ac:spMkLst>
            <pc:docMk/>
            <pc:sldMk cId="1250424589" sldId="2142533281"/>
            <ac:spMk id="7" creationId="{63C3CB6B-88CC-943A-139E-F3203B057A6A}"/>
          </ac:spMkLst>
        </pc:spChg>
        <pc:spChg chg="mod">
          <ac:chgData name="Juan Francisco Herrera Franceschi" userId="b0caccdd-cffd-4395-b8b5-9bcb5bb062f1" providerId="ADAL" clId="{92E617BF-CDB8-44E2-9345-27BE8C6DEF1F}" dt="2026-04-28T18:18:10.542" v="35"/>
          <ac:spMkLst>
            <pc:docMk/>
            <pc:sldMk cId="1250424589" sldId="2142533281"/>
            <ac:spMk id="21" creationId="{A5ED1C12-6F6D-53AE-6185-E94978A53DFB}"/>
          </ac:spMkLst>
        </pc:spChg>
      </pc:sldChg>
      <pc:sldChg chg="modSp mod">
        <pc:chgData name="Juan Francisco Herrera Franceschi" userId="b0caccdd-cffd-4395-b8b5-9bcb5bb062f1" providerId="ADAL" clId="{92E617BF-CDB8-44E2-9345-27BE8C6DEF1F}" dt="2026-04-28T18:57:51.806" v="570" actId="20577"/>
        <pc:sldMkLst>
          <pc:docMk/>
          <pc:sldMk cId="1705314144" sldId="2142533283"/>
        </pc:sldMkLst>
        <pc:spChg chg="mod">
          <ac:chgData name="Juan Francisco Herrera Franceschi" userId="b0caccdd-cffd-4395-b8b5-9bcb5bb062f1" providerId="ADAL" clId="{92E617BF-CDB8-44E2-9345-27BE8C6DEF1F}" dt="2026-04-28T18:57:51.806" v="570" actId="20577"/>
          <ac:spMkLst>
            <pc:docMk/>
            <pc:sldMk cId="1705314144" sldId="2142533283"/>
            <ac:spMk id="11" creationId="{4136274F-68E9-1A38-D730-CADC8783CBD6}"/>
          </ac:spMkLst>
        </pc:spChg>
      </pc:sldChg>
      <pc:sldChg chg="modSp mod">
        <pc:chgData name="Juan Francisco Herrera Franceschi" userId="b0caccdd-cffd-4395-b8b5-9bcb5bb062f1" providerId="ADAL" clId="{92E617BF-CDB8-44E2-9345-27BE8C6DEF1F}" dt="2026-04-28T18:17:27.990" v="34" actId="20577"/>
        <pc:sldMkLst>
          <pc:docMk/>
          <pc:sldMk cId="443031219" sldId="2147470640"/>
        </pc:sldMkLst>
        <pc:spChg chg="mod">
          <ac:chgData name="Juan Francisco Herrera Franceschi" userId="b0caccdd-cffd-4395-b8b5-9bcb5bb062f1" providerId="ADAL" clId="{92E617BF-CDB8-44E2-9345-27BE8C6DEF1F}" dt="2026-04-28T18:17:27.990" v="34" actId="20577"/>
          <ac:spMkLst>
            <pc:docMk/>
            <pc:sldMk cId="443031219" sldId="2147470640"/>
            <ac:spMk id="11" creationId="{2DEA1118-14B4-EF4C-FBA4-42A9FC43B7BD}"/>
          </ac:spMkLst>
        </pc:spChg>
        <pc:spChg chg="mod">
          <ac:chgData name="Juan Francisco Herrera Franceschi" userId="b0caccdd-cffd-4395-b8b5-9bcb5bb062f1" providerId="ADAL" clId="{92E617BF-CDB8-44E2-9345-27BE8C6DEF1F}" dt="2026-04-28T18:17:15.669" v="32" actId="20577"/>
          <ac:spMkLst>
            <pc:docMk/>
            <pc:sldMk cId="443031219" sldId="2147470640"/>
            <ac:spMk id="13" creationId="{C0FF7BCE-DB20-881D-AE0B-95C7E6B3C3B6}"/>
          </ac:spMkLst>
        </pc:spChg>
      </pc:sldChg>
      <pc:sldChg chg="modSp mod">
        <pc:chgData name="Juan Francisco Herrera Franceschi" userId="b0caccdd-cffd-4395-b8b5-9bcb5bb062f1" providerId="ADAL" clId="{92E617BF-CDB8-44E2-9345-27BE8C6DEF1F}" dt="2026-04-28T18:21:06.644" v="106" actId="313"/>
        <pc:sldMkLst>
          <pc:docMk/>
          <pc:sldMk cId="1898160752" sldId="2147470641"/>
        </pc:sldMkLst>
        <pc:spChg chg="mod">
          <ac:chgData name="Juan Francisco Herrera Franceschi" userId="b0caccdd-cffd-4395-b8b5-9bcb5bb062f1" providerId="ADAL" clId="{92E617BF-CDB8-44E2-9345-27BE8C6DEF1F}" dt="2026-04-28T18:21:05.151" v="104" actId="313"/>
          <ac:spMkLst>
            <pc:docMk/>
            <pc:sldMk cId="1898160752" sldId="2147470641"/>
            <ac:spMk id="6" creationId="{DC692D19-B9F0-3A8D-98A7-441C334D5461}"/>
          </ac:spMkLst>
        </pc:spChg>
        <pc:spChg chg="mod">
          <ac:chgData name="Juan Francisco Herrera Franceschi" userId="b0caccdd-cffd-4395-b8b5-9bcb5bb062f1" providerId="ADAL" clId="{92E617BF-CDB8-44E2-9345-27BE8C6DEF1F}" dt="2026-04-28T18:21:06.644" v="106" actId="313"/>
          <ac:spMkLst>
            <pc:docMk/>
            <pc:sldMk cId="1898160752" sldId="2147470641"/>
            <ac:spMk id="22" creationId="{056DD541-2F3B-64B0-B27C-B839D14ED943}"/>
          </ac:spMkLst>
        </pc:spChg>
      </pc:sldChg>
      <pc:sldChg chg="modSp mod">
        <pc:chgData name="Juan Francisco Herrera Franceschi" userId="b0caccdd-cffd-4395-b8b5-9bcb5bb062f1" providerId="ADAL" clId="{92E617BF-CDB8-44E2-9345-27BE8C6DEF1F}" dt="2026-04-28T18:20:34.549" v="73" actId="313"/>
        <pc:sldMkLst>
          <pc:docMk/>
          <pc:sldMk cId="563587222" sldId="2147470672"/>
        </pc:sldMkLst>
      </pc:sldChg>
      <pc:sldChg chg="delSp modSp mod">
        <pc:chgData name="Juan Francisco Herrera Franceschi" userId="b0caccdd-cffd-4395-b8b5-9bcb5bb062f1" providerId="ADAL" clId="{92E617BF-CDB8-44E2-9345-27BE8C6DEF1F}" dt="2026-04-28T18:29:36.531" v="324" actId="478"/>
        <pc:sldMkLst>
          <pc:docMk/>
          <pc:sldMk cId="870147075" sldId="2147470673"/>
        </pc:sldMkLst>
        <pc:spChg chg="mod">
          <ac:chgData name="Juan Francisco Herrera Franceschi" userId="b0caccdd-cffd-4395-b8b5-9bcb5bb062f1" providerId="ADAL" clId="{92E617BF-CDB8-44E2-9345-27BE8C6DEF1F}" dt="2026-04-28T18:20:36.750" v="76" actId="313"/>
          <ac:spMkLst>
            <pc:docMk/>
            <pc:sldMk cId="870147075" sldId="2147470673"/>
            <ac:spMk id="6" creationId="{7933FF44-6106-89E4-047C-64A6EC9C4813}"/>
          </ac:spMkLst>
        </pc:spChg>
        <pc:spChg chg="mod">
          <ac:chgData name="Juan Francisco Herrera Franceschi" userId="b0caccdd-cffd-4395-b8b5-9bcb5bb062f1" providerId="ADAL" clId="{92E617BF-CDB8-44E2-9345-27BE8C6DEF1F}" dt="2026-04-28T18:29:02.449" v="308" actId="20577"/>
          <ac:spMkLst>
            <pc:docMk/>
            <pc:sldMk cId="870147075" sldId="2147470673"/>
            <ac:spMk id="9" creationId="{1A24B0E4-51BB-ABE0-1337-2AA840D9AA86}"/>
          </ac:spMkLst>
        </pc:spChg>
      </pc:sldChg>
      <pc:sldChg chg="modSp mod">
        <pc:chgData name="Juan Francisco Herrera Franceschi" userId="b0caccdd-cffd-4395-b8b5-9bcb5bb062f1" providerId="ADAL" clId="{92E617BF-CDB8-44E2-9345-27BE8C6DEF1F}" dt="2026-04-28T18:31:06.515" v="327" actId="20577"/>
        <pc:sldMkLst>
          <pc:docMk/>
          <pc:sldMk cId="3191785121" sldId="2147470674"/>
        </pc:sldMkLst>
        <pc:spChg chg="mod">
          <ac:chgData name="Juan Francisco Herrera Franceschi" userId="b0caccdd-cffd-4395-b8b5-9bcb5bb062f1" providerId="ADAL" clId="{92E617BF-CDB8-44E2-9345-27BE8C6DEF1F}" dt="2026-04-28T18:31:06.515" v="327" actId="20577"/>
          <ac:spMkLst>
            <pc:docMk/>
            <pc:sldMk cId="3191785121" sldId="2147470674"/>
            <ac:spMk id="6" creationId="{22A595DF-EB4B-40EB-C734-96AE0EA48F33}"/>
          </ac:spMkLst>
        </pc:spChg>
      </pc:sldChg>
      <pc:sldChg chg="modSp mod">
        <pc:chgData name="Juan Francisco Herrera Franceschi" userId="b0caccdd-cffd-4395-b8b5-9bcb5bb062f1" providerId="ADAL" clId="{92E617BF-CDB8-44E2-9345-27BE8C6DEF1F}" dt="2026-04-28T18:20:45.656" v="84" actId="313"/>
        <pc:sldMkLst>
          <pc:docMk/>
          <pc:sldMk cId="827086819" sldId="2147470675"/>
        </pc:sldMkLst>
        <pc:spChg chg="mod">
          <ac:chgData name="Juan Francisco Herrera Franceschi" userId="b0caccdd-cffd-4395-b8b5-9bcb5bb062f1" providerId="ADAL" clId="{92E617BF-CDB8-44E2-9345-27BE8C6DEF1F}" dt="2026-04-28T18:20:42.789" v="82" actId="313"/>
          <ac:spMkLst>
            <pc:docMk/>
            <pc:sldMk cId="827086819" sldId="2147470675"/>
            <ac:spMk id="6" creationId="{752AE88D-20D4-6D28-D335-8637B65523A8}"/>
          </ac:spMkLst>
        </pc:spChg>
        <pc:spChg chg="mod">
          <ac:chgData name="Juan Francisco Herrera Franceschi" userId="b0caccdd-cffd-4395-b8b5-9bcb5bb062f1" providerId="ADAL" clId="{92E617BF-CDB8-44E2-9345-27BE8C6DEF1F}" dt="2026-04-28T18:20:45.656" v="84" actId="313"/>
          <ac:spMkLst>
            <pc:docMk/>
            <pc:sldMk cId="827086819" sldId="2147470675"/>
            <ac:spMk id="9" creationId="{687B29F5-3FD9-B4CA-06DF-AAD3589DB8FB}"/>
          </ac:spMkLst>
        </pc:spChg>
      </pc:sldChg>
      <pc:sldChg chg="modSp mod">
        <pc:chgData name="Juan Francisco Herrera Franceschi" userId="b0caccdd-cffd-4395-b8b5-9bcb5bb062f1" providerId="ADAL" clId="{92E617BF-CDB8-44E2-9345-27BE8C6DEF1F}" dt="2026-04-28T18:33:55.304" v="401" actId="114"/>
        <pc:sldMkLst>
          <pc:docMk/>
          <pc:sldMk cId="2235112389" sldId="2147470676"/>
        </pc:sldMkLst>
        <pc:spChg chg="mod">
          <ac:chgData name="Juan Francisco Herrera Franceschi" userId="b0caccdd-cffd-4395-b8b5-9bcb5bb062f1" providerId="ADAL" clId="{92E617BF-CDB8-44E2-9345-27BE8C6DEF1F}" dt="2026-04-28T18:33:55.304" v="401" actId="114"/>
          <ac:spMkLst>
            <pc:docMk/>
            <pc:sldMk cId="2235112389" sldId="2147470676"/>
            <ac:spMk id="6" creationId="{CA471023-6B69-D76C-B79E-42BA64C494CB}"/>
          </ac:spMkLst>
        </pc:spChg>
        <pc:spChg chg="mod">
          <ac:chgData name="Juan Francisco Herrera Franceschi" userId="b0caccdd-cffd-4395-b8b5-9bcb5bb062f1" providerId="ADAL" clId="{92E617BF-CDB8-44E2-9345-27BE8C6DEF1F}" dt="2026-04-28T18:20:49.560" v="88" actId="313"/>
          <ac:spMkLst>
            <pc:docMk/>
            <pc:sldMk cId="2235112389" sldId="2147470676"/>
            <ac:spMk id="9" creationId="{2BD0C9A2-4080-64C7-3322-E09FE0201E52}"/>
          </ac:spMkLst>
        </pc:spChg>
      </pc:sldChg>
      <pc:sldChg chg="modSp mod">
        <pc:chgData name="Juan Francisco Herrera Franceschi" userId="b0caccdd-cffd-4395-b8b5-9bcb5bb062f1" providerId="ADAL" clId="{92E617BF-CDB8-44E2-9345-27BE8C6DEF1F}" dt="2026-04-28T18:20:54.683" v="93" actId="313"/>
        <pc:sldMkLst>
          <pc:docMk/>
          <pc:sldMk cId="2157422094" sldId="2147470677"/>
        </pc:sldMkLst>
        <pc:spChg chg="mod">
          <ac:chgData name="Juan Francisco Herrera Franceschi" userId="b0caccdd-cffd-4395-b8b5-9bcb5bb062f1" providerId="ADAL" clId="{92E617BF-CDB8-44E2-9345-27BE8C6DEF1F}" dt="2026-04-28T18:20:51.190" v="89" actId="313"/>
          <ac:spMkLst>
            <pc:docMk/>
            <pc:sldMk cId="2157422094" sldId="2147470677"/>
            <ac:spMk id="2" creationId="{D70928B2-509F-5D80-C785-A3C5D7365D01}"/>
          </ac:spMkLst>
        </pc:spChg>
        <pc:spChg chg="mod">
          <ac:chgData name="Juan Francisco Herrera Franceschi" userId="b0caccdd-cffd-4395-b8b5-9bcb5bb062f1" providerId="ADAL" clId="{92E617BF-CDB8-44E2-9345-27BE8C6DEF1F}" dt="2026-04-28T18:20:53.182" v="91" actId="313"/>
          <ac:spMkLst>
            <pc:docMk/>
            <pc:sldMk cId="2157422094" sldId="2147470677"/>
            <ac:spMk id="5" creationId="{87D67441-71CE-034E-B06C-624FADD2F0C1}"/>
          </ac:spMkLst>
        </pc:spChg>
        <pc:spChg chg="mod">
          <ac:chgData name="Juan Francisco Herrera Franceschi" userId="b0caccdd-cffd-4395-b8b5-9bcb5bb062f1" providerId="ADAL" clId="{92E617BF-CDB8-44E2-9345-27BE8C6DEF1F}" dt="2026-04-28T18:20:54.683" v="93" actId="313"/>
          <ac:spMkLst>
            <pc:docMk/>
            <pc:sldMk cId="2157422094" sldId="2147470677"/>
            <ac:spMk id="6" creationId="{D8DEE414-0318-E0DE-9468-81F88CBB461D}"/>
          </ac:spMkLst>
        </pc:spChg>
      </pc:sldChg>
      <pc:sldChg chg="modSp mod">
        <pc:chgData name="Juan Francisco Herrera Franceschi" userId="b0caccdd-cffd-4395-b8b5-9bcb5bb062f1" providerId="ADAL" clId="{92E617BF-CDB8-44E2-9345-27BE8C6DEF1F}" dt="2026-04-28T18:21:11.352" v="111" actId="313"/>
        <pc:sldMkLst>
          <pc:docMk/>
          <pc:sldMk cId="3401472726" sldId="2147470681"/>
        </pc:sldMkLst>
        <pc:spChg chg="mod">
          <ac:chgData name="Juan Francisco Herrera Franceschi" userId="b0caccdd-cffd-4395-b8b5-9bcb5bb062f1" providerId="ADAL" clId="{92E617BF-CDB8-44E2-9345-27BE8C6DEF1F}" dt="2026-04-28T18:21:08.581" v="108" actId="313"/>
          <ac:spMkLst>
            <pc:docMk/>
            <pc:sldMk cId="3401472726" sldId="2147470681"/>
            <ac:spMk id="6" creationId="{CD78093A-76E1-1744-818C-EB0D986239ED}"/>
          </ac:spMkLst>
        </pc:spChg>
        <pc:spChg chg="mod">
          <ac:chgData name="Juan Francisco Herrera Franceschi" userId="b0caccdd-cffd-4395-b8b5-9bcb5bb062f1" providerId="ADAL" clId="{92E617BF-CDB8-44E2-9345-27BE8C6DEF1F}" dt="2026-04-28T18:21:10.138" v="110" actId="313"/>
          <ac:spMkLst>
            <pc:docMk/>
            <pc:sldMk cId="3401472726" sldId="2147470681"/>
            <ac:spMk id="7" creationId="{AE05C5F9-D40D-3CFB-97AF-F3847A5B5DD5}"/>
          </ac:spMkLst>
        </pc:spChg>
        <pc:spChg chg="mod">
          <ac:chgData name="Juan Francisco Herrera Franceschi" userId="b0caccdd-cffd-4395-b8b5-9bcb5bb062f1" providerId="ADAL" clId="{92E617BF-CDB8-44E2-9345-27BE8C6DEF1F}" dt="2026-04-28T18:21:11.352" v="111" actId="313"/>
          <ac:spMkLst>
            <pc:docMk/>
            <pc:sldMk cId="3401472726" sldId="2147470681"/>
            <ac:spMk id="13" creationId="{F18E2311-AFC8-A737-8331-6D02B093BA17}"/>
          </ac:spMkLst>
        </pc:spChg>
      </pc:sldChg>
      <pc:sldChg chg="addSp delSp modSp mod">
        <pc:chgData name="Juan Francisco Herrera Franceschi" userId="b0caccdd-cffd-4395-b8b5-9bcb5bb062f1" providerId="ADAL" clId="{92E617BF-CDB8-44E2-9345-27BE8C6DEF1F}" dt="2026-04-28T18:50:59.111" v="530"/>
        <pc:sldMkLst>
          <pc:docMk/>
          <pc:sldMk cId="3614074729" sldId="2147470685"/>
        </pc:sldMkLst>
        <pc:graphicFrameChg chg="add mod modGraphic">
          <ac:chgData name="Juan Francisco Herrera Franceschi" userId="b0caccdd-cffd-4395-b8b5-9bcb5bb062f1" providerId="ADAL" clId="{92E617BF-CDB8-44E2-9345-27BE8C6DEF1F}" dt="2026-04-28T18:50:59.111" v="530"/>
          <ac:graphicFrameMkLst>
            <pc:docMk/>
            <pc:sldMk cId="3614074729" sldId="2147470685"/>
            <ac:graphicFrameMk id="12" creationId="{200FA491-0A34-AB62-21DB-E70E97D33B6C}"/>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971800" cy="458788"/>
          </a:xfrm>
          <a:prstGeom prst="rect">
            <a:avLst/>
          </a:prstGeom>
        </p:spPr>
        <p:txBody>
          <a:bodyPr vert="horz" lIns="91440" tIns="45720" rIns="91440" bIns="45720" rtlCol="0"/>
          <a:lstStyle>
            <a:lvl1pPr algn="l">
              <a:defRPr sz="1200"/>
            </a:lvl1pPr>
          </a:lstStyle>
          <a:p>
            <a:endParaRPr lang="en-GB">
              <a:latin typeface="Arial" panose="020B0604020202020204" pitchFamily="34" charset="0"/>
            </a:endParaRPr>
          </a:p>
        </p:txBody>
      </p:sp>
      <p:sp>
        <p:nvSpPr>
          <p:cNvPr id="3" name="Date Placeholder 2"/>
          <p:cNvSpPr>
            <a:spLocks noGrp="1"/>
          </p:cNvSpPr>
          <p:nvPr>
            <p:ph type="dt" sz="quarter" idx="1"/>
          </p:nvPr>
        </p:nvSpPr>
        <p:spPr>
          <a:xfrm>
            <a:off x="3884613" y="1"/>
            <a:ext cx="2971800" cy="458788"/>
          </a:xfrm>
          <a:prstGeom prst="rect">
            <a:avLst/>
          </a:prstGeom>
        </p:spPr>
        <p:txBody>
          <a:bodyPr vert="horz" lIns="91440" tIns="45720" rIns="91440" bIns="45720" rtlCol="0"/>
          <a:lstStyle>
            <a:lvl1pPr algn="r">
              <a:defRPr sz="1200"/>
            </a:lvl1pPr>
          </a:lstStyle>
          <a:p>
            <a:fld id="{5B304A91-4A94-4E69-A3F8-5E1211CC2F55}" type="datetimeFigureOut">
              <a:rPr lang="en-GB">
                <a:latin typeface="Arial" panose="020B0604020202020204" pitchFamily="34" charset="0"/>
              </a:rPr>
              <a:t>05/05/2026</a:t>
            </a:fld>
            <a:endParaRPr lang="en-GB">
              <a:latin typeface="Arial" panose="020B0604020202020204" pitchFamily="34" charset="0"/>
            </a:endParaRPr>
          </a:p>
        </p:txBody>
      </p:sp>
      <p:sp>
        <p:nvSpPr>
          <p:cNvPr id="4" name="Footer Placeholder 3"/>
          <p:cNvSpPr>
            <a:spLocks noGrp="1"/>
          </p:cNvSpPr>
          <p:nvPr>
            <p:ph type="ftr" sz="quarter" idx="2"/>
          </p:nvPr>
        </p:nvSpPr>
        <p:spPr>
          <a:xfrm>
            <a:off x="1" y="8685214"/>
            <a:ext cx="2971800" cy="458787"/>
          </a:xfrm>
          <a:prstGeom prst="rect">
            <a:avLst/>
          </a:prstGeom>
        </p:spPr>
        <p:txBody>
          <a:bodyPr vert="horz" lIns="91440" tIns="45720" rIns="91440" bIns="45720" rtlCol="0" anchor="b"/>
          <a:lstStyle>
            <a:lvl1pPr algn="l">
              <a:defRPr sz="1200"/>
            </a:lvl1pPr>
          </a:lstStyle>
          <a:p>
            <a:endParaRPr lang="en-GB">
              <a:latin typeface="Arial" panose="020B0604020202020204" pitchFamily="34" charset="0"/>
            </a:endParaRPr>
          </a:p>
        </p:txBody>
      </p:sp>
    </p:spTree>
    <p:extLst>
      <p:ext uri="{BB962C8B-B14F-4D97-AF65-F5344CB8AC3E}">
        <p14:creationId xmlns:p14="http://schemas.microsoft.com/office/powerpoint/2010/main" val="599903792"/>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971800" cy="458788"/>
          </a:xfrm>
          <a:prstGeom prst="rect">
            <a:avLst/>
          </a:prstGeom>
        </p:spPr>
        <p:txBody>
          <a:bodyPr vert="horz" lIns="91440" tIns="45720" rIns="91440" bIns="45720" rtlCol="0"/>
          <a:lstStyle>
            <a:lvl1pPr algn="l">
              <a:defRPr sz="1200">
                <a:latin typeface="Arial" panose="020B0604020202020204" pitchFamily="34" charset="0"/>
              </a:defRPr>
            </a:lvl1pPr>
          </a:lstStyle>
          <a:p>
            <a:endParaRPr lang="en-GB"/>
          </a:p>
        </p:txBody>
      </p:sp>
      <p:sp>
        <p:nvSpPr>
          <p:cNvPr id="3" name="Date Placeholder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atin typeface="Arial" panose="020B0604020202020204" pitchFamily="34" charset="0"/>
              </a:defRPr>
            </a:lvl1pPr>
          </a:lstStyle>
          <a:p>
            <a:fld id="{31B089F8-E7FD-40A2-A1AA-DCE245FC3A78}" type="datetimeFigureOut">
              <a:rPr lang="en-GB"/>
              <a:pPr/>
              <a:t>05/05/2026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1" y="8685214"/>
            <a:ext cx="2971800" cy="458787"/>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en-GB"/>
          </a:p>
        </p:txBody>
      </p:sp>
      <p:sp>
        <p:nvSpPr>
          <p:cNvPr id="7" name="Slide Number Placeholder 6"/>
          <p:cNvSpPr>
            <a:spLocks noGrp="1"/>
          </p:cNvSpPr>
          <p:nvPr>
            <p:ph type="sldNum" sz="quarter" idx="5"/>
          </p:nvPr>
        </p:nvSpPr>
        <p:spPr>
          <a:xfrm>
            <a:off x="3884613" y="8685214"/>
            <a:ext cx="2971800" cy="458787"/>
          </a:xfrm>
          <a:prstGeom prst="rect">
            <a:avLst/>
          </a:prstGeom>
        </p:spPr>
        <p:txBody>
          <a:bodyPr vert="horz" lIns="91440" tIns="45720" rIns="91440" bIns="45720" rtlCol="0" anchor="b"/>
          <a:lstStyle>
            <a:lvl1pPr algn="r">
              <a:defRPr sz="1200">
                <a:latin typeface="Arial" panose="020B0604020202020204" pitchFamily="34" charset="0"/>
              </a:defRPr>
            </a:lvl1pPr>
          </a:lstStyle>
          <a:p>
            <a:fld id="{D98D49C3-6639-40F8-82A8-AEF98E89CF71}" type="slidenum">
              <a:rPr lang="en-GB"/>
              <a:pPr/>
              <a:t>‹nº›</a:t>
            </a:fld>
            <a:endParaRPr lang="en-GB"/>
          </a:p>
        </p:txBody>
      </p:sp>
    </p:spTree>
    <p:extLst>
      <p:ext uri="{BB962C8B-B14F-4D97-AF65-F5344CB8AC3E}">
        <p14:creationId xmlns:p14="http://schemas.microsoft.com/office/powerpoint/2010/main" val="30555783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pt-BR" dirty="0"/>
          </a:p>
        </p:txBody>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D98D49C3-6639-40F8-82A8-AEF98E89CF71}" type="slidenum">
              <a:rPr lang="en-GB" smtClean="0"/>
              <a:pPr/>
              <a:t>2</a:t>
            </a:fld>
            <a:endParaRPr lang="en-GB" dirty="0"/>
          </a:p>
        </p:txBody>
      </p:sp>
    </p:spTree>
    <p:extLst>
      <p:ext uri="{BB962C8B-B14F-4D97-AF65-F5344CB8AC3E}">
        <p14:creationId xmlns:p14="http://schemas.microsoft.com/office/powerpoint/2010/main" val="21028575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397B6-455C-EF31-6C2A-AE6CE922CB0E}"/>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7B4B7017-9D21-30B5-E112-40C2AC0B179E}"/>
              </a:ext>
            </a:extLst>
          </p:cNvPr>
          <p:cNvSpPr>
            <a:spLocks noGrp="1" noRot="1" noChangeAspect="1"/>
          </p:cNvSpPr>
          <p:nvPr>
            <p:ph type="sldImg"/>
          </p:nvPr>
        </p:nvSpPr>
        <p:spPr/>
        <p:txBody>
          <a:bodyPr/>
          <a:lstStyle/>
          <a:p>
            <a:endParaRPr lang="pt-BR" dirty="0"/>
          </a:p>
        </p:txBody>
      </p:sp>
      <p:sp>
        <p:nvSpPr>
          <p:cNvPr id="3" name="Espaço Reservado para Anotações 2">
            <a:extLst>
              <a:ext uri="{FF2B5EF4-FFF2-40B4-BE49-F238E27FC236}">
                <a16:creationId xmlns:a16="http://schemas.microsoft.com/office/drawing/2014/main" id="{CA095203-0EB8-22F5-44C6-CE1EF707792C}"/>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3269B440-567A-9FB1-ED95-17DB37B9208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068190C-059F-448D-A15A-3D9A97FEE1BD}" type="slidenum">
              <a:rPr kumimoji="0" lang="pt-BR"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pt-BR"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346078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4AE15-C015-F757-2C54-3E557A4382A1}"/>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6216153E-0D2B-15C7-2EC4-5BE915DC3429}"/>
              </a:ext>
            </a:extLst>
          </p:cNvPr>
          <p:cNvSpPr>
            <a:spLocks noGrp="1" noRot="1" noChangeAspect="1"/>
          </p:cNvSpPr>
          <p:nvPr>
            <p:ph type="sldImg"/>
          </p:nvPr>
        </p:nvSpPr>
        <p:spPr/>
        <p:txBody>
          <a:bodyPr/>
          <a:lstStyle/>
          <a:p>
            <a:endParaRPr lang="pt-BR" dirty="0"/>
          </a:p>
        </p:txBody>
      </p:sp>
      <p:sp>
        <p:nvSpPr>
          <p:cNvPr id="3" name="Espaço Reservado para Anotações 2">
            <a:extLst>
              <a:ext uri="{FF2B5EF4-FFF2-40B4-BE49-F238E27FC236}">
                <a16:creationId xmlns:a16="http://schemas.microsoft.com/office/drawing/2014/main" id="{BC4D7214-E0A1-2F3B-11D2-896595D4C84E}"/>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2F6B1629-21C7-DFFB-7B32-D3855063B16F}"/>
              </a:ext>
            </a:extLst>
          </p:cNvPr>
          <p:cNvSpPr>
            <a:spLocks noGrp="1"/>
          </p:cNvSpPr>
          <p:nvPr>
            <p:ph type="sldNum" sz="quarter" idx="5"/>
          </p:nvPr>
        </p:nvSpPr>
        <p:spPr/>
        <p:txBody>
          <a:bodyPr/>
          <a:lstStyle/>
          <a:p>
            <a:pPr marL="0" marR="0" lvl="0" indent="0" algn="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fld id="{D98D49C3-6639-40F8-82A8-AEF98E89CF71}" type="slidenum">
              <a:rPr kumimoji="0" lang="en-GB"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t>4</a:t>
            </a:fld>
            <a:endParaRPr kumimoji="0" lang="en-GB"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8220314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0B5E17-7CE8-F916-1A21-E357447C2626}"/>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D55220E8-CC07-C231-D457-2D09696726CF}"/>
              </a:ext>
            </a:extLst>
          </p:cNvPr>
          <p:cNvSpPr>
            <a:spLocks noGrp="1" noRot="1" noChangeAspect="1"/>
          </p:cNvSpPr>
          <p:nvPr>
            <p:ph type="sldImg"/>
          </p:nvPr>
        </p:nvSpPr>
        <p:spPr/>
        <p:txBody>
          <a:bodyPr/>
          <a:lstStyle/>
          <a:p>
            <a:endParaRPr lang="pt-BR" dirty="0"/>
          </a:p>
        </p:txBody>
      </p:sp>
      <p:sp>
        <p:nvSpPr>
          <p:cNvPr id="3" name="Espaço Reservado para Anotações 2">
            <a:extLst>
              <a:ext uri="{FF2B5EF4-FFF2-40B4-BE49-F238E27FC236}">
                <a16:creationId xmlns:a16="http://schemas.microsoft.com/office/drawing/2014/main" id="{52CD0AA2-A508-2C55-BB11-4F2F8C0CB151}"/>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FC1AE60D-FB91-CEEB-D02B-430CE5E9FAEA}"/>
              </a:ext>
            </a:extLst>
          </p:cNvPr>
          <p:cNvSpPr>
            <a:spLocks noGrp="1"/>
          </p:cNvSpPr>
          <p:nvPr>
            <p:ph type="sldNum" sz="quarter" idx="5"/>
          </p:nvPr>
        </p:nvSpPr>
        <p:spPr/>
        <p:txBody>
          <a:bodyPr/>
          <a:lstStyle/>
          <a:p>
            <a:pPr marL="0" marR="0" lvl="0" indent="0" algn="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fld id="{D98D49C3-6639-40F8-82A8-AEF98E89CF71}" type="slidenum">
              <a:rPr kumimoji="0" lang="en-GB"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t>5</a:t>
            </a:fld>
            <a:endParaRPr kumimoji="0" lang="en-GB"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4821599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4172BA-DB1D-EFFD-9922-E114EA5BE4C6}"/>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4052E665-48A4-7461-D08B-6262AA9540B7}"/>
              </a:ext>
            </a:extLst>
          </p:cNvPr>
          <p:cNvSpPr>
            <a:spLocks noGrp="1" noRot="1" noChangeAspect="1"/>
          </p:cNvSpPr>
          <p:nvPr>
            <p:ph type="sldImg"/>
          </p:nvPr>
        </p:nvSpPr>
        <p:spPr/>
        <p:txBody>
          <a:bodyPr/>
          <a:lstStyle/>
          <a:p>
            <a:endParaRPr lang="pt-BR" dirty="0"/>
          </a:p>
        </p:txBody>
      </p:sp>
      <p:sp>
        <p:nvSpPr>
          <p:cNvPr id="3" name="Espaço Reservado para Anotações 2">
            <a:extLst>
              <a:ext uri="{FF2B5EF4-FFF2-40B4-BE49-F238E27FC236}">
                <a16:creationId xmlns:a16="http://schemas.microsoft.com/office/drawing/2014/main" id="{C6F020D9-193D-142A-5B3D-2A8B7552E3D5}"/>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4A54A5FE-5DC6-4739-761E-85516CC07F44}"/>
              </a:ext>
            </a:extLst>
          </p:cNvPr>
          <p:cNvSpPr>
            <a:spLocks noGrp="1"/>
          </p:cNvSpPr>
          <p:nvPr>
            <p:ph type="sldNum" sz="quarter" idx="5"/>
          </p:nvPr>
        </p:nvSpPr>
        <p:spPr/>
        <p:txBody>
          <a:bodyPr/>
          <a:lstStyle/>
          <a:p>
            <a:pPr marL="0" marR="0" lvl="0" indent="0" algn="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fld id="{D98D49C3-6639-40F8-82A8-AEF98E89CF71}" type="slidenum">
              <a:rPr kumimoji="0" lang="en-GB"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t>6</a:t>
            </a:fld>
            <a:endParaRPr kumimoji="0" lang="en-GB"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5974387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45AD8-F414-7F1A-F8E6-03E591C5F2C7}"/>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B19407C3-8ADC-40B8-053A-938E3751560E}"/>
              </a:ext>
            </a:extLst>
          </p:cNvPr>
          <p:cNvSpPr>
            <a:spLocks noGrp="1" noRot="1" noChangeAspect="1"/>
          </p:cNvSpPr>
          <p:nvPr>
            <p:ph type="sldImg"/>
          </p:nvPr>
        </p:nvSpPr>
        <p:spPr/>
        <p:txBody>
          <a:bodyPr/>
          <a:lstStyle/>
          <a:p>
            <a:endParaRPr lang="pt-BR" dirty="0"/>
          </a:p>
        </p:txBody>
      </p:sp>
      <p:sp>
        <p:nvSpPr>
          <p:cNvPr id="3" name="Espaço Reservado para Anotações 2">
            <a:extLst>
              <a:ext uri="{FF2B5EF4-FFF2-40B4-BE49-F238E27FC236}">
                <a16:creationId xmlns:a16="http://schemas.microsoft.com/office/drawing/2014/main" id="{802058D5-22CA-1A0E-3358-34781B581F7D}"/>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35E387F1-46DF-F262-3D37-B78819D93069}"/>
              </a:ext>
            </a:extLst>
          </p:cNvPr>
          <p:cNvSpPr>
            <a:spLocks noGrp="1"/>
          </p:cNvSpPr>
          <p:nvPr>
            <p:ph type="sldNum" sz="quarter" idx="5"/>
          </p:nvPr>
        </p:nvSpPr>
        <p:spPr/>
        <p:txBody>
          <a:bodyPr/>
          <a:lstStyle/>
          <a:p>
            <a:pPr marL="0" marR="0" lvl="0" indent="0" algn="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fld id="{D98D49C3-6639-40F8-82A8-AEF98E89CF71}" type="slidenum">
              <a:rPr kumimoji="0" lang="en-GB"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t>7</a:t>
            </a:fld>
            <a:endParaRPr kumimoji="0" lang="en-GB"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392472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867696-601F-6834-BDCA-E0CD9525A251}"/>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27BBB5AC-B392-DFC4-B8BA-59150C9E2AB6}"/>
              </a:ext>
            </a:extLst>
          </p:cNvPr>
          <p:cNvSpPr>
            <a:spLocks noGrp="1" noRot="1" noChangeAspect="1"/>
          </p:cNvSpPr>
          <p:nvPr>
            <p:ph type="sldImg"/>
          </p:nvPr>
        </p:nvSpPr>
        <p:spPr/>
        <p:txBody>
          <a:bodyPr/>
          <a:lstStyle/>
          <a:p>
            <a:endParaRPr lang="pt-BR" dirty="0"/>
          </a:p>
        </p:txBody>
      </p:sp>
      <p:sp>
        <p:nvSpPr>
          <p:cNvPr id="3" name="Espaço Reservado para Anotações 2">
            <a:extLst>
              <a:ext uri="{FF2B5EF4-FFF2-40B4-BE49-F238E27FC236}">
                <a16:creationId xmlns:a16="http://schemas.microsoft.com/office/drawing/2014/main" id="{1557CFF2-1737-50B5-30B7-F2A63B4A6646}"/>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05FE0C9E-7DBD-FF10-529D-A9C516A13BEC}"/>
              </a:ext>
            </a:extLst>
          </p:cNvPr>
          <p:cNvSpPr>
            <a:spLocks noGrp="1"/>
          </p:cNvSpPr>
          <p:nvPr>
            <p:ph type="sldNum" sz="quarter" idx="5"/>
          </p:nvPr>
        </p:nvSpPr>
        <p:spPr/>
        <p:txBody>
          <a:bodyPr/>
          <a:lstStyle/>
          <a:p>
            <a:pPr marL="0" marR="0" lvl="0" indent="0" algn="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fld id="{D98D49C3-6639-40F8-82A8-AEF98E89CF71}" type="slidenum">
              <a:rPr kumimoji="0" lang="en-GB"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t>8</a:t>
            </a:fld>
            <a:endParaRPr kumimoji="0" lang="en-GB"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40555009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15D7D-B5DB-3318-D592-F549C18D74D8}"/>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056DFAE4-F509-1B69-F177-99B04567E08A}"/>
              </a:ext>
            </a:extLst>
          </p:cNvPr>
          <p:cNvSpPr>
            <a:spLocks noGrp="1" noRot="1" noChangeAspect="1"/>
          </p:cNvSpPr>
          <p:nvPr>
            <p:ph type="sldImg"/>
          </p:nvPr>
        </p:nvSpPr>
        <p:spPr/>
        <p:txBody>
          <a:bodyPr/>
          <a:lstStyle/>
          <a:p>
            <a:endParaRPr lang="pt-BR" dirty="0"/>
          </a:p>
        </p:txBody>
      </p:sp>
      <p:sp>
        <p:nvSpPr>
          <p:cNvPr id="3" name="Espaço Reservado para Anotações 2">
            <a:extLst>
              <a:ext uri="{FF2B5EF4-FFF2-40B4-BE49-F238E27FC236}">
                <a16:creationId xmlns:a16="http://schemas.microsoft.com/office/drawing/2014/main" id="{6CD9F720-9770-8396-2404-A5E335CC9085}"/>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A2A8FD46-4F9F-617F-16FD-206EEA667EFE}"/>
              </a:ext>
            </a:extLst>
          </p:cNvPr>
          <p:cNvSpPr>
            <a:spLocks noGrp="1"/>
          </p:cNvSpPr>
          <p:nvPr>
            <p:ph type="sldNum" sz="quarter" idx="5"/>
          </p:nvPr>
        </p:nvSpPr>
        <p:spPr/>
        <p:txBody>
          <a:bodyPr/>
          <a:lstStyle/>
          <a:p>
            <a:pPr marL="0" marR="0" lvl="0" indent="0" algn="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fld id="{D98D49C3-6639-40F8-82A8-AEF98E89CF71}" type="slidenum">
              <a:rPr kumimoji="0" lang="en-GB"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t>9</a:t>
            </a:fld>
            <a:endParaRPr kumimoji="0" lang="en-GB"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42771790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C3F95-96DA-F337-3DE0-C62C189884B1}"/>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AAD93492-4F2F-A9A5-87CB-B9FCD0B27E57}"/>
              </a:ext>
            </a:extLst>
          </p:cNvPr>
          <p:cNvSpPr>
            <a:spLocks noGrp="1" noRot="1" noChangeAspect="1"/>
          </p:cNvSpPr>
          <p:nvPr>
            <p:ph type="sldImg"/>
          </p:nvPr>
        </p:nvSpPr>
        <p:spPr/>
        <p:txBody>
          <a:bodyPr/>
          <a:lstStyle/>
          <a:p>
            <a:endParaRPr lang="en-US"/>
          </a:p>
        </p:txBody>
      </p:sp>
      <p:sp>
        <p:nvSpPr>
          <p:cNvPr id="3" name="Espaço Reservado para Anotações 2">
            <a:extLst>
              <a:ext uri="{FF2B5EF4-FFF2-40B4-BE49-F238E27FC236}">
                <a16:creationId xmlns:a16="http://schemas.microsoft.com/office/drawing/2014/main" id="{57D2B7FA-E29E-786E-1822-08CC09B8A510}"/>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55769C63-7738-1648-3E60-1D4231B7E7F7}"/>
              </a:ext>
            </a:extLst>
          </p:cNvPr>
          <p:cNvSpPr>
            <a:spLocks noGrp="1"/>
          </p:cNvSpPr>
          <p:nvPr>
            <p:ph type="sldNum" sz="quarter" idx="5"/>
          </p:nvPr>
        </p:nvSpPr>
        <p:spPr/>
        <p:txBody>
          <a:bodyPr/>
          <a:lstStyle/>
          <a:p>
            <a:fld id="{D98D49C3-6639-40F8-82A8-AEF98E89CF71}" type="slidenum">
              <a:rPr lang="en-GB" smtClean="0"/>
              <a:pPr/>
              <a:t>10</a:t>
            </a:fld>
            <a:endParaRPr lang="en-GB"/>
          </a:p>
        </p:txBody>
      </p:sp>
    </p:spTree>
    <p:extLst>
      <p:ext uri="{BB962C8B-B14F-4D97-AF65-F5344CB8AC3E}">
        <p14:creationId xmlns:p14="http://schemas.microsoft.com/office/powerpoint/2010/main" val="26254972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FBC83-9FD9-A1C8-A0D2-3C43361D1FA7}"/>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2C0640AC-439C-9210-DAFA-359E1E942643}"/>
              </a:ext>
            </a:extLst>
          </p:cNvPr>
          <p:cNvSpPr>
            <a:spLocks noGrp="1" noRot="1" noChangeAspect="1"/>
          </p:cNvSpPr>
          <p:nvPr>
            <p:ph type="sldImg"/>
          </p:nvPr>
        </p:nvSpPr>
        <p:spPr/>
        <p:txBody>
          <a:bodyPr/>
          <a:lstStyle/>
          <a:p>
            <a:endParaRPr lang="en-US"/>
          </a:p>
        </p:txBody>
      </p:sp>
      <p:sp>
        <p:nvSpPr>
          <p:cNvPr id="3" name="Espaço Reservado para Anotações 2">
            <a:extLst>
              <a:ext uri="{FF2B5EF4-FFF2-40B4-BE49-F238E27FC236}">
                <a16:creationId xmlns:a16="http://schemas.microsoft.com/office/drawing/2014/main" id="{840CDB13-94EC-275E-6609-9526EF7EDFCD}"/>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309385C5-7DBB-2946-C32B-A41642CBE505}"/>
              </a:ext>
            </a:extLst>
          </p:cNvPr>
          <p:cNvSpPr>
            <a:spLocks noGrp="1"/>
          </p:cNvSpPr>
          <p:nvPr>
            <p:ph type="sldNum" sz="quarter" idx="5"/>
          </p:nvPr>
        </p:nvSpPr>
        <p:spPr/>
        <p:txBody>
          <a:bodyPr/>
          <a:lstStyle/>
          <a:p>
            <a:fld id="{D98D49C3-6639-40F8-82A8-AEF98E89CF71}" type="slidenum">
              <a:rPr lang="en-GB" smtClean="0"/>
              <a:pPr/>
              <a:t>11</a:t>
            </a:fld>
            <a:endParaRPr lang="en-GB"/>
          </a:p>
        </p:txBody>
      </p:sp>
    </p:spTree>
    <p:extLst>
      <p:ext uri="{BB962C8B-B14F-4D97-AF65-F5344CB8AC3E}">
        <p14:creationId xmlns:p14="http://schemas.microsoft.com/office/powerpoint/2010/main" val="19692625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98204-E155-B3F9-D3CE-10A3DFAB0965}"/>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B778AE9F-04CC-ED67-ACAB-3A27F9FA8F2D}"/>
              </a:ext>
            </a:extLst>
          </p:cNvPr>
          <p:cNvSpPr>
            <a:spLocks noGrp="1" noRot="1" noChangeAspect="1"/>
          </p:cNvSpPr>
          <p:nvPr>
            <p:ph type="sldImg"/>
          </p:nvPr>
        </p:nvSpPr>
        <p:spPr/>
        <p:txBody>
          <a:bodyPr/>
          <a:lstStyle/>
          <a:p>
            <a:endParaRPr lang="pt-BR"/>
          </a:p>
        </p:txBody>
      </p:sp>
      <p:sp>
        <p:nvSpPr>
          <p:cNvPr id="3" name="Espaço Reservado para Anotações 2">
            <a:extLst>
              <a:ext uri="{FF2B5EF4-FFF2-40B4-BE49-F238E27FC236}">
                <a16:creationId xmlns:a16="http://schemas.microsoft.com/office/drawing/2014/main" id="{D1A6AED4-B3C7-7163-F153-760B4173CF5B}"/>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C79D90C9-B847-4959-3C31-39FED92E9B2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068190C-059F-448D-A15A-3D9A97FEE1BD}" type="slidenum">
              <a:rPr kumimoji="0" lang="pt-BR"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pt-BR"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376510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12A17B-7F88-4E1C-BD55-DEF47659E600}"/>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F9C74DEF-D05F-900F-54D5-E645F574E631}"/>
              </a:ext>
            </a:extLst>
          </p:cNvPr>
          <p:cNvSpPr>
            <a:spLocks noGrp="1" noRot="1" noChangeAspect="1"/>
          </p:cNvSpPr>
          <p:nvPr>
            <p:ph type="sldImg"/>
          </p:nvPr>
        </p:nvSpPr>
        <p:spPr/>
        <p:txBody>
          <a:bodyPr/>
          <a:lstStyle/>
          <a:p>
            <a:endParaRPr lang="pt-BR"/>
          </a:p>
        </p:txBody>
      </p:sp>
      <p:sp>
        <p:nvSpPr>
          <p:cNvPr id="3" name="Espaço Reservado para Anotações 2">
            <a:extLst>
              <a:ext uri="{FF2B5EF4-FFF2-40B4-BE49-F238E27FC236}">
                <a16:creationId xmlns:a16="http://schemas.microsoft.com/office/drawing/2014/main" id="{08A29C92-FDCA-4BF2-A81A-E37A0E54C47A}"/>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3DA19905-AA17-3C7D-2118-8CC9A39FD23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068190C-059F-448D-A15A-3D9A97FEE1BD}" type="slidenum">
              <a:rPr kumimoji="0" lang="pt-BR"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pt-BR"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366186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D98D49C3-6639-40F8-82A8-AEF98E89CF71}" type="slidenum">
              <a:rPr lang="en-GB"/>
              <a:pPr/>
              <a:t>16</a:t>
            </a:fld>
            <a:endParaRPr lang="en-GB"/>
          </a:p>
        </p:txBody>
      </p:sp>
    </p:spTree>
    <p:extLst>
      <p:ext uri="{BB962C8B-B14F-4D97-AF65-F5344CB8AC3E}">
        <p14:creationId xmlns:p14="http://schemas.microsoft.com/office/powerpoint/2010/main" val="5348950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FBB4F-D4A7-DEEF-9688-21EFD63AE1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DC1636-D8F7-19E3-0DDA-00EF2461542E}"/>
              </a:ext>
            </a:extLst>
          </p:cNvPr>
          <p:cNvSpPr>
            <a:spLocks noGrp="1" noRot="1" noChangeAspect="1"/>
          </p:cNvSpPr>
          <p:nvPr>
            <p:ph type="sldImg"/>
          </p:nvPr>
        </p:nvSpPr>
        <p:spPr/>
        <p:txBody>
          <a:bodyPr/>
          <a:lstStyle/>
          <a:p>
            <a:endParaRPr lang="pt-BR"/>
          </a:p>
        </p:txBody>
      </p:sp>
      <p:sp>
        <p:nvSpPr>
          <p:cNvPr id="3" name="Notes Placeholder 2">
            <a:extLst>
              <a:ext uri="{FF2B5EF4-FFF2-40B4-BE49-F238E27FC236}">
                <a16:creationId xmlns:a16="http://schemas.microsoft.com/office/drawing/2014/main" id="{03FD3FF9-9988-3755-524E-B7DE3CA8403E}"/>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7919AB43-ED0F-E357-319B-4B19FD135BA6}"/>
              </a:ext>
            </a:extLst>
          </p:cNvPr>
          <p:cNvSpPr>
            <a:spLocks noGrp="1"/>
          </p:cNvSpPr>
          <p:nvPr>
            <p:ph type="sldNum" sz="quarter" idx="5"/>
          </p:nvPr>
        </p:nvSpPr>
        <p:spPr/>
        <p:txBody>
          <a:bodyPr/>
          <a:lstStyle/>
          <a:p>
            <a:fld id="{D98D49C3-6639-40F8-82A8-AEF98E89CF71}" type="slidenum">
              <a:rPr lang="en-GB"/>
              <a:pPr/>
              <a:t>17</a:t>
            </a:fld>
            <a:endParaRPr lang="en-GB"/>
          </a:p>
        </p:txBody>
      </p:sp>
    </p:spTree>
    <p:extLst>
      <p:ext uri="{BB962C8B-B14F-4D97-AF65-F5344CB8AC3E}">
        <p14:creationId xmlns:p14="http://schemas.microsoft.com/office/powerpoint/2010/main" val="26201630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D0A3F-C148-D76F-DDA1-F8095C93D7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FAF7DA-0EE0-68E2-1DC1-27F92FF548A4}"/>
              </a:ext>
            </a:extLst>
          </p:cNvPr>
          <p:cNvSpPr>
            <a:spLocks noGrp="1" noRot="1" noChangeAspect="1"/>
          </p:cNvSpPr>
          <p:nvPr>
            <p:ph type="sldImg"/>
          </p:nvPr>
        </p:nvSpPr>
        <p:spPr/>
        <p:txBody>
          <a:bodyPr/>
          <a:lstStyle/>
          <a:p>
            <a:endParaRPr lang="pt-BR"/>
          </a:p>
        </p:txBody>
      </p:sp>
      <p:sp>
        <p:nvSpPr>
          <p:cNvPr id="3" name="Notes Placeholder 2">
            <a:extLst>
              <a:ext uri="{FF2B5EF4-FFF2-40B4-BE49-F238E27FC236}">
                <a16:creationId xmlns:a16="http://schemas.microsoft.com/office/drawing/2014/main" id="{B840A75B-B488-65C1-2423-9FB1F2B2435D}"/>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D64F865D-7667-4E82-ED45-05D3C5DDE2FB}"/>
              </a:ext>
            </a:extLst>
          </p:cNvPr>
          <p:cNvSpPr>
            <a:spLocks noGrp="1"/>
          </p:cNvSpPr>
          <p:nvPr>
            <p:ph type="sldNum" sz="quarter" idx="5"/>
          </p:nvPr>
        </p:nvSpPr>
        <p:spPr/>
        <p:txBody>
          <a:bodyPr/>
          <a:lstStyle/>
          <a:p>
            <a:fld id="{D98D49C3-6639-40F8-82A8-AEF98E89CF71}" type="slidenum">
              <a:rPr lang="en-GB"/>
              <a:pPr/>
              <a:t>18</a:t>
            </a:fld>
            <a:endParaRPr lang="en-GB"/>
          </a:p>
        </p:txBody>
      </p:sp>
    </p:spTree>
    <p:extLst>
      <p:ext uri="{BB962C8B-B14F-4D97-AF65-F5344CB8AC3E}">
        <p14:creationId xmlns:p14="http://schemas.microsoft.com/office/powerpoint/2010/main" val="8129792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9A0F1-C8C9-BD17-7257-3D9FD15468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0AFBE3-7FE3-4DA8-2F6A-F0B2E0397E96}"/>
              </a:ext>
            </a:extLst>
          </p:cNvPr>
          <p:cNvSpPr>
            <a:spLocks noGrp="1" noRot="1" noChangeAspect="1"/>
          </p:cNvSpPr>
          <p:nvPr>
            <p:ph type="sldImg"/>
          </p:nvPr>
        </p:nvSpPr>
        <p:spPr/>
        <p:txBody>
          <a:bodyPr/>
          <a:lstStyle/>
          <a:p>
            <a:endParaRPr lang="pt-BR"/>
          </a:p>
        </p:txBody>
      </p:sp>
      <p:sp>
        <p:nvSpPr>
          <p:cNvPr id="3" name="Notes Placeholder 2">
            <a:extLst>
              <a:ext uri="{FF2B5EF4-FFF2-40B4-BE49-F238E27FC236}">
                <a16:creationId xmlns:a16="http://schemas.microsoft.com/office/drawing/2014/main" id="{3302B9E5-620A-ECBC-F744-A3E0F1894782}"/>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3E0CF72B-F85F-76AA-C4F0-B69EA6D9ED7B}"/>
              </a:ext>
            </a:extLst>
          </p:cNvPr>
          <p:cNvSpPr>
            <a:spLocks noGrp="1"/>
          </p:cNvSpPr>
          <p:nvPr>
            <p:ph type="sldNum" sz="quarter" idx="5"/>
          </p:nvPr>
        </p:nvSpPr>
        <p:spPr/>
        <p:txBody>
          <a:bodyPr/>
          <a:lstStyle/>
          <a:p>
            <a:fld id="{D98D49C3-6639-40F8-82A8-AEF98E89CF71}" type="slidenum">
              <a:rPr lang="en-GB"/>
              <a:pPr/>
              <a:t>19</a:t>
            </a:fld>
            <a:endParaRPr lang="en-GB"/>
          </a:p>
        </p:txBody>
      </p:sp>
    </p:spTree>
    <p:extLst>
      <p:ext uri="{BB962C8B-B14F-4D97-AF65-F5344CB8AC3E}">
        <p14:creationId xmlns:p14="http://schemas.microsoft.com/office/powerpoint/2010/main" val="25007454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773B1-65BD-69A9-044A-59BEBC6FB3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8E01D1-9DBA-3E36-91E2-24BE16B2CAFB}"/>
              </a:ext>
            </a:extLst>
          </p:cNvPr>
          <p:cNvSpPr>
            <a:spLocks noGrp="1" noRot="1" noChangeAspect="1"/>
          </p:cNvSpPr>
          <p:nvPr>
            <p:ph type="sldImg"/>
          </p:nvPr>
        </p:nvSpPr>
        <p:spPr/>
        <p:txBody>
          <a:bodyPr/>
          <a:lstStyle/>
          <a:p>
            <a:endParaRPr lang="pt-BR"/>
          </a:p>
        </p:txBody>
      </p:sp>
      <p:sp>
        <p:nvSpPr>
          <p:cNvPr id="3" name="Notes Placeholder 2">
            <a:extLst>
              <a:ext uri="{FF2B5EF4-FFF2-40B4-BE49-F238E27FC236}">
                <a16:creationId xmlns:a16="http://schemas.microsoft.com/office/drawing/2014/main" id="{30D49C1A-583E-7334-51E7-BD78DF2DBA35}"/>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35FB3E49-4CAD-4FC4-7D4D-F1819567C2EF}"/>
              </a:ext>
            </a:extLst>
          </p:cNvPr>
          <p:cNvSpPr>
            <a:spLocks noGrp="1"/>
          </p:cNvSpPr>
          <p:nvPr>
            <p:ph type="sldNum" sz="quarter" idx="5"/>
          </p:nvPr>
        </p:nvSpPr>
        <p:spPr/>
        <p:txBody>
          <a:bodyPr/>
          <a:lstStyle/>
          <a:p>
            <a:fld id="{D98D49C3-6639-40F8-82A8-AEF98E89CF71}" type="slidenum">
              <a:rPr lang="en-GB"/>
              <a:pPr/>
              <a:t>20</a:t>
            </a:fld>
            <a:endParaRPr lang="en-GB"/>
          </a:p>
        </p:txBody>
      </p:sp>
    </p:spTree>
    <p:extLst>
      <p:ext uri="{BB962C8B-B14F-4D97-AF65-F5344CB8AC3E}">
        <p14:creationId xmlns:p14="http://schemas.microsoft.com/office/powerpoint/2010/main" val="19108038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5F1364-470E-6E9B-C029-579CB1B450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F9E9DA-B725-AFD4-57FF-A39960786859}"/>
              </a:ext>
            </a:extLst>
          </p:cNvPr>
          <p:cNvSpPr>
            <a:spLocks noGrp="1" noRot="1" noChangeAspect="1"/>
          </p:cNvSpPr>
          <p:nvPr>
            <p:ph type="sldImg"/>
          </p:nvPr>
        </p:nvSpPr>
        <p:spPr/>
        <p:txBody>
          <a:bodyPr/>
          <a:lstStyle/>
          <a:p>
            <a:endParaRPr lang="pt-BR"/>
          </a:p>
        </p:txBody>
      </p:sp>
      <p:sp>
        <p:nvSpPr>
          <p:cNvPr id="3" name="Notes Placeholder 2">
            <a:extLst>
              <a:ext uri="{FF2B5EF4-FFF2-40B4-BE49-F238E27FC236}">
                <a16:creationId xmlns:a16="http://schemas.microsoft.com/office/drawing/2014/main" id="{984AE123-B9DD-9801-4FF4-DD630103FAB2}"/>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D3BC08B1-D674-2258-3F61-ED793A6502BC}"/>
              </a:ext>
            </a:extLst>
          </p:cNvPr>
          <p:cNvSpPr>
            <a:spLocks noGrp="1"/>
          </p:cNvSpPr>
          <p:nvPr>
            <p:ph type="sldNum" sz="quarter" idx="5"/>
          </p:nvPr>
        </p:nvSpPr>
        <p:spPr/>
        <p:txBody>
          <a:bodyPr/>
          <a:lstStyle/>
          <a:p>
            <a:fld id="{D98D49C3-6639-40F8-82A8-AEF98E89CF71}" type="slidenum">
              <a:rPr lang="en-GB"/>
              <a:pPr/>
              <a:t>21</a:t>
            </a:fld>
            <a:endParaRPr lang="en-GB"/>
          </a:p>
        </p:txBody>
      </p:sp>
    </p:spTree>
    <p:extLst>
      <p:ext uri="{BB962C8B-B14F-4D97-AF65-F5344CB8AC3E}">
        <p14:creationId xmlns:p14="http://schemas.microsoft.com/office/powerpoint/2010/main" val="41867068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24660-BDAA-F9E8-C554-ED8132B275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9931D9-44E6-43B5-0339-14FC7DD66190}"/>
              </a:ext>
            </a:extLst>
          </p:cNvPr>
          <p:cNvSpPr>
            <a:spLocks noGrp="1" noRot="1" noChangeAspect="1"/>
          </p:cNvSpPr>
          <p:nvPr>
            <p:ph type="sldImg"/>
          </p:nvPr>
        </p:nvSpPr>
        <p:spPr/>
        <p:txBody>
          <a:bodyPr/>
          <a:lstStyle/>
          <a:p>
            <a:endParaRPr lang="pt-BR"/>
          </a:p>
        </p:txBody>
      </p:sp>
      <p:sp>
        <p:nvSpPr>
          <p:cNvPr id="3" name="Notes Placeholder 2">
            <a:extLst>
              <a:ext uri="{FF2B5EF4-FFF2-40B4-BE49-F238E27FC236}">
                <a16:creationId xmlns:a16="http://schemas.microsoft.com/office/drawing/2014/main" id="{D29FF039-BB3F-AE60-2BDB-600407F00EE5}"/>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D5A845F9-7B5D-46DA-E829-6491F2937E66}"/>
              </a:ext>
            </a:extLst>
          </p:cNvPr>
          <p:cNvSpPr>
            <a:spLocks noGrp="1"/>
          </p:cNvSpPr>
          <p:nvPr>
            <p:ph type="sldNum" sz="quarter" idx="5"/>
          </p:nvPr>
        </p:nvSpPr>
        <p:spPr/>
        <p:txBody>
          <a:bodyPr/>
          <a:lstStyle/>
          <a:p>
            <a:fld id="{D98D49C3-6639-40F8-82A8-AEF98E89CF71}" type="slidenum">
              <a:rPr lang="en-GB"/>
              <a:pPr/>
              <a:t>22</a:t>
            </a:fld>
            <a:endParaRPr lang="en-GB"/>
          </a:p>
        </p:txBody>
      </p:sp>
    </p:spTree>
    <p:extLst>
      <p:ext uri="{BB962C8B-B14F-4D97-AF65-F5344CB8AC3E}">
        <p14:creationId xmlns:p14="http://schemas.microsoft.com/office/powerpoint/2010/main" val="39095203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3034C-4633-B19C-918B-47005CBCBA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2CCD95-A150-C3EA-133E-4971D766E5A5}"/>
              </a:ext>
            </a:extLst>
          </p:cNvPr>
          <p:cNvSpPr>
            <a:spLocks noGrp="1" noRot="1" noChangeAspect="1"/>
          </p:cNvSpPr>
          <p:nvPr>
            <p:ph type="sldImg"/>
          </p:nvPr>
        </p:nvSpPr>
        <p:spPr/>
        <p:txBody>
          <a:bodyPr/>
          <a:lstStyle/>
          <a:p>
            <a:endParaRPr lang="pt-BR"/>
          </a:p>
        </p:txBody>
      </p:sp>
      <p:sp>
        <p:nvSpPr>
          <p:cNvPr id="3" name="Notes Placeholder 2">
            <a:extLst>
              <a:ext uri="{FF2B5EF4-FFF2-40B4-BE49-F238E27FC236}">
                <a16:creationId xmlns:a16="http://schemas.microsoft.com/office/drawing/2014/main" id="{C300AD44-726A-CFDF-9909-1C082CF12602}"/>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4A8090FE-9675-0231-9AA0-FFD015B60924}"/>
              </a:ext>
            </a:extLst>
          </p:cNvPr>
          <p:cNvSpPr>
            <a:spLocks noGrp="1"/>
          </p:cNvSpPr>
          <p:nvPr>
            <p:ph type="sldNum" sz="quarter" idx="5"/>
          </p:nvPr>
        </p:nvSpPr>
        <p:spPr/>
        <p:txBody>
          <a:bodyPr/>
          <a:lstStyle/>
          <a:p>
            <a:fld id="{D98D49C3-6639-40F8-82A8-AEF98E89CF71}" type="slidenum">
              <a:rPr lang="en-GB"/>
              <a:pPr/>
              <a:t>23</a:t>
            </a:fld>
            <a:endParaRPr lang="en-GB"/>
          </a:p>
        </p:txBody>
      </p:sp>
    </p:spTree>
    <p:extLst>
      <p:ext uri="{BB962C8B-B14F-4D97-AF65-F5344CB8AC3E}">
        <p14:creationId xmlns:p14="http://schemas.microsoft.com/office/powerpoint/2010/main" val="23327088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712E2-C5E4-79B6-2893-6FFEE61A8F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FE571D-28EC-C251-20EB-4A9FE516A0B9}"/>
              </a:ext>
            </a:extLst>
          </p:cNvPr>
          <p:cNvSpPr>
            <a:spLocks noGrp="1" noRot="1" noChangeAspect="1"/>
          </p:cNvSpPr>
          <p:nvPr>
            <p:ph type="sldImg"/>
          </p:nvPr>
        </p:nvSpPr>
        <p:spPr/>
        <p:txBody>
          <a:bodyPr/>
          <a:lstStyle/>
          <a:p>
            <a:endParaRPr lang="pt-BR"/>
          </a:p>
        </p:txBody>
      </p:sp>
      <p:sp>
        <p:nvSpPr>
          <p:cNvPr id="3" name="Notes Placeholder 2">
            <a:extLst>
              <a:ext uri="{FF2B5EF4-FFF2-40B4-BE49-F238E27FC236}">
                <a16:creationId xmlns:a16="http://schemas.microsoft.com/office/drawing/2014/main" id="{75E474A5-5BFD-0375-9E97-12740358855C}"/>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9F0CB465-E02B-7498-38DA-BA2BC3CC8C96}"/>
              </a:ext>
            </a:extLst>
          </p:cNvPr>
          <p:cNvSpPr>
            <a:spLocks noGrp="1"/>
          </p:cNvSpPr>
          <p:nvPr>
            <p:ph type="sldNum" sz="quarter" idx="5"/>
          </p:nvPr>
        </p:nvSpPr>
        <p:spPr/>
        <p:txBody>
          <a:bodyPr/>
          <a:lstStyle/>
          <a:p>
            <a:fld id="{D98D49C3-6639-40F8-82A8-AEF98E89CF71}" type="slidenum">
              <a:rPr lang="en-GB"/>
              <a:pPr/>
              <a:t>24</a:t>
            </a:fld>
            <a:endParaRPr lang="en-GB"/>
          </a:p>
        </p:txBody>
      </p:sp>
    </p:spTree>
    <p:extLst>
      <p:ext uri="{BB962C8B-B14F-4D97-AF65-F5344CB8AC3E}">
        <p14:creationId xmlns:p14="http://schemas.microsoft.com/office/powerpoint/2010/main" val="9060068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6909D-47F8-BB4F-9804-D36ABA932B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8AC4E7-8BF4-9C24-9CF1-5A1C76CB2F97}"/>
              </a:ext>
            </a:extLst>
          </p:cNvPr>
          <p:cNvSpPr>
            <a:spLocks noGrp="1" noRot="1" noChangeAspect="1"/>
          </p:cNvSpPr>
          <p:nvPr>
            <p:ph type="sldImg"/>
          </p:nvPr>
        </p:nvSpPr>
        <p:spPr/>
        <p:txBody>
          <a:bodyPr/>
          <a:lstStyle/>
          <a:p>
            <a:endParaRPr lang="pt-BR"/>
          </a:p>
        </p:txBody>
      </p:sp>
      <p:sp>
        <p:nvSpPr>
          <p:cNvPr id="3" name="Notes Placeholder 2">
            <a:extLst>
              <a:ext uri="{FF2B5EF4-FFF2-40B4-BE49-F238E27FC236}">
                <a16:creationId xmlns:a16="http://schemas.microsoft.com/office/drawing/2014/main" id="{655874BC-7890-8629-301D-DD9005CF39EA}"/>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C0F77853-2CEB-E5DC-9654-960463CCE048}"/>
              </a:ext>
            </a:extLst>
          </p:cNvPr>
          <p:cNvSpPr>
            <a:spLocks noGrp="1"/>
          </p:cNvSpPr>
          <p:nvPr>
            <p:ph type="sldNum" sz="quarter" idx="5"/>
          </p:nvPr>
        </p:nvSpPr>
        <p:spPr/>
        <p:txBody>
          <a:bodyPr/>
          <a:lstStyle/>
          <a:p>
            <a:fld id="{D98D49C3-6639-40F8-82A8-AEF98E89CF71}" type="slidenum">
              <a:rPr lang="en-GB"/>
              <a:pPr/>
              <a:t>25</a:t>
            </a:fld>
            <a:endParaRPr lang="en-GB"/>
          </a:p>
        </p:txBody>
      </p:sp>
    </p:spTree>
    <p:extLst>
      <p:ext uri="{BB962C8B-B14F-4D97-AF65-F5344CB8AC3E}">
        <p14:creationId xmlns:p14="http://schemas.microsoft.com/office/powerpoint/2010/main" val="12241940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AB6310-B972-9A11-332C-2AE6C4BCB61E}"/>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6F533B1F-C8FA-9C60-8C8C-52C14B345D71}"/>
              </a:ext>
            </a:extLst>
          </p:cNvPr>
          <p:cNvSpPr>
            <a:spLocks noGrp="1" noRot="1" noChangeAspect="1"/>
          </p:cNvSpPr>
          <p:nvPr>
            <p:ph type="sldImg"/>
          </p:nvPr>
        </p:nvSpPr>
        <p:spPr/>
        <p:txBody>
          <a:bodyPr/>
          <a:lstStyle/>
          <a:p>
            <a:endParaRPr lang="pt-BR"/>
          </a:p>
        </p:txBody>
      </p:sp>
      <p:sp>
        <p:nvSpPr>
          <p:cNvPr id="3" name="Espaço Reservado para Anotações 2">
            <a:extLst>
              <a:ext uri="{FF2B5EF4-FFF2-40B4-BE49-F238E27FC236}">
                <a16:creationId xmlns:a16="http://schemas.microsoft.com/office/drawing/2014/main" id="{E2B7E5B4-EDDB-2A7A-5165-DC8D54433C83}"/>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B2D42797-D957-A033-D2EA-CC49B18B5044}"/>
              </a:ext>
            </a:extLst>
          </p:cNvPr>
          <p:cNvSpPr>
            <a:spLocks noGrp="1"/>
          </p:cNvSpPr>
          <p:nvPr>
            <p:ph type="sldNum" sz="quarter" idx="5"/>
          </p:nvPr>
        </p:nvSpPr>
        <p:spPr/>
        <p:txBody>
          <a:bodyPr/>
          <a:lstStyle/>
          <a:p>
            <a:pPr marL="0" marR="0" lvl="0" indent="0" algn="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fld id="{D98D49C3-6639-40F8-82A8-AEF98E89CF71}" type="slidenum">
              <a:rPr kumimoji="0" lang="en-GB"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t>27</a:t>
            </a:fld>
            <a:endParaRPr kumimoji="0" lang="en-GB"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6536174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BD256-52AF-73EC-39BA-9E1586E9FD99}"/>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6DF10F7F-194D-2FD7-0B3D-7976AA455BD3}"/>
              </a:ext>
            </a:extLst>
          </p:cNvPr>
          <p:cNvSpPr>
            <a:spLocks noGrp="1" noRot="1" noChangeAspect="1"/>
          </p:cNvSpPr>
          <p:nvPr>
            <p:ph type="sldImg"/>
          </p:nvPr>
        </p:nvSpPr>
        <p:spPr/>
        <p:txBody>
          <a:bodyPr/>
          <a:lstStyle/>
          <a:p>
            <a:endParaRPr lang="pt-BR"/>
          </a:p>
        </p:txBody>
      </p:sp>
      <p:sp>
        <p:nvSpPr>
          <p:cNvPr id="3" name="Espaço Reservado para Anotações 2">
            <a:extLst>
              <a:ext uri="{FF2B5EF4-FFF2-40B4-BE49-F238E27FC236}">
                <a16:creationId xmlns:a16="http://schemas.microsoft.com/office/drawing/2014/main" id="{B5BF3BA4-E7C8-5F34-DF9C-61DEFE7C9F81}"/>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404CFFA6-2D7B-9976-DB8D-D353D8EB13AD}"/>
              </a:ext>
            </a:extLst>
          </p:cNvPr>
          <p:cNvSpPr>
            <a:spLocks noGrp="1"/>
          </p:cNvSpPr>
          <p:nvPr>
            <p:ph type="sldNum" sz="quarter" idx="5"/>
          </p:nvPr>
        </p:nvSpPr>
        <p:spPr/>
        <p:txBody>
          <a:bodyPr/>
          <a:lstStyle/>
          <a:p>
            <a:pPr marL="0" marR="0" lvl="0" indent="0" algn="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fld id="{D98D49C3-6639-40F8-82A8-AEF98E89CF71}" type="slidenum">
              <a:rPr kumimoji="0" lang="en-GB"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t>28</a:t>
            </a:fld>
            <a:endParaRPr kumimoji="0" lang="en-GB"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74378666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E4B6A3-C816-6FF3-ACB4-892C0CC698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BEDEC0-2EA3-C4EF-E53F-4F84BBA9F35D}"/>
              </a:ext>
            </a:extLst>
          </p:cNvPr>
          <p:cNvSpPr>
            <a:spLocks noGrp="1" noRot="1" noChangeAspect="1"/>
          </p:cNvSpPr>
          <p:nvPr>
            <p:ph type="sldImg"/>
          </p:nvPr>
        </p:nvSpPr>
        <p:spPr/>
        <p:txBody>
          <a:bodyPr/>
          <a:lstStyle/>
          <a:p>
            <a:endParaRPr lang="pt-BR"/>
          </a:p>
        </p:txBody>
      </p:sp>
      <p:sp>
        <p:nvSpPr>
          <p:cNvPr id="3" name="Notes Placeholder 2">
            <a:extLst>
              <a:ext uri="{FF2B5EF4-FFF2-40B4-BE49-F238E27FC236}">
                <a16:creationId xmlns:a16="http://schemas.microsoft.com/office/drawing/2014/main" id="{7440D73D-0A2C-6B65-EAED-902CECA37DA4}"/>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165722DC-F191-4D57-4B67-E2449FED142A}"/>
              </a:ext>
            </a:extLst>
          </p:cNvPr>
          <p:cNvSpPr>
            <a:spLocks noGrp="1"/>
          </p:cNvSpPr>
          <p:nvPr>
            <p:ph type="sldNum" sz="quarter" idx="5"/>
          </p:nvPr>
        </p:nvSpPr>
        <p:spPr/>
        <p:txBody>
          <a:bodyPr/>
          <a:lstStyle/>
          <a:p>
            <a:fld id="{D98D49C3-6639-40F8-82A8-AEF98E89CF71}" type="slidenum">
              <a:rPr lang="en-GB"/>
              <a:pPr/>
              <a:t>29</a:t>
            </a:fld>
            <a:endParaRPr lang="en-GB"/>
          </a:p>
        </p:txBody>
      </p:sp>
    </p:spTree>
    <p:extLst>
      <p:ext uri="{BB962C8B-B14F-4D97-AF65-F5344CB8AC3E}">
        <p14:creationId xmlns:p14="http://schemas.microsoft.com/office/powerpoint/2010/main" val="158535106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D98D49C3-6639-40F8-82A8-AEF98E89CF71}" type="slidenum">
              <a:rPr lang="en-GB" smtClean="0"/>
              <a:pPr/>
              <a:t>30</a:t>
            </a:fld>
            <a:endParaRPr lang="en-GB"/>
          </a:p>
        </p:txBody>
      </p:sp>
    </p:spTree>
    <p:extLst>
      <p:ext uri="{BB962C8B-B14F-4D97-AF65-F5344CB8AC3E}">
        <p14:creationId xmlns:p14="http://schemas.microsoft.com/office/powerpoint/2010/main" val="346496949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8.sv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8.sv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8.sv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8.sv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8.sv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25.sv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26.sv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7.sv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8.sv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5.sv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6.sv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8.svg"/><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32.svg"/><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3.svg"/><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4.png"/><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Mobiu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p:cNvSpPr>
            <a:spLocks noGrp="1"/>
          </p:cNvSpPr>
          <p:nvPr>
            <p:ph type="title" hasCustomPrompt="1"/>
          </p:nvPr>
        </p:nvSpPr>
        <p:spPr>
          <a:xfrm>
            <a:off x="508003" y="2333625"/>
            <a:ext cx="5708648" cy="1025922"/>
          </a:xfrm>
        </p:spPr>
        <p:txBody>
          <a:bodyPr/>
          <a:lstStyle>
            <a:lvl1pPr>
              <a:lnSpc>
                <a:spcPct val="85000"/>
              </a:lnSpc>
              <a:defRPr sz="3600">
                <a:solidFill>
                  <a:schemeClr val="tx1"/>
                </a:solidFill>
              </a:defRPr>
            </a:lvl1pPr>
          </a:lstStyle>
          <a:p>
            <a:r>
              <a:rPr lang="en-GB"/>
              <a:t>Main cover title</a:t>
            </a:r>
            <a:br>
              <a:rPr lang="en-GB"/>
            </a:br>
            <a:r>
              <a:rPr lang="en-GB"/>
              <a:t>over two lines</a:t>
            </a:r>
          </a:p>
        </p:txBody>
      </p:sp>
      <p:sp>
        <p:nvSpPr>
          <p:cNvPr id="9" name="Text Placeholder 8">
            <a:extLst>
              <a:ext uri="{FF2B5EF4-FFF2-40B4-BE49-F238E27FC236}">
                <a16:creationId xmlns:a16="http://schemas.microsoft.com/office/drawing/2014/main" id="{A51EC570-624A-53DD-BF08-244E207F61EE}"/>
              </a:ext>
            </a:extLst>
          </p:cNvPr>
          <p:cNvSpPr>
            <a:spLocks noGrp="1"/>
          </p:cNvSpPr>
          <p:nvPr>
            <p:ph type="body" sz="quarter" idx="15" hasCustomPrompt="1"/>
          </p:nvPr>
        </p:nvSpPr>
        <p:spPr>
          <a:xfrm>
            <a:off x="508000" y="4159250"/>
            <a:ext cx="5708648" cy="471487"/>
          </a:xfrm>
          <a:prstGeom prst="rect">
            <a:avLst/>
          </a:prstGeom>
        </p:spPr>
        <p:txBody>
          <a:bodyPr/>
          <a:lstStyle>
            <a:lvl1pPr marL="0" indent="0">
              <a:spcAft>
                <a:spcPts val="0"/>
              </a:spcAft>
              <a:buNone/>
              <a:defRPr sz="2000" b="1">
                <a:solidFill>
                  <a:schemeClr val="tx1"/>
                </a:solidFill>
              </a:defRPr>
            </a:lvl1pPr>
            <a:lvl2pPr>
              <a:defRPr sz="2000" b="0">
                <a:solidFill>
                  <a:schemeClr val="bg1"/>
                </a:solidFill>
              </a:defRPr>
            </a:lvl2pPr>
            <a:lvl3pPr>
              <a:spcAft>
                <a:spcPts val="0"/>
              </a:spcAft>
              <a:defRPr sz="1400" b="0">
                <a:solidFill>
                  <a:schemeClr val="bg1"/>
                </a:solidFill>
              </a:defRPr>
            </a:lvl3pPr>
            <a:lvl4pPr>
              <a:defRPr>
                <a:solidFill>
                  <a:schemeClr val="bg1"/>
                </a:solidFill>
              </a:defRPr>
            </a:lvl4pPr>
            <a:lvl5pPr>
              <a:defRPr>
                <a:solidFill>
                  <a:schemeClr val="bg1"/>
                </a:solidFill>
              </a:defRPr>
            </a:lvl5pPr>
          </a:lstStyle>
          <a:p>
            <a:pPr lvl="0"/>
            <a:r>
              <a:rPr lang="en-GB"/>
              <a:t>Subheading </a:t>
            </a:r>
          </a:p>
        </p:txBody>
      </p:sp>
      <p:sp>
        <p:nvSpPr>
          <p:cNvPr id="2" name="Footer">
            <a:extLst>
              <a:ext uri="{FF2B5EF4-FFF2-40B4-BE49-F238E27FC236}">
                <a16:creationId xmlns:a16="http://schemas.microsoft.com/office/drawing/2014/main" id="{6B8D1DDC-BBDA-4806-6E39-4E803740D2E3}"/>
              </a:ext>
            </a:extLst>
          </p:cNvPr>
          <p:cNvSpPr>
            <a:spLocks noGrp="1"/>
          </p:cNvSpPr>
          <p:nvPr>
            <p:ph type="ftr" sz="quarter" idx="13"/>
          </p:nvPr>
        </p:nvSpPr>
        <p:spPr>
          <a:xfrm>
            <a:off x="12267673" y="6382837"/>
            <a:ext cx="0" cy="0"/>
          </a:xfrm>
          <a:prstGeom prst="rect">
            <a:avLst/>
          </a:prstGeom>
        </p:spPr>
        <p:txBody>
          <a:bodyPr vert="horz" wrap="none" lIns="0" tIns="0" rIns="0" bIns="0" rtlCol="0" anchor="b" anchorCtr="0">
            <a:noAutofit/>
          </a:bodyPr>
          <a:lstStyle>
            <a:lvl1pPr algn="l">
              <a:defRPr lang="en-GB" sz="100">
                <a:solidFill>
                  <a:srgbClr val="F0F0F0"/>
                </a:solidFill>
              </a:defRPr>
            </a:lvl1pPr>
          </a:lstStyle>
          <a:p>
            <a:endParaRPr lang="en-GB"/>
          </a:p>
        </p:txBody>
      </p:sp>
      <p:sp>
        <p:nvSpPr>
          <p:cNvPr id="8" name="SlideNumber">
            <a:extLst>
              <a:ext uri="{FF2B5EF4-FFF2-40B4-BE49-F238E27FC236}">
                <a16:creationId xmlns:a16="http://schemas.microsoft.com/office/drawing/2014/main" id="{2A0F57AD-BDE9-6D4F-B165-A9951C71788D}"/>
              </a:ext>
            </a:extLst>
          </p:cNvPr>
          <p:cNvSpPr>
            <a:spLocks noGrp="1"/>
          </p:cNvSpPr>
          <p:nvPr>
            <p:ph type="sldNum" sz="quarter" idx="14"/>
          </p:nvPr>
        </p:nvSpPr>
        <p:spPr>
          <a:xfrm>
            <a:off x="12267673" y="6765667"/>
            <a:ext cx="0" cy="0"/>
          </a:xfrm>
          <a:prstGeom prst="rect">
            <a:avLst/>
          </a:prstGeom>
        </p:spPr>
        <p:txBody>
          <a:bodyPr/>
          <a:lstStyle>
            <a:lvl1pPr algn="l">
              <a:defRPr sz="100">
                <a:solidFill>
                  <a:srgbClr val="F0F0F0"/>
                </a:solidFill>
              </a:defRPr>
            </a:lvl1pPr>
          </a:lstStyle>
          <a:p>
            <a:fld id="{1AB31D9B-80B6-41F8-B283-556E26E6158E}" type="slidenum">
              <a:rPr lang="en-GB"/>
              <a:pPr/>
              <a:t>‹nº›</a:t>
            </a:fld>
            <a:endParaRPr lang="en-GB"/>
          </a:p>
        </p:txBody>
      </p:sp>
      <p:sp>
        <p:nvSpPr>
          <p:cNvPr id="4" name="Text Placeholder 8">
            <a:extLst>
              <a:ext uri="{FF2B5EF4-FFF2-40B4-BE49-F238E27FC236}">
                <a16:creationId xmlns:a16="http://schemas.microsoft.com/office/drawing/2014/main" id="{146B17B1-2109-6B32-1242-1F9A99DEAFD1}"/>
              </a:ext>
            </a:extLst>
          </p:cNvPr>
          <p:cNvSpPr>
            <a:spLocks noGrp="1"/>
          </p:cNvSpPr>
          <p:nvPr>
            <p:ph type="body" sz="quarter" idx="16" hasCustomPrompt="1"/>
          </p:nvPr>
        </p:nvSpPr>
        <p:spPr>
          <a:xfrm>
            <a:off x="508000" y="4767263"/>
            <a:ext cx="5708648" cy="471487"/>
          </a:xfrm>
          <a:prstGeom prst="rect">
            <a:avLst/>
          </a:prstGeom>
        </p:spPr>
        <p:txBody>
          <a:bodyPr/>
          <a:lstStyle>
            <a:lvl1pPr marL="0" indent="0">
              <a:spcAft>
                <a:spcPts val="0"/>
              </a:spcAft>
              <a:buNone/>
              <a:defRPr sz="1600" b="0">
                <a:solidFill>
                  <a:schemeClr val="tx1"/>
                </a:solidFill>
              </a:defRPr>
            </a:lvl1pPr>
            <a:lvl2pPr>
              <a:defRPr sz="2000" b="0">
                <a:solidFill>
                  <a:schemeClr val="bg1"/>
                </a:solidFill>
              </a:defRPr>
            </a:lvl2pPr>
            <a:lvl3pPr>
              <a:spcAft>
                <a:spcPts val="0"/>
              </a:spcAft>
              <a:defRPr sz="1400" b="0">
                <a:solidFill>
                  <a:schemeClr val="bg1"/>
                </a:solidFill>
              </a:defRPr>
            </a:lvl3pPr>
            <a:lvl4pPr>
              <a:defRPr>
                <a:solidFill>
                  <a:schemeClr val="bg1"/>
                </a:solidFill>
              </a:defRPr>
            </a:lvl4pPr>
            <a:lvl5pPr>
              <a:defRPr>
                <a:solidFill>
                  <a:schemeClr val="bg1"/>
                </a:solidFill>
              </a:defRPr>
            </a:lvl5pPr>
          </a:lstStyle>
          <a:p>
            <a:pPr lvl="0"/>
            <a:r>
              <a:rPr lang="en-GB"/>
              <a:t>Date</a:t>
            </a:r>
          </a:p>
        </p:txBody>
      </p:sp>
      <p:pic>
        <p:nvPicPr>
          <p:cNvPr id="5" name="GT#white_16x9_top">
            <a:extLst>
              <a:ext uri="{FF2B5EF4-FFF2-40B4-BE49-F238E27FC236}">
                <a16:creationId xmlns:a16="http://schemas.microsoft.com/office/drawing/2014/main" id="{2882487E-2258-E8FA-E3B6-78BFE4DED70E}"/>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66121" y="134382"/>
            <a:ext cx="3673624" cy="1173519"/>
          </a:xfrm>
          <a:prstGeom prst="rect">
            <a:avLst/>
          </a:prstGeom>
        </p:spPr>
      </p:pic>
    </p:spTree>
    <p:extLst>
      <p:ext uri="{BB962C8B-B14F-4D97-AF65-F5344CB8AC3E}">
        <p14:creationId xmlns:p14="http://schemas.microsoft.com/office/powerpoint/2010/main" val="995171460"/>
      </p:ext>
    </p:extLst>
  </p:cSld>
  <p:clrMapOvr>
    <a:overrideClrMapping bg1="dk1" tx1="lt1" bg2="dk2" tx2="lt2" accent1="accent1" accent2="accent2" accent3="accent3" accent4="accent4" accent5="accent5" accent6="accent6" hlink="hlink" folHlink="folHlink"/>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Mobius Photo">
    <p:bg>
      <p:bgPr>
        <a:solidFill>
          <a:schemeClr val="tx1"/>
        </a:solidFill>
        <a:effectLst/>
      </p:bgPr>
    </p:bg>
    <p:spTree>
      <p:nvGrpSpPr>
        <p:cNvPr id="1" name=""/>
        <p:cNvGrpSpPr/>
        <p:nvPr/>
      </p:nvGrpSpPr>
      <p:grpSpPr>
        <a:xfrm>
          <a:off x="0" y="0"/>
          <a:ext cx="0" cy="0"/>
          <a:chOff x="0" y="0"/>
          <a:chExt cx="0" cy="0"/>
        </a:xfrm>
      </p:grpSpPr>
      <p:pic>
        <p:nvPicPr>
          <p:cNvPr id="12" name="Imagem 11">
            <a:extLst>
              <a:ext uri="{FF2B5EF4-FFF2-40B4-BE49-F238E27FC236}">
                <a16:creationId xmlns:a16="http://schemas.microsoft.com/office/drawing/2014/main" id="{9E9501F3-EA12-5A1D-0D9B-E28ABE86004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3834745" y="0"/>
            <a:ext cx="8357255" cy="6858000"/>
          </a:xfrm>
          <a:prstGeom prst="rect">
            <a:avLst/>
          </a:prstGeom>
        </p:spPr>
      </p:pic>
      <p:pic>
        <p:nvPicPr>
          <p:cNvPr id="6" name="Picture 14" descr="Circle&#10;&#10;Description automatically generated with low confidence">
            <a:extLst>
              <a:ext uri="{FF2B5EF4-FFF2-40B4-BE49-F238E27FC236}">
                <a16:creationId xmlns:a16="http://schemas.microsoft.com/office/drawing/2014/main" id="{203611CC-4BB7-4301-6DAE-791822956C5D}"/>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r="-2"/>
          <a:stretch/>
        </p:blipFill>
        <p:spPr>
          <a:xfrm>
            <a:off x="0" y="1"/>
            <a:ext cx="8053160" cy="6858000"/>
          </a:xfrm>
          <a:prstGeom prst="rect">
            <a:avLst/>
          </a:prstGeom>
        </p:spPr>
      </p:pic>
      <p:sp>
        <p:nvSpPr>
          <p:cNvPr id="3" name="Title"/>
          <p:cNvSpPr>
            <a:spLocks noGrp="1"/>
          </p:cNvSpPr>
          <p:nvPr>
            <p:ph type="title" hasCustomPrompt="1"/>
          </p:nvPr>
        </p:nvSpPr>
        <p:spPr>
          <a:xfrm>
            <a:off x="508003" y="2333625"/>
            <a:ext cx="5708648" cy="1025922"/>
          </a:xfrm>
        </p:spPr>
        <p:txBody>
          <a:bodyPr/>
          <a:lstStyle>
            <a:lvl1pPr>
              <a:lnSpc>
                <a:spcPct val="85000"/>
              </a:lnSpc>
              <a:defRPr sz="3600">
                <a:solidFill>
                  <a:schemeClr val="tx1"/>
                </a:solidFill>
              </a:defRPr>
            </a:lvl1pPr>
          </a:lstStyle>
          <a:p>
            <a:r>
              <a:rPr lang="en-GB"/>
              <a:t>Main cover title</a:t>
            </a:r>
            <a:br>
              <a:rPr lang="en-GB"/>
            </a:br>
            <a:r>
              <a:rPr lang="en-GB"/>
              <a:t>over two lines</a:t>
            </a:r>
          </a:p>
        </p:txBody>
      </p:sp>
      <p:sp>
        <p:nvSpPr>
          <p:cNvPr id="9" name="Text Placeholder 8">
            <a:extLst>
              <a:ext uri="{FF2B5EF4-FFF2-40B4-BE49-F238E27FC236}">
                <a16:creationId xmlns:a16="http://schemas.microsoft.com/office/drawing/2014/main" id="{A51EC570-624A-53DD-BF08-244E207F61EE}"/>
              </a:ext>
            </a:extLst>
          </p:cNvPr>
          <p:cNvSpPr>
            <a:spLocks noGrp="1"/>
          </p:cNvSpPr>
          <p:nvPr>
            <p:ph type="body" sz="quarter" idx="15" hasCustomPrompt="1"/>
          </p:nvPr>
        </p:nvSpPr>
        <p:spPr>
          <a:xfrm>
            <a:off x="508000" y="4159250"/>
            <a:ext cx="5708648" cy="471487"/>
          </a:xfrm>
          <a:prstGeom prst="rect">
            <a:avLst/>
          </a:prstGeom>
        </p:spPr>
        <p:txBody>
          <a:bodyPr/>
          <a:lstStyle>
            <a:lvl1pPr marL="0" indent="0">
              <a:spcAft>
                <a:spcPts val="0"/>
              </a:spcAft>
              <a:buNone/>
              <a:defRPr sz="2000" b="1">
                <a:solidFill>
                  <a:schemeClr val="tx1"/>
                </a:solidFill>
              </a:defRPr>
            </a:lvl1pPr>
            <a:lvl2pPr>
              <a:defRPr sz="2000" b="0">
                <a:solidFill>
                  <a:schemeClr val="bg1"/>
                </a:solidFill>
              </a:defRPr>
            </a:lvl2pPr>
            <a:lvl3pPr>
              <a:spcAft>
                <a:spcPts val="0"/>
              </a:spcAft>
              <a:defRPr sz="1400" b="0">
                <a:solidFill>
                  <a:schemeClr val="bg1"/>
                </a:solidFill>
              </a:defRPr>
            </a:lvl3pPr>
            <a:lvl4pPr>
              <a:defRPr>
                <a:solidFill>
                  <a:schemeClr val="bg1"/>
                </a:solidFill>
              </a:defRPr>
            </a:lvl4pPr>
            <a:lvl5pPr>
              <a:defRPr>
                <a:solidFill>
                  <a:schemeClr val="bg1"/>
                </a:solidFill>
              </a:defRPr>
            </a:lvl5pPr>
          </a:lstStyle>
          <a:p>
            <a:pPr lvl="0"/>
            <a:r>
              <a:rPr lang="en-GB"/>
              <a:t>Subheading </a:t>
            </a:r>
          </a:p>
        </p:txBody>
      </p:sp>
      <p:sp>
        <p:nvSpPr>
          <p:cNvPr id="2" name="Footer">
            <a:extLst>
              <a:ext uri="{FF2B5EF4-FFF2-40B4-BE49-F238E27FC236}">
                <a16:creationId xmlns:a16="http://schemas.microsoft.com/office/drawing/2014/main" id="{6B8D1DDC-BBDA-4806-6E39-4E803740D2E3}"/>
              </a:ext>
            </a:extLst>
          </p:cNvPr>
          <p:cNvSpPr>
            <a:spLocks noGrp="1"/>
          </p:cNvSpPr>
          <p:nvPr>
            <p:ph type="ftr" sz="quarter" idx="13"/>
          </p:nvPr>
        </p:nvSpPr>
        <p:spPr>
          <a:xfrm>
            <a:off x="12267673" y="6382837"/>
            <a:ext cx="0" cy="0"/>
          </a:xfrm>
          <a:prstGeom prst="rect">
            <a:avLst/>
          </a:prstGeom>
        </p:spPr>
        <p:txBody>
          <a:bodyPr vert="horz" wrap="none" lIns="0" tIns="0" rIns="0" bIns="0" rtlCol="0" anchor="b" anchorCtr="0">
            <a:noAutofit/>
          </a:bodyPr>
          <a:lstStyle>
            <a:lvl1pPr algn="l">
              <a:defRPr lang="en-GB" sz="100">
                <a:solidFill>
                  <a:schemeClr val="tx1"/>
                </a:solidFill>
              </a:defRPr>
            </a:lvl1pPr>
          </a:lstStyle>
          <a:p>
            <a:endParaRPr lang="en-GB"/>
          </a:p>
        </p:txBody>
      </p:sp>
      <p:sp>
        <p:nvSpPr>
          <p:cNvPr id="8" name="SlideNumber">
            <a:extLst>
              <a:ext uri="{FF2B5EF4-FFF2-40B4-BE49-F238E27FC236}">
                <a16:creationId xmlns:a16="http://schemas.microsoft.com/office/drawing/2014/main" id="{2A0F57AD-BDE9-6D4F-B165-A9951C71788D}"/>
              </a:ext>
            </a:extLst>
          </p:cNvPr>
          <p:cNvSpPr>
            <a:spLocks noGrp="1"/>
          </p:cNvSpPr>
          <p:nvPr>
            <p:ph type="sldNum" sz="quarter" idx="14"/>
          </p:nvPr>
        </p:nvSpPr>
        <p:spPr>
          <a:xfrm>
            <a:off x="12267673" y="6765667"/>
            <a:ext cx="0" cy="0"/>
          </a:xfrm>
          <a:prstGeom prst="rect">
            <a:avLst/>
          </a:prstGeom>
        </p:spPr>
        <p:txBody>
          <a:bodyPr/>
          <a:lstStyle>
            <a:lvl1pPr algn="l">
              <a:defRPr sz="100">
                <a:solidFill>
                  <a:schemeClr val="tx1"/>
                </a:solidFill>
              </a:defRPr>
            </a:lvl1pPr>
          </a:lstStyle>
          <a:p>
            <a:fld id="{1AB31D9B-80B6-41F8-B283-556E26E6158E}" type="slidenum">
              <a:rPr lang="en-GB"/>
              <a:pPr/>
              <a:t>‹nº›</a:t>
            </a:fld>
            <a:endParaRPr lang="en-GB"/>
          </a:p>
        </p:txBody>
      </p:sp>
      <p:sp>
        <p:nvSpPr>
          <p:cNvPr id="5" name="Text Placeholder 8">
            <a:extLst>
              <a:ext uri="{FF2B5EF4-FFF2-40B4-BE49-F238E27FC236}">
                <a16:creationId xmlns:a16="http://schemas.microsoft.com/office/drawing/2014/main" id="{F5CC922D-8453-2B88-1B73-40CCBF19F3B3}"/>
              </a:ext>
            </a:extLst>
          </p:cNvPr>
          <p:cNvSpPr>
            <a:spLocks noGrp="1"/>
          </p:cNvSpPr>
          <p:nvPr>
            <p:ph type="body" sz="quarter" idx="16" hasCustomPrompt="1"/>
          </p:nvPr>
        </p:nvSpPr>
        <p:spPr>
          <a:xfrm>
            <a:off x="508000" y="4767263"/>
            <a:ext cx="5708648" cy="471487"/>
          </a:xfrm>
          <a:prstGeom prst="rect">
            <a:avLst/>
          </a:prstGeom>
        </p:spPr>
        <p:txBody>
          <a:bodyPr/>
          <a:lstStyle>
            <a:lvl1pPr marL="0" indent="0">
              <a:spcAft>
                <a:spcPts val="0"/>
              </a:spcAft>
              <a:buNone/>
              <a:defRPr sz="1600" b="0">
                <a:solidFill>
                  <a:schemeClr val="tx1"/>
                </a:solidFill>
              </a:defRPr>
            </a:lvl1pPr>
            <a:lvl2pPr>
              <a:defRPr sz="2000" b="0">
                <a:solidFill>
                  <a:schemeClr val="bg1"/>
                </a:solidFill>
              </a:defRPr>
            </a:lvl2pPr>
            <a:lvl3pPr>
              <a:spcAft>
                <a:spcPts val="0"/>
              </a:spcAft>
              <a:defRPr sz="1400" b="0">
                <a:solidFill>
                  <a:schemeClr val="bg1"/>
                </a:solidFill>
              </a:defRPr>
            </a:lvl3pPr>
            <a:lvl4pPr>
              <a:defRPr>
                <a:solidFill>
                  <a:schemeClr val="bg1"/>
                </a:solidFill>
              </a:defRPr>
            </a:lvl4pPr>
            <a:lvl5pPr>
              <a:defRPr>
                <a:solidFill>
                  <a:schemeClr val="bg1"/>
                </a:solidFill>
              </a:defRPr>
            </a:lvl5pPr>
          </a:lstStyle>
          <a:p>
            <a:pPr lvl="0"/>
            <a:r>
              <a:rPr lang="en-GB"/>
              <a:t>Date</a:t>
            </a:r>
          </a:p>
        </p:txBody>
      </p:sp>
    </p:spTree>
    <p:extLst>
      <p:ext uri="{BB962C8B-B14F-4D97-AF65-F5344CB8AC3E}">
        <p14:creationId xmlns:p14="http://schemas.microsoft.com/office/powerpoint/2010/main" val="4133390797"/>
      </p:ext>
    </p:extLst>
  </p:cSld>
  <p:clrMapOvr>
    <a:overrideClrMapping bg1="dk1" tx1="lt1" bg2="dk2" tx2="lt2" accent1="accent1" accent2="accent2" accent3="accent3" accent4="accent4" accent5="accent5" accent6="accent6" hlink="hlink" folHlink="folHlink"/>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Mobius Keyline">
    <p:spTree>
      <p:nvGrpSpPr>
        <p:cNvPr id="1" name=""/>
        <p:cNvGrpSpPr/>
        <p:nvPr/>
      </p:nvGrpSpPr>
      <p:grpSpPr>
        <a:xfrm>
          <a:off x="0" y="0"/>
          <a:ext cx="0" cy="0"/>
          <a:chOff x="0" y="0"/>
          <a:chExt cx="0" cy="0"/>
        </a:xfrm>
      </p:grpSpPr>
      <p:pic>
        <p:nvPicPr>
          <p:cNvPr id="8" name="MobiusKeyline">
            <a:extLst>
              <a:ext uri="{FF2B5EF4-FFF2-40B4-BE49-F238E27FC236}">
                <a16:creationId xmlns:a16="http://schemas.microsoft.com/office/drawing/2014/main" id="{C4D846AA-1B48-D164-4BD6-D6FF3380420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493205" y="0"/>
            <a:ext cx="6698796" cy="6858000"/>
          </a:xfrm>
          <a:prstGeom prst="rect">
            <a:avLst/>
          </a:prstGeom>
        </p:spPr>
      </p:pic>
      <p:sp>
        <p:nvSpPr>
          <p:cNvPr id="3" name="Title"/>
          <p:cNvSpPr>
            <a:spLocks noGrp="1"/>
          </p:cNvSpPr>
          <p:nvPr>
            <p:ph type="title" hasCustomPrompt="1"/>
          </p:nvPr>
        </p:nvSpPr>
        <p:spPr>
          <a:xfrm>
            <a:off x="508003" y="2333625"/>
            <a:ext cx="5708648" cy="1025922"/>
          </a:xfrm>
        </p:spPr>
        <p:txBody>
          <a:bodyPr/>
          <a:lstStyle>
            <a:lvl1pPr>
              <a:lnSpc>
                <a:spcPct val="85000"/>
              </a:lnSpc>
              <a:defRPr sz="3600">
                <a:solidFill>
                  <a:schemeClr val="accent1"/>
                </a:solidFill>
              </a:defRPr>
            </a:lvl1pPr>
          </a:lstStyle>
          <a:p>
            <a:r>
              <a:rPr lang="en-GB"/>
              <a:t>Main cover title</a:t>
            </a:r>
            <a:br>
              <a:rPr lang="en-GB"/>
            </a:br>
            <a:r>
              <a:rPr lang="en-GB"/>
              <a:t>over two lines</a:t>
            </a:r>
          </a:p>
        </p:txBody>
      </p:sp>
      <p:sp>
        <p:nvSpPr>
          <p:cNvPr id="9" name="Text Placeholder 8">
            <a:extLst>
              <a:ext uri="{FF2B5EF4-FFF2-40B4-BE49-F238E27FC236}">
                <a16:creationId xmlns:a16="http://schemas.microsoft.com/office/drawing/2014/main" id="{A51EC570-624A-53DD-BF08-244E207F61EE}"/>
              </a:ext>
            </a:extLst>
          </p:cNvPr>
          <p:cNvSpPr>
            <a:spLocks noGrp="1"/>
          </p:cNvSpPr>
          <p:nvPr>
            <p:ph type="body" sz="quarter" idx="15" hasCustomPrompt="1"/>
          </p:nvPr>
        </p:nvSpPr>
        <p:spPr>
          <a:xfrm>
            <a:off x="508000" y="4159250"/>
            <a:ext cx="5708648" cy="471487"/>
          </a:xfrm>
          <a:prstGeom prst="rect">
            <a:avLst/>
          </a:prstGeom>
        </p:spPr>
        <p:txBody>
          <a:bodyPr/>
          <a:lstStyle>
            <a:lvl1pPr marL="0" indent="0">
              <a:spcAft>
                <a:spcPts val="0"/>
              </a:spcAft>
              <a:buNone/>
              <a:defRPr sz="2000" b="1">
                <a:solidFill>
                  <a:schemeClr val="tx1"/>
                </a:solidFill>
              </a:defRPr>
            </a:lvl1pPr>
            <a:lvl2pPr>
              <a:defRPr sz="2000" b="0">
                <a:solidFill>
                  <a:schemeClr val="tx1"/>
                </a:solidFill>
              </a:defRPr>
            </a:lvl2pPr>
            <a:lvl3pPr>
              <a:spcAft>
                <a:spcPts val="0"/>
              </a:spcAft>
              <a:defRPr sz="1400" b="0">
                <a:solidFill>
                  <a:schemeClr val="bg1"/>
                </a:solidFill>
              </a:defRPr>
            </a:lvl3pPr>
            <a:lvl4pPr>
              <a:defRPr>
                <a:solidFill>
                  <a:schemeClr val="bg1"/>
                </a:solidFill>
              </a:defRPr>
            </a:lvl4pPr>
            <a:lvl5pPr>
              <a:defRPr>
                <a:solidFill>
                  <a:schemeClr val="bg1"/>
                </a:solidFill>
              </a:defRPr>
            </a:lvl5pPr>
          </a:lstStyle>
          <a:p>
            <a:pPr lvl="0"/>
            <a:r>
              <a:rPr lang="en-GB"/>
              <a:t>Subheading </a:t>
            </a:r>
          </a:p>
        </p:txBody>
      </p:sp>
      <p:sp>
        <p:nvSpPr>
          <p:cNvPr id="5" name="Text Placeholder 8">
            <a:extLst>
              <a:ext uri="{FF2B5EF4-FFF2-40B4-BE49-F238E27FC236}">
                <a16:creationId xmlns:a16="http://schemas.microsoft.com/office/drawing/2014/main" id="{CB960BFE-A7EB-EB6B-6A2D-CA13D11B2D75}"/>
              </a:ext>
            </a:extLst>
          </p:cNvPr>
          <p:cNvSpPr>
            <a:spLocks noGrp="1"/>
          </p:cNvSpPr>
          <p:nvPr>
            <p:ph type="body" sz="quarter" idx="16" hasCustomPrompt="1"/>
          </p:nvPr>
        </p:nvSpPr>
        <p:spPr>
          <a:xfrm>
            <a:off x="508000" y="4767263"/>
            <a:ext cx="5708648" cy="471487"/>
          </a:xfrm>
          <a:prstGeom prst="rect">
            <a:avLst/>
          </a:prstGeom>
        </p:spPr>
        <p:txBody>
          <a:bodyPr/>
          <a:lstStyle>
            <a:lvl1pPr marL="0" indent="0">
              <a:spcAft>
                <a:spcPts val="0"/>
              </a:spcAft>
              <a:buNone/>
              <a:defRPr sz="1600" b="0">
                <a:solidFill>
                  <a:schemeClr val="tx1"/>
                </a:solidFill>
              </a:defRPr>
            </a:lvl1pPr>
            <a:lvl2pPr>
              <a:defRPr sz="2000" b="0">
                <a:solidFill>
                  <a:schemeClr val="tx1"/>
                </a:solidFill>
              </a:defRPr>
            </a:lvl2pPr>
            <a:lvl3pPr>
              <a:spcAft>
                <a:spcPts val="0"/>
              </a:spcAft>
              <a:defRPr sz="1400" b="0">
                <a:solidFill>
                  <a:schemeClr val="bg1"/>
                </a:solidFill>
              </a:defRPr>
            </a:lvl3pPr>
            <a:lvl4pPr>
              <a:defRPr>
                <a:solidFill>
                  <a:schemeClr val="bg1"/>
                </a:solidFill>
              </a:defRPr>
            </a:lvl4pPr>
            <a:lvl5pPr>
              <a:defRPr>
                <a:solidFill>
                  <a:schemeClr val="bg1"/>
                </a:solidFill>
              </a:defRPr>
            </a:lvl5pPr>
          </a:lstStyle>
          <a:p>
            <a:pPr lvl="0"/>
            <a:r>
              <a:rPr lang="en-GB"/>
              <a:t>Date</a:t>
            </a:r>
          </a:p>
        </p:txBody>
      </p:sp>
      <p:sp>
        <p:nvSpPr>
          <p:cNvPr id="4" name="Footer">
            <a:extLst>
              <a:ext uri="{FF2B5EF4-FFF2-40B4-BE49-F238E27FC236}">
                <a16:creationId xmlns:a16="http://schemas.microsoft.com/office/drawing/2014/main" id="{1FB7F7CA-2D73-7754-8937-83067EE92E45}"/>
              </a:ext>
            </a:extLst>
          </p:cNvPr>
          <p:cNvSpPr>
            <a:spLocks noGrp="1"/>
          </p:cNvSpPr>
          <p:nvPr>
            <p:ph type="ftr" sz="quarter" idx="13"/>
          </p:nvPr>
        </p:nvSpPr>
        <p:spPr>
          <a:xfrm>
            <a:off x="12267673" y="6382837"/>
            <a:ext cx="0" cy="0"/>
          </a:xfrm>
          <a:prstGeom prst="rect">
            <a:avLst/>
          </a:prstGeom>
        </p:spPr>
        <p:txBody>
          <a:bodyPr vert="horz" wrap="none" lIns="0" tIns="0" rIns="0" bIns="0" rtlCol="0" anchor="b" anchorCtr="0">
            <a:noAutofit/>
          </a:bodyPr>
          <a:lstStyle>
            <a:lvl1pPr algn="l">
              <a:defRPr lang="en-GB" sz="100">
                <a:solidFill>
                  <a:srgbClr val="F0F0F0"/>
                </a:solidFill>
              </a:defRPr>
            </a:lvl1pPr>
          </a:lstStyle>
          <a:p>
            <a:endParaRPr lang="en-GB"/>
          </a:p>
        </p:txBody>
      </p:sp>
      <p:sp>
        <p:nvSpPr>
          <p:cNvPr id="6" name="SlideNumber">
            <a:extLst>
              <a:ext uri="{FF2B5EF4-FFF2-40B4-BE49-F238E27FC236}">
                <a16:creationId xmlns:a16="http://schemas.microsoft.com/office/drawing/2014/main" id="{598DE1C0-3FC1-12D2-B6CB-57562CB44211}"/>
              </a:ext>
            </a:extLst>
          </p:cNvPr>
          <p:cNvSpPr>
            <a:spLocks noGrp="1"/>
          </p:cNvSpPr>
          <p:nvPr>
            <p:ph type="sldNum" sz="quarter" idx="14"/>
          </p:nvPr>
        </p:nvSpPr>
        <p:spPr>
          <a:xfrm>
            <a:off x="12267673" y="6765667"/>
            <a:ext cx="0" cy="0"/>
          </a:xfrm>
          <a:prstGeom prst="rect">
            <a:avLst/>
          </a:prstGeom>
        </p:spPr>
        <p:txBody>
          <a:bodyPr/>
          <a:lstStyle>
            <a:lvl1pPr algn="l">
              <a:defRPr sz="100">
                <a:solidFill>
                  <a:srgbClr val="F0F0F0"/>
                </a:solidFill>
              </a:defRPr>
            </a:lvl1pPr>
          </a:lstStyle>
          <a:p>
            <a:fld id="{1AB31D9B-80B6-41F8-B283-556E26E6158E}" type="slidenum">
              <a:rPr lang="en-GB"/>
              <a:pPr/>
              <a:t>‹nº›</a:t>
            </a:fld>
            <a:endParaRPr lang="en-GB"/>
          </a:p>
        </p:txBody>
      </p:sp>
      <p:pic>
        <p:nvPicPr>
          <p:cNvPr id="2" name="GT#standard_16x9_top">
            <a:extLst>
              <a:ext uri="{FF2B5EF4-FFF2-40B4-BE49-F238E27FC236}">
                <a16:creationId xmlns:a16="http://schemas.microsoft.com/office/drawing/2014/main" id="{6E4B8AEC-5522-13FE-A737-BC6E03245269}"/>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66191" y="134404"/>
            <a:ext cx="3675628" cy="1174159"/>
          </a:xfrm>
          <a:prstGeom prst="rect">
            <a:avLst/>
          </a:prstGeom>
        </p:spPr>
      </p:pic>
    </p:spTree>
    <p:extLst>
      <p:ext uri="{BB962C8B-B14F-4D97-AF65-F5344CB8AC3E}">
        <p14:creationId xmlns:p14="http://schemas.microsoft.com/office/powerpoint/2010/main" val="2378778195"/>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 Image Right">
    <p:spTree>
      <p:nvGrpSpPr>
        <p:cNvPr id="1" name=""/>
        <p:cNvGrpSpPr/>
        <p:nvPr/>
      </p:nvGrpSpPr>
      <p:grpSpPr>
        <a:xfrm>
          <a:off x="0" y="0"/>
          <a:ext cx="0" cy="0"/>
          <a:chOff x="0" y="0"/>
          <a:chExt cx="0" cy="0"/>
        </a:xfrm>
      </p:grpSpPr>
      <p:sp>
        <p:nvSpPr>
          <p:cNvPr id="3" name="Title"/>
          <p:cNvSpPr>
            <a:spLocks noGrp="1"/>
          </p:cNvSpPr>
          <p:nvPr>
            <p:ph type="title" hasCustomPrompt="1"/>
          </p:nvPr>
        </p:nvSpPr>
        <p:spPr>
          <a:xfrm>
            <a:off x="508003" y="2333625"/>
            <a:ext cx="5464800" cy="1025922"/>
          </a:xfrm>
        </p:spPr>
        <p:txBody>
          <a:bodyPr/>
          <a:lstStyle>
            <a:lvl1pPr>
              <a:lnSpc>
                <a:spcPct val="85000"/>
              </a:lnSpc>
              <a:defRPr sz="3600">
                <a:solidFill>
                  <a:schemeClr val="accent1"/>
                </a:solidFill>
              </a:defRPr>
            </a:lvl1pPr>
          </a:lstStyle>
          <a:p>
            <a:r>
              <a:rPr lang="en-GB"/>
              <a:t>Main cover title</a:t>
            </a:r>
            <a:br>
              <a:rPr lang="en-GB"/>
            </a:br>
            <a:r>
              <a:rPr lang="en-GB"/>
              <a:t>over two lines</a:t>
            </a:r>
          </a:p>
        </p:txBody>
      </p:sp>
      <p:sp>
        <p:nvSpPr>
          <p:cNvPr id="9" name="Text Placeholder 8">
            <a:extLst>
              <a:ext uri="{FF2B5EF4-FFF2-40B4-BE49-F238E27FC236}">
                <a16:creationId xmlns:a16="http://schemas.microsoft.com/office/drawing/2014/main" id="{A51EC570-624A-53DD-BF08-244E207F61EE}"/>
              </a:ext>
            </a:extLst>
          </p:cNvPr>
          <p:cNvSpPr>
            <a:spLocks noGrp="1"/>
          </p:cNvSpPr>
          <p:nvPr>
            <p:ph type="body" sz="quarter" idx="15" hasCustomPrompt="1"/>
          </p:nvPr>
        </p:nvSpPr>
        <p:spPr>
          <a:xfrm>
            <a:off x="508000" y="4159250"/>
            <a:ext cx="5464800" cy="471487"/>
          </a:xfrm>
          <a:prstGeom prst="rect">
            <a:avLst/>
          </a:prstGeom>
        </p:spPr>
        <p:txBody>
          <a:bodyPr/>
          <a:lstStyle>
            <a:lvl1pPr marL="0" indent="0">
              <a:spcAft>
                <a:spcPts val="0"/>
              </a:spcAft>
              <a:buNone/>
              <a:defRPr sz="2000" b="1">
                <a:solidFill>
                  <a:schemeClr val="tx1"/>
                </a:solidFill>
              </a:defRPr>
            </a:lvl1pPr>
            <a:lvl2pPr>
              <a:defRPr sz="2000" b="0">
                <a:solidFill>
                  <a:schemeClr val="tx1"/>
                </a:solidFill>
              </a:defRPr>
            </a:lvl2pPr>
            <a:lvl3pPr>
              <a:spcAft>
                <a:spcPts val="0"/>
              </a:spcAft>
              <a:defRPr sz="1400" b="0">
                <a:solidFill>
                  <a:schemeClr val="bg1"/>
                </a:solidFill>
              </a:defRPr>
            </a:lvl3pPr>
            <a:lvl4pPr>
              <a:defRPr>
                <a:solidFill>
                  <a:schemeClr val="bg1"/>
                </a:solidFill>
              </a:defRPr>
            </a:lvl4pPr>
            <a:lvl5pPr>
              <a:defRPr>
                <a:solidFill>
                  <a:schemeClr val="bg1"/>
                </a:solidFill>
              </a:defRPr>
            </a:lvl5pPr>
          </a:lstStyle>
          <a:p>
            <a:pPr lvl="0"/>
            <a:r>
              <a:rPr lang="en-GB"/>
              <a:t>Subheading </a:t>
            </a:r>
          </a:p>
        </p:txBody>
      </p:sp>
      <p:sp>
        <p:nvSpPr>
          <p:cNvPr id="8" name="Footer">
            <a:extLst>
              <a:ext uri="{FF2B5EF4-FFF2-40B4-BE49-F238E27FC236}">
                <a16:creationId xmlns:a16="http://schemas.microsoft.com/office/drawing/2014/main" id="{538B5854-888F-DC2D-B93B-4ACCEAB6ED5A}"/>
              </a:ext>
            </a:extLst>
          </p:cNvPr>
          <p:cNvSpPr>
            <a:spLocks noGrp="1"/>
          </p:cNvSpPr>
          <p:nvPr>
            <p:ph type="ftr" sz="quarter" idx="13"/>
          </p:nvPr>
        </p:nvSpPr>
        <p:spPr>
          <a:xfrm>
            <a:off x="12267673" y="6382837"/>
            <a:ext cx="0" cy="0"/>
          </a:xfrm>
          <a:prstGeom prst="rect">
            <a:avLst/>
          </a:prstGeom>
        </p:spPr>
        <p:txBody>
          <a:bodyPr vert="horz" wrap="none" lIns="0" tIns="0" rIns="0" bIns="0" rtlCol="0" anchor="b" anchorCtr="0">
            <a:noAutofit/>
          </a:bodyPr>
          <a:lstStyle>
            <a:lvl1pPr algn="l">
              <a:defRPr lang="en-GB" sz="100">
                <a:solidFill>
                  <a:srgbClr val="F0F0F0"/>
                </a:solidFill>
              </a:defRPr>
            </a:lvl1pPr>
          </a:lstStyle>
          <a:p>
            <a:endParaRPr lang="en-GB"/>
          </a:p>
        </p:txBody>
      </p:sp>
      <p:sp>
        <p:nvSpPr>
          <p:cNvPr id="10" name="SlideNumber">
            <a:extLst>
              <a:ext uri="{FF2B5EF4-FFF2-40B4-BE49-F238E27FC236}">
                <a16:creationId xmlns:a16="http://schemas.microsoft.com/office/drawing/2014/main" id="{2E0A7471-DFE2-6A31-E2DC-0FAE712EF086}"/>
              </a:ext>
            </a:extLst>
          </p:cNvPr>
          <p:cNvSpPr>
            <a:spLocks noGrp="1"/>
          </p:cNvSpPr>
          <p:nvPr>
            <p:ph type="sldNum" sz="quarter" idx="14"/>
          </p:nvPr>
        </p:nvSpPr>
        <p:spPr>
          <a:xfrm>
            <a:off x="12267673" y="6765667"/>
            <a:ext cx="0" cy="0"/>
          </a:xfrm>
          <a:prstGeom prst="rect">
            <a:avLst/>
          </a:prstGeom>
        </p:spPr>
        <p:txBody>
          <a:bodyPr/>
          <a:lstStyle>
            <a:lvl1pPr algn="l">
              <a:defRPr sz="100">
                <a:solidFill>
                  <a:srgbClr val="F0F0F0"/>
                </a:solidFill>
              </a:defRPr>
            </a:lvl1pPr>
          </a:lstStyle>
          <a:p>
            <a:fld id="{1AB31D9B-80B6-41F8-B283-556E26E6158E}" type="slidenum">
              <a:rPr lang="en-GB"/>
              <a:pPr/>
              <a:t>‹nº›</a:t>
            </a:fld>
            <a:endParaRPr lang="en-GB"/>
          </a:p>
        </p:txBody>
      </p:sp>
      <p:sp>
        <p:nvSpPr>
          <p:cNvPr id="7" name="Picture Placeholder 6">
            <a:extLst>
              <a:ext uri="{FF2B5EF4-FFF2-40B4-BE49-F238E27FC236}">
                <a16:creationId xmlns:a16="http://schemas.microsoft.com/office/drawing/2014/main" id="{93C8EC94-3A4D-9A59-9E6E-4D1E8B4B1D2F}"/>
              </a:ext>
            </a:extLst>
          </p:cNvPr>
          <p:cNvSpPr>
            <a:spLocks noGrp="1"/>
          </p:cNvSpPr>
          <p:nvPr>
            <p:ph type="pic" sz="quarter" idx="16" hasCustomPrompt="1"/>
          </p:nvPr>
        </p:nvSpPr>
        <p:spPr>
          <a:xfrm>
            <a:off x="6216647" y="0"/>
            <a:ext cx="5975352" cy="6858000"/>
          </a:xfrm>
          <a:custGeom>
            <a:avLst/>
            <a:gdLst>
              <a:gd name="connsiteX0" fmla="*/ 0 w 5975352"/>
              <a:gd name="connsiteY0" fmla="*/ 0 h 6858000"/>
              <a:gd name="connsiteX1" fmla="*/ 1493839 w 5975352"/>
              <a:gd name="connsiteY1" fmla="*/ 0 h 6858000"/>
              <a:gd name="connsiteX2" fmla="*/ 4481513 w 5975352"/>
              <a:gd name="connsiteY2" fmla="*/ 0 h 6858000"/>
              <a:gd name="connsiteX3" fmla="*/ 5975352 w 5975352"/>
              <a:gd name="connsiteY3" fmla="*/ 0 h 6858000"/>
              <a:gd name="connsiteX4" fmla="*/ 5975352 w 5975352"/>
              <a:gd name="connsiteY4" fmla="*/ 6858000 h 6858000"/>
              <a:gd name="connsiteX5" fmla="*/ 4481513 w 5975352"/>
              <a:gd name="connsiteY5" fmla="*/ 6858000 h 6858000"/>
              <a:gd name="connsiteX6" fmla="*/ 3069464 w 5975352"/>
              <a:gd name="connsiteY6" fmla="*/ 6858000 h 6858000"/>
              <a:gd name="connsiteX7" fmla="*/ 1575625 w 5975352"/>
              <a:gd name="connsiteY7" fmla="*/ 6858000 h 6858000"/>
              <a:gd name="connsiteX8" fmla="*/ 0 w 5975352"/>
              <a:gd name="connsiteY8" fmla="*/ 528237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5352" h="6858000">
                <a:moveTo>
                  <a:pt x="0" y="0"/>
                </a:moveTo>
                <a:lnTo>
                  <a:pt x="1493839" y="0"/>
                </a:lnTo>
                <a:lnTo>
                  <a:pt x="4481513" y="0"/>
                </a:lnTo>
                <a:lnTo>
                  <a:pt x="5975352" y="0"/>
                </a:lnTo>
                <a:lnTo>
                  <a:pt x="5975352" y="6858000"/>
                </a:lnTo>
                <a:lnTo>
                  <a:pt x="4481513" y="6858000"/>
                </a:lnTo>
                <a:lnTo>
                  <a:pt x="3069464" y="6858000"/>
                </a:lnTo>
                <a:lnTo>
                  <a:pt x="1575625" y="6858000"/>
                </a:lnTo>
                <a:cubicBezTo>
                  <a:pt x="705431" y="6858000"/>
                  <a:pt x="0" y="6152569"/>
                  <a:pt x="0" y="5282375"/>
                </a:cubicBezTo>
                <a:close/>
              </a:path>
            </a:pathLst>
          </a:custGeom>
          <a:solidFill>
            <a:schemeClr val="bg2"/>
          </a:solidFill>
        </p:spPr>
        <p:txBody>
          <a:bodyPr wrap="square">
            <a:noAutofit/>
          </a:bodyPr>
          <a:lstStyle>
            <a:lvl1pPr algn="ctr">
              <a:defRPr lang="en-GB" b="0" dirty="0"/>
            </a:lvl1pPr>
            <a:lvl2pPr algn="ctr">
              <a:defRPr lang="en-GB" b="0" dirty="0"/>
            </a:lvl2pPr>
            <a:lvl3pPr algn="ctr">
              <a:defRPr lang="en-GB" b="0" dirty="0"/>
            </a:lvl3pPr>
            <a:lvl4pPr algn="ctr">
              <a:defRPr lang="en-GB" b="0" dirty="0"/>
            </a:lvl4pPr>
            <a:lvl5pPr algn="ctr">
              <a:defRPr lang="en-GB" b="0" dirty="0"/>
            </a:lvl5pPr>
            <a:lvl6pPr algn="ctr">
              <a:defRPr lang="en-GB" b="0" dirty="0"/>
            </a:lvl6pPr>
            <a:lvl7pPr algn="ctr">
              <a:defRPr lang="en-GB" b="0" dirty="0"/>
            </a:lvl7pPr>
            <a:lvl8pPr algn="ctr">
              <a:defRPr lang="en-GB" b="0" dirty="0"/>
            </a:lvl8pPr>
            <a:lvl9pPr algn="ctr">
              <a:defRPr lang="en-GB" b="0" dirty="0"/>
            </a:lvl9pPr>
          </a:lstStyle>
          <a:p>
            <a:pPr lvl="0"/>
            <a:r>
              <a:rPr lang="en-GB"/>
              <a:t>To insert photo, please select placeholder, then access BrandCentral through the </a:t>
            </a:r>
            <a:r>
              <a:rPr lang="en-GB" err="1"/>
              <a:t>BrandCentral</a:t>
            </a:r>
            <a:r>
              <a:rPr lang="en-GB"/>
              <a:t> ribbon</a:t>
            </a:r>
          </a:p>
        </p:txBody>
      </p:sp>
      <p:sp>
        <p:nvSpPr>
          <p:cNvPr id="2" name="Text Placeholder 8">
            <a:extLst>
              <a:ext uri="{FF2B5EF4-FFF2-40B4-BE49-F238E27FC236}">
                <a16:creationId xmlns:a16="http://schemas.microsoft.com/office/drawing/2014/main" id="{67A0955B-3BE0-ED30-2898-3A7A957889B6}"/>
              </a:ext>
            </a:extLst>
          </p:cNvPr>
          <p:cNvSpPr>
            <a:spLocks noGrp="1"/>
          </p:cNvSpPr>
          <p:nvPr>
            <p:ph type="body" sz="quarter" idx="17" hasCustomPrompt="1"/>
          </p:nvPr>
        </p:nvSpPr>
        <p:spPr>
          <a:xfrm>
            <a:off x="508000" y="4767263"/>
            <a:ext cx="5464800" cy="471487"/>
          </a:xfrm>
          <a:prstGeom prst="rect">
            <a:avLst/>
          </a:prstGeom>
        </p:spPr>
        <p:txBody>
          <a:bodyPr/>
          <a:lstStyle>
            <a:lvl1pPr marL="0" indent="0">
              <a:spcAft>
                <a:spcPts val="0"/>
              </a:spcAft>
              <a:buNone/>
              <a:defRPr sz="1600" b="0">
                <a:solidFill>
                  <a:schemeClr val="tx1"/>
                </a:solidFill>
              </a:defRPr>
            </a:lvl1pPr>
            <a:lvl2pPr>
              <a:defRPr sz="2000" b="0">
                <a:solidFill>
                  <a:schemeClr val="tx1"/>
                </a:solidFill>
              </a:defRPr>
            </a:lvl2pPr>
            <a:lvl3pPr>
              <a:spcAft>
                <a:spcPts val="0"/>
              </a:spcAft>
              <a:defRPr sz="1400" b="0">
                <a:solidFill>
                  <a:schemeClr val="bg1"/>
                </a:solidFill>
              </a:defRPr>
            </a:lvl3pPr>
            <a:lvl4pPr>
              <a:defRPr>
                <a:solidFill>
                  <a:schemeClr val="bg1"/>
                </a:solidFill>
              </a:defRPr>
            </a:lvl4pPr>
            <a:lvl5pPr>
              <a:defRPr>
                <a:solidFill>
                  <a:schemeClr val="bg1"/>
                </a:solidFill>
              </a:defRPr>
            </a:lvl5pPr>
          </a:lstStyle>
          <a:p>
            <a:pPr lvl="0"/>
            <a:r>
              <a:rPr lang="en-GB"/>
              <a:t>Date</a:t>
            </a:r>
          </a:p>
        </p:txBody>
      </p:sp>
      <p:pic>
        <p:nvPicPr>
          <p:cNvPr id="4" name="GT#standard_16x9_top">
            <a:extLst>
              <a:ext uri="{FF2B5EF4-FFF2-40B4-BE49-F238E27FC236}">
                <a16:creationId xmlns:a16="http://schemas.microsoft.com/office/drawing/2014/main" id="{BCAED0B7-7C7A-5961-4EB8-D62B2C074B0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66191" y="134404"/>
            <a:ext cx="3675628" cy="1174159"/>
          </a:xfrm>
          <a:prstGeom prst="rect">
            <a:avLst/>
          </a:prstGeom>
        </p:spPr>
      </p:pic>
    </p:spTree>
    <p:extLst>
      <p:ext uri="{BB962C8B-B14F-4D97-AF65-F5344CB8AC3E}">
        <p14:creationId xmlns:p14="http://schemas.microsoft.com/office/powerpoint/2010/main" val="1918250894"/>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ver Image Inset Right">
    <p:spTree>
      <p:nvGrpSpPr>
        <p:cNvPr id="1" name=""/>
        <p:cNvGrpSpPr/>
        <p:nvPr/>
      </p:nvGrpSpPr>
      <p:grpSpPr>
        <a:xfrm>
          <a:off x="0" y="0"/>
          <a:ext cx="0" cy="0"/>
          <a:chOff x="0" y="0"/>
          <a:chExt cx="0" cy="0"/>
        </a:xfrm>
      </p:grpSpPr>
      <p:sp>
        <p:nvSpPr>
          <p:cNvPr id="3" name="Title"/>
          <p:cNvSpPr>
            <a:spLocks noGrp="1"/>
          </p:cNvSpPr>
          <p:nvPr>
            <p:ph type="title" hasCustomPrompt="1"/>
          </p:nvPr>
        </p:nvSpPr>
        <p:spPr>
          <a:xfrm>
            <a:off x="508003" y="2333625"/>
            <a:ext cx="5467351" cy="1025922"/>
          </a:xfrm>
        </p:spPr>
        <p:txBody>
          <a:bodyPr/>
          <a:lstStyle>
            <a:lvl1pPr>
              <a:lnSpc>
                <a:spcPct val="85000"/>
              </a:lnSpc>
              <a:defRPr sz="3600">
                <a:solidFill>
                  <a:schemeClr val="accent1"/>
                </a:solidFill>
              </a:defRPr>
            </a:lvl1pPr>
          </a:lstStyle>
          <a:p>
            <a:r>
              <a:rPr lang="en-GB"/>
              <a:t>Main cover title</a:t>
            </a:r>
            <a:br>
              <a:rPr lang="en-GB"/>
            </a:br>
            <a:r>
              <a:rPr lang="en-GB"/>
              <a:t>over two lines</a:t>
            </a:r>
          </a:p>
        </p:txBody>
      </p:sp>
      <p:sp>
        <p:nvSpPr>
          <p:cNvPr id="8" name="Footer">
            <a:extLst>
              <a:ext uri="{FF2B5EF4-FFF2-40B4-BE49-F238E27FC236}">
                <a16:creationId xmlns:a16="http://schemas.microsoft.com/office/drawing/2014/main" id="{538B5854-888F-DC2D-B93B-4ACCEAB6ED5A}"/>
              </a:ext>
            </a:extLst>
          </p:cNvPr>
          <p:cNvSpPr>
            <a:spLocks noGrp="1"/>
          </p:cNvSpPr>
          <p:nvPr>
            <p:ph type="ftr" sz="quarter" idx="13"/>
          </p:nvPr>
        </p:nvSpPr>
        <p:spPr>
          <a:xfrm>
            <a:off x="12267673" y="6382837"/>
            <a:ext cx="0" cy="0"/>
          </a:xfrm>
          <a:prstGeom prst="rect">
            <a:avLst/>
          </a:prstGeom>
        </p:spPr>
        <p:txBody>
          <a:bodyPr vert="horz" wrap="none" lIns="0" tIns="0" rIns="0" bIns="0" rtlCol="0" anchor="b" anchorCtr="0">
            <a:noAutofit/>
          </a:bodyPr>
          <a:lstStyle>
            <a:lvl1pPr algn="l">
              <a:defRPr lang="en-GB" sz="100">
                <a:solidFill>
                  <a:srgbClr val="F0F0F0"/>
                </a:solidFill>
              </a:defRPr>
            </a:lvl1pPr>
          </a:lstStyle>
          <a:p>
            <a:endParaRPr lang="en-GB"/>
          </a:p>
        </p:txBody>
      </p:sp>
      <p:sp>
        <p:nvSpPr>
          <p:cNvPr id="10" name="SlideNumber">
            <a:extLst>
              <a:ext uri="{FF2B5EF4-FFF2-40B4-BE49-F238E27FC236}">
                <a16:creationId xmlns:a16="http://schemas.microsoft.com/office/drawing/2014/main" id="{2E0A7471-DFE2-6A31-E2DC-0FAE712EF086}"/>
              </a:ext>
            </a:extLst>
          </p:cNvPr>
          <p:cNvSpPr>
            <a:spLocks noGrp="1"/>
          </p:cNvSpPr>
          <p:nvPr>
            <p:ph type="sldNum" sz="quarter" idx="14"/>
          </p:nvPr>
        </p:nvSpPr>
        <p:spPr>
          <a:xfrm>
            <a:off x="12267673" y="6765667"/>
            <a:ext cx="0" cy="0"/>
          </a:xfrm>
          <a:prstGeom prst="rect">
            <a:avLst/>
          </a:prstGeom>
        </p:spPr>
        <p:txBody>
          <a:bodyPr/>
          <a:lstStyle>
            <a:lvl1pPr algn="l">
              <a:defRPr sz="100">
                <a:solidFill>
                  <a:srgbClr val="F0F0F0"/>
                </a:solidFill>
              </a:defRPr>
            </a:lvl1pPr>
          </a:lstStyle>
          <a:p>
            <a:fld id="{1AB31D9B-80B6-41F8-B283-556E26E6158E}" type="slidenum">
              <a:rPr lang="en-GB"/>
              <a:pPr/>
              <a:t>‹nº›</a:t>
            </a:fld>
            <a:endParaRPr lang="en-GB"/>
          </a:p>
        </p:txBody>
      </p:sp>
      <p:sp>
        <p:nvSpPr>
          <p:cNvPr id="6" name="Picture Placeholder 5">
            <a:extLst>
              <a:ext uri="{FF2B5EF4-FFF2-40B4-BE49-F238E27FC236}">
                <a16:creationId xmlns:a16="http://schemas.microsoft.com/office/drawing/2014/main" id="{243F58CE-B276-ED44-7DFF-0DBEBF3E1492}"/>
              </a:ext>
            </a:extLst>
          </p:cNvPr>
          <p:cNvSpPr>
            <a:spLocks noGrp="1"/>
          </p:cNvSpPr>
          <p:nvPr>
            <p:ph type="pic" sz="quarter" idx="20" hasCustomPrompt="1"/>
          </p:nvPr>
        </p:nvSpPr>
        <p:spPr>
          <a:xfrm>
            <a:off x="6216651" y="507999"/>
            <a:ext cx="5481863" cy="5842000"/>
          </a:xfrm>
          <a:custGeom>
            <a:avLst/>
            <a:gdLst>
              <a:gd name="connsiteX0" fmla="*/ 271224 w 5481863"/>
              <a:gd name="connsiteY0" fmla="*/ 0 h 5842000"/>
              <a:gd name="connsiteX1" fmla="*/ 1672709 w 5481863"/>
              <a:gd name="connsiteY1" fmla="*/ 0 h 5842000"/>
              <a:gd name="connsiteX2" fmla="*/ 3809155 w 5481863"/>
              <a:gd name="connsiteY2" fmla="*/ 0 h 5842000"/>
              <a:gd name="connsiteX3" fmla="*/ 5210640 w 5481863"/>
              <a:gd name="connsiteY3" fmla="*/ 0 h 5842000"/>
              <a:gd name="connsiteX4" fmla="*/ 5481863 w 5481863"/>
              <a:gd name="connsiteY4" fmla="*/ 271223 h 5842000"/>
              <a:gd name="connsiteX5" fmla="*/ 5481863 w 5481863"/>
              <a:gd name="connsiteY5" fmla="*/ 1609484 h 5842000"/>
              <a:gd name="connsiteX6" fmla="*/ 5481863 w 5481863"/>
              <a:gd name="connsiteY6" fmla="*/ 4232517 h 5842000"/>
              <a:gd name="connsiteX7" fmla="*/ 5481863 w 5481863"/>
              <a:gd name="connsiteY7" fmla="*/ 5570778 h 5842000"/>
              <a:gd name="connsiteX8" fmla="*/ 5210640 w 5481863"/>
              <a:gd name="connsiteY8" fmla="*/ 5842000 h 5842000"/>
              <a:gd name="connsiteX9" fmla="*/ 3809161 w 5481863"/>
              <a:gd name="connsiteY9" fmla="*/ 5842000 h 5842000"/>
              <a:gd name="connsiteX10" fmla="*/ 3809155 w 5481863"/>
              <a:gd name="connsiteY10" fmla="*/ 5842000 h 5842000"/>
              <a:gd name="connsiteX11" fmla="*/ 1619901 w 5481863"/>
              <a:gd name="connsiteY11" fmla="*/ 5841999 h 5842000"/>
              <a:gd name="connsiteX12" fmla="*/ 0 w 5481863"/>
              <a:gd name="connsiteY12" fmla="*/ 4222098 h 5842000"/>
              <a:gd name="connsiteX13" fmla="*/ 0 w 5481863"/>
              <a:gd name="connsiteY13" fmla="*/ 3477883 h 5842000"/>
              <a:gd name="connsiteX14" fmla="*/ 1 w 5481863"/>
              <a:gd name="connsiteY14" fmla="*/ 3477865 h 5842000"/>
              <a:gd name="connsiteX15" fmla="*/ 1 w 5481863"/>
              <a:gd name="connsiteY15" fmla="*/ 2883857 h 5842000"/>
              <a:gd name="connsiteX16" fmla="*/ 0 w 5481863"/>
              <a:gd name="connsiteY16" fmla="*/ 2883837 h 5842000"/>
              <a:gd name="connsiteX17" fmla="*/ 0 w 5481863"/>
              <a:gd name="connsiteY17" fmla="*/ 2139622 h 5842000"/>
              <a:gd name="connsiteX18" fmla="*/ 1 w 5481863"/>
              <a:gd name="connsiteY18" fmla="*/ 2139604 h 5842000"/>
              <a:gd name="connsiteX19" fmla="*/ 1 w 5481863"/>
              <a:gd name="connsiteY19" fmla="*/ 1609484 h 5842000"/>
              <a:gd name="connsiteX20" fmla="*/ 1 w 5481863"/>
              <a:gd name="connsiteY20" fmla="*/ 271223 h 5842000"/>
              <a:gd name="connsiteX21" fmla="*/ 271224 w 5481863"/>
              <a:gd name="connsiteY21" fmla="*/ 0 h 584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481863" h="5842000">
                <a:moveTo>
                  <a:pt x="271224" y="0"/>
                </a:moveTo>
                <a:lnTo>
                  <a:pt x="1672709" y="0"/>
                </a:lnTo>
                <a:lnTo>
                  <a:pt x="3809155" y="0"/>
                </a:lnTo>
                <a:lnTo>
                  <a:pt x="5210640" y="0"/>
                </a:lnTo>
                <a:cubicBezTo>
                  <a:pt x="5360432" y="0"/>
                  <a:pt x="5481863" y="121431"/>
                  <a:pt x="5481863" y="271223"/>
                </a:cubicBezTo>
                <a:lnTo>
                  <a:pt x="5481863" y="1609484"/>
                </a:lnTo>
                <a:lnTo>
                  <a:pt x="5481863" y="4232517"/>
                </a:lnTo>
                <a:lnTo>
                  <a:pt x="5481863" y="5570778"/>
                </a:lnTo>
                <a:cubicBezTo>
                  <a:pt x="5481863" y="5720569"/>
                  <a:pt x="5360432" y="5842000"/>
                  <a:pt x="5210640" y="5842000"/>
                </a:cubicBezTo>
                <a:lnTo>
                  <a:pt x="3809161" y="5842000"/>
                </a:lnTo>
                <a:lnTo>
                  <a:pt x="3809155" y="5842000"/>
                </a:lnTo>
                <a:lnTo>
                  <a:pt x="1619901" y="5841999"/>
                </a:lnTo>
                <a:cubicBezTo>
                  <a:pt x="725254" y="5841999"/>
                  <a:pt x="0" y="5116745"/>
                  <a:pt x="0" y="4222098"/>
                </a:cubicBezTo>
                <a:lnTo>
                  <a:pt x="0" y="3477883"/>
                </a:lnTo>
                <a:cubicBezTo>
                  <a:pt x="0" y="3477878"/>
                  <a:pt x="1" y="3477871"/>
                  <a:pt x="1" y="3477865"/>
                </a:cubicBezTo>
                <a:lnTo>
                  <a:pt x="1" y="2883857"/>
                </a:lnTo>
                <a:lnTo>
                  <a:pt x="0" y="2883837"/>
                </a:lnTo>
                <a:lnTo>
                  <a:pt x="0" y="2139622"/>
                </a:lnTo>
                <a:cubicBezTo>
                  <a:pt x="0" y="2139617"/>
                  <a:pt x="1" y="2139610"/>
                  <a:pt x="1" y="2139604"/>
                </a:cubicBezTo>
                <a:lnTo>
                  <a:pt x="1" y="1609484"/>
                </a:lnTo>
                <a:lnTo>
                  <a:pt x="1" y="271223"/>
                </a:lnTo>
                <a:cubicBezTo>
                  <a:pt x="1" y="121431"/>
                  <a:pt x="121432" y="0"/>
                  <a:pt x="271224" y="0"/>
                </a:cubicBezTo>
                <a:close/>
              </a:path>
            </a:pathLst>
          </a:custGeom>
          <a:solidFill>
            <a:schemeClr val="bg2"/>
          </a:solidFill>
        </p:spPr>
        <p:txBody>
          <a:bodyPr vert="horz" wrap="square" lIns="0" tIns="0" rIns="0" bIns="0" rtlCol="0" anchor="t" anchorCtr="0">
            <a:noAutofit/>
          </a:bodyPr>
          <a:lstStyle>
            <a:lvl1pPr algn="ctr">
              <a:defRPr lang="en-GB" b="0" dirty="0"/>
            </a:lvl1pPr>
            <a:lvl2pPr algn="ctr">
              <a:defRPr lang="en-GB" b="0" dirty="0"/>
            </a:lvl2pPr>
            <a:lvl3pPr algn="ctr">
              <a:defRPr lang="en-GB" b="0" dirty="0"/>
            </a:lvl3pPr>
            <a:lvl4pPr algn="ctr">
              <a:defRPr lang="en-GB" b="0" dirty="0"/>
            </a:lvl4pPr>
            <a:lvl5pPr algn="ctr">
              <a:defRPr lang="en-GB" b="0" dirty="0"/>
            </a:lvl5pPr>
            <a:lvl6pPr algn="ctr">
              <a:defRPr lang="en-GB" b="0" dirty="0"/>
            </a:lvl6pPr>
            <a:lvl7pPr algn="ctr">
              <a:defRPr lang="en-GB" b="0" dirty="0"/>
            </a:lvl7pPr>
            <a:lvl8pPr algn="ctr">
              <a:defRPr lang="en-GB" b="0" dirty="0"/>
            </a:lvl8pPr>
            <a:lvl9pPr algn="ctr">
              <a:defRPr lang="en-GB" b="0" dirty="0"/>
            </a:lvl9pPr>
          </a:lstStyle>
          <a:p>
            <a:pPr lvl="0"/>
            <a:r>
              <a:rPr lang="en-GB"/>
              <a:t>To insert photo, please select placeholder, then access </a:t>
            </a:r>
            <a:r>
              <a:rPr lang="en-GB" err="1"/>
              <a:t>BrandCentral</a:t>
            </a:r>
            <a:r>
              <a:rPr lang="en-GB"/>
              <a:t> through the </a:t>
            </a:r>
            <a:r>
              <a:rPr lang="en-GB" err="1"/>
              <a:t>BrandCentral</a:t>
            </a:r>
            <a:r>
              <a:rPr lang="en-GB"/>
              <a:t> ribbon</a:t>
            </a:r>
          </a:p>
        </p:txBody>
      </p:sp>
      <p:sp>
        <p:nvSpPr>
          <p:cNvPr id="5" name="Text Placeholder 8">
            <a:extLst>
              <a:ext uri="{FF2B5EF4-FFF2-40B4-BE49-F238E27FC236}">
                <a16:creationId xmlns:a16="http://schemas.microsoft.com/office/drawing/2014/main" id="{75E0DA0C-7978-5CC2-B5A6-387FB160DD13}"/>
              </a:ext>
            </a:extLst>
          </p:cNvPr>
          <p:cNvSpPr>
            <a:spLocks noGrp="1"/>
          </p:cNvSpPr>
          <p:nvPr>
            <p:ph type="body" sz="quarter" idx="15" hasCustomPrompt="1"/>
          </p:nvPr>
        </p:nvSpPr>
        <p:spPr>
          <a:xfrm>
            <a:off x="508000" y="4159250"/>
            <a:ext cx="5464800" cy="471487"/>
          </a:xfrm>
          <a:prstGeom prst="rect">
            <a:avLst/>
          </a:prstGeom>
        </p:spPr>
        <p:txBody>
          <a:bodyPr/>
          <a:lstStyle>
            <a:lvl1pPr marL="0" indent="0">
              <a:spcAft>
                <a:spcPts val="0"/>
              </a:spcAft>
              <a:buNone/>
              <a:defRPr sz="2000" b="1">
                <a:solidFill>
                  <a:schemeClr val="tx1"/>
                </a:solidFill>
              </a:defRPr>
            </a:lvl1pPr>
            <a:lvl2pPr>
              <a:defRPr sz="2000" b="0">
                <a:solidFill>
                  <a:schemeClr val="tx1"/>
                </a:solidFill>
              </a:defRPr>
            </a:lvl2pPr>
            <a:lvl3pPr>
              <a:spcAft>
                <a:spcPts val="0"/>
              </a:spcAft>
              <a:defRPr sz="1400" b="0">
                <a:solidFill>
                  <a:schemeClr val="bg1"/>
                </a:solidFill>
              </a:defRPr>
            </a:lvl3pPr>
            <a:lvl4pPr>
              <a:defRPr>
                <a:solidFill>
                  <a:schemeClr val="bg1"/>
                </a:solidFill>
              </a:defRPr>
            </a:lvl4pPr>
            <a:lvl5pPr>
              <a:defRPr>
                <a:solidFill>
                  <a:schemeClr val="bg1"/>
                </a:solidFill>
              </a:defRPr>
            </a:lvl5pPr>
          </a:lstStyle>
          <a:p>
            <a:pPr lvl="0"/>
            <a:r>
              <a:rPr lang="en-GB"/>
              <a:t>Subheading </a:t>
            </a:r>
          </a:p>
        </p:txBody>
      </p:sp>
      <p:sp>
        <p:nvSpPr>
          <p:cNvPr id="7" name="Text Placeholder 8">
            <a:extLst>
              <a:ext uri="{FF2B5EF4-FFF2-40B4-BE49-F238E27FC236}">
                <a16:creationId xmlns:a16="http://schemas.microsoft.com/office/drawing/2014/main" id="{C5093252-03A1-41FB-B922-7DE63FFE8590}"/>
              </a:ext>
            </a:extLst>
          </p:cNvPr>
          <p:cNvSpPr>
            <a:spLocks noGrp="1"/>
          </p:cNvSpPr>
          <p:nvPr>
            <p:ph type="body" sz="quarter" idx="17" hasCustomPrompt="1"/>
          </p:nvPr>
        </p:nvSpPr>
        <p:spPr>
          <a:xfrm>
            <a:off x="508000" y="4767263"/>
            <a:ext cx="5464800" cy="471487"/>
          </a:xfrm>
          <a:prstGeom prst="rect">
            <a:avLst/>
          </a:prstGeom>
        </p:spPr>
        <p:txBody>
          <a:bodyPr/>
          <a:lstStyle>
            <a:lvl1pPr marL="0" indent="0">
              <a:spcAft>
                <a:spcPts val="0"/>
              </a:spcAft>
              <a:buNone/>
              <a:defRPr sz="1600" b="0">
                <a:solidFill>
                  <a:schemeClr val="tx1"/>
                </a:solidFill>
              </a:defRPr>
            </a:lvl1pPr>
            <a:lvl2pPr>
              <a:defRPr sz="2000" b="0">
                <a:solidFill>
                  <a:schemeClr val="tx1"/>
                </a:solidFill>
              </a:defRPr>
            </a:lvl2pPr>
            <a:lvl3pPr>
              <a:spcAft>
                <a:spcPts val="0"/>
              </a:spcAft>
              <a:defRPr sz="1400" b="0">
                <a:solidFill>
                  <a:schemeClr val="bg1"/>
                </a:solidFill>
              </a:defRPr>
            </a:lvl3pPr>
            <a:lvl4pPr>
              <a:defRPr>
                <a:solidFill>
                  <a:schemeClr val="bg1"/>
                </a:solidFill>
              </a:defRPr>
            </a:lvl4pPr>
            <a:lvl5pPr>
              <a:defRPr>
                <a:solidFill>
                  <a:schemeClr val="bg1"/>
                </a:solidFill>
              </a:defRPr>
            </a:lvl5pPr>
          </a:lstStyle>
          <a:p>
            <a:pPr lvl="0"/>
            <a:r>
              <a:rPr lang="en-GB"/>
              <a:t>Date</a:t>
            </a:r>
          </a:p>
        </p:txBody>
      </p:sp>
      <p:pic>
        <p:nvPicPr>
          <p:cNvPr id="2" name="GT#standard_16x9_top">
            <a:extLst>
              <a:ext uri="{FF2B5EF4-FFF2-40B4-BE49-F238E27FC236}">
                <a16:creationId xmlns:a16="http://schemas.microsoft.com/office/drawing/2014/main" id="{D8ECEBD6-9399-9D32-B57C-B522753F26C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66191" y="134404"/>
            <a:ext cx="3675628" cy="1174159"/>
          </a:xfrm>
          <a:prstGeom prst="rect">
            <a:avLst/>
          </a:prstGeom>
        </p:spPr>
      </p:pic>
    </p:spTree>
    <p:extLst>
      <p:ext uri="{BB962C8B-B14F-4D97-AF65-F5344CB8AC3E}">
        <p14:creationId xmlns:p14="http://schemas.microsoft.com/office/powerpoint/2010/main" val="3980005600"/>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over Full Image">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700E9DE-9D11-AF03-45D9-449E6D62C8DE}"/>
              </a:ext>
            </a:extLst>
          </p:cNvPr>
          <p:cNvSpPr>
            <a:spLocks noGrp="1"/>
          </p:cNvSpPr>
          <p:nvPr>
            <p:ph type="pic" sz="quarter" idx="16" hasCustomPrompt="1"/>
          </p:nvPr>
        </p:nvSpPr>
        <p:spPr>
          <a:xfrm>
            <a:off x="0" y="0"/>
            <a:ext cx="12190096" cy="6858000"/>
          </a:xfrm>
          <a:custGeom>
            <a:avLst/>
            <a:gdLst>
              <a:gd name="connsiteX0" fmla="*/ 822522 w 12190096"/>
              <a:gd name="connsiteY0" fmla="*/ 508000 h 6858000"/>
              <a:gd name="connsiteX1" fmla="*/ 523346 w 12190096"/>
              <a:gd name="connsiteY1" fmla="*/ 807176 h 6858000"/>
              <a:gd name="connsiteX2" fmla="*/ 523346 w 12190096"/>
              <a:gd name="connsiteY2" fmla="*/ 3065387 h 6858000"/>
              <a:gd name="connsiteX3" fmla="*/ 523343 w 12190096"/>
              <a:gd name="connsiteY3" fmla="*/ 3065441 h 6858000"/>
              <a:gd name="connsiteX4" fmla="*/ 523346 w 12190096"/>
              <a:gd name="connsiteY4" fmla="*/ 6050825 h 6858000"/>
              <a:gd name="connsiteX5" fmla="*/ 822522 w 12190096"/>
              <a:gd name="connsiteY5" fmla="*/ 6350000 h 6858000"/>
              <a:gd name="connsiteX6" fmla="*/ 2557512 w 12190096"/>
              <a:gd name="connsiteY6" fmla="*/ 6350000 h 6858000"/>
              <a:gd name="connsiteX7" fmla="*/ 2898484 w 12190096"/>
              <a:gd name="connsiteY7" fmla="*/ 6350000 h 6858000"/>
              <a:gd name="connsiteX8" fmla="*/ 4633474 w 12190096"/>
              <a:gd name="connsiteY8" fmla="*/ 6350000 h 6858000"/>
              <a:gd name="connsiteX9" fmla="*/ 5985740 w 12190096"/>
              <a:gd name="connsiteY9" fmla="*/ 4997735 h 6858000"/>
              <a:gd name="connsiteX10" fmla="*/ 5986846 w 12190096"/>
              <a:gd name="connsiteY10" fmla="*/ 807176 h 6858000"/>
              <a:gd name="connsiteX11" fmla="*/ 5687671 w 12190096"/>
              <a:gd name="connsiteY11" fmla="*/ 508000 h 6858000"/>
              <a:gd name="connsiteX12" fmla="*/ 3952681 w 12190096"/>
              <a:gd name="connsiteY12" fmla="*/ 508000 h 6858000"/>
              <a:gd name="connsiteX13" fmla="*/ 2557512 w 12190096"/>
              <a:gd name="connsiteY13" fmla="*/ 508000 h 6858000"/>
              <a:gd name="connsiteX14" fmla="*/ 0 w 12190096"/>
              <a:gd name="connsiteY14" fmla="*/ 0 h 6858000"/>
              <a:gd name="connsiteX15" fmla="*/ 12190096 w 12190096"/>
              <a:gd name="connsiteY15" fmla="*/ 0 h 6858000"/>
              <a:gd name="connsiteX16" fmla="*/ 12190096 w 12190096"/>
              <a:gd name="connsiteY16" fmla="*/ 6858000 h 6858000"/>
              <a:gd name="connsiteX17" fmla="*/ 0 w 12190096"/>
              <a:gd name="connsiteY1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0096" h="6858000">
                <a:moveTo>
                  <a:pt x="822522" y="508000"/>
                </a:moveTo>
                <a:cubicBezTo>
                  <a:pt x="657291" y="508000"/>
                  <a:pt x="523346" y="641945"/>
                  <a:pt x="523346" y="807176"/>
                </a:cubicBezTo>
                <a:lnTo>
                  <a:pt x="523346" y="3065387"/>
                </a:lnTo>
                <a:cubicBezTo>
                  <a:pt x="523345" y="3065405"/>
                  <a:pt x="523345" y="3065423"/>
                  <a:pt x="523343" y="3065441"/>
                </a:cubicBezTo>
                <a:cubicBezTo>
                  <a:pt x="523345" y="4060570"/>
                  <a:pt x="523345" y="5055697"/>
                  <a:pt x="523346" y="6050825"/>
                </a:cubicBezTo>
                <a:cubicBezTo>
                  <a:pt x="523346" y="6216055"/>
                  <a:pt x="657291" y="6350000"/>
                  <a:pt x="822522" y="6350000"/>
                </a:cubicBezTo>
                <a:lnTo>
                  <a:pt x="2557512" y="6350000"/>
                </a:lnTo>
                <a:lnTo>
                  <a:pt x="2898484" y="6350000"/>
                </a:lnTo>
                <a:lnTo>
                  <a:pt x="4633474" y="6350000"/>
                </a:lnTo>
                <a:cubicBezTo>
                  <a:pt x="5380309" y="6350000"/>
                  <a:pt x="5985740" y="5744570"/>
                  <a:pt x="5985740" y="4997735"/>
                </a:cubicBezTo>
                <a:cubicBezTo>
                  <a:pt x="5986108" y="3600882"/>
                  <a:pt x="5986478" y="2204028"/>
                  <a:pt x="5986846" y="807176"/>
                </a:cubicBezTo>
                <a:cubicBezTo>
                  <a:pt x="5986846" y="641945"/>
                  <a:pt x="5852901" y="508000"/>
                  <a:pt x="5687671" y="508000"/>
                </a:cubicBezTo>
                <a:lnTo>
                  <a:pt x="3952681" y="508000"/>
                </a:lnTo>
                <a:lnTo>
                  <a:pt x="2557512" y="508000"/>
                </a:lnTo>
                <a:close/>
                <a:moveTo>
                  <a:pt x="0" y="0"/>
                </a:moveTo>
                <a:lnTo>
                  <a:pt x="12190096" y="0"/>
                </a:lnTo>
                <a:lnTo>
                  <a:pt x="12190096" y="6858000"/>
                </a:lnTo>
                <a:lnTo>
                  <a:pt x="0" y="6858000"/>
                </a:lnTo>
                <a:close/>
              </a:path>
            </a:pathLst>
          </a:custGeom>
          <a:solidFill>
            <a:schemeClr val="bg2"/>
          </a:solidFill>
        </p:spPr>
        <p:txBody>
          <a:bodyPr wrap="square" lIns="7056000" rIns="576000" anchor="ctr">
            <a:noAutofit/>
          </a:bodyPr>
          <a:lstStyle>
            <a:lvl1pPr algn="r">
              <a:defRPr b="0"/>
            </a:lvl1pPr>
          </a:lstStyle>
          <a:p>
            <a:r>
              <a:rPr lang="en-GB"/>
              <a:t>To insert photo, please select placeholder, then access BrandCentral through the </a:t>
            </a:r>
            <a:r>
              <a:rPr lang="en-GB" err="1"/>
              <a:t>BrandCentral</a:t>
            </a:r>
            <a:r>
              <a:rPr lang="en-GB"/>
              <a:t> ribbon</a:t>
            </a:r>
          </a:p>
        </p:txBody>
      </p:sp>
      <p:sp>
        <p:nvSpPr>
          <p:cNvPr id="3" name="Title"/>
          <p:cNvSpPr>
            <a:spLocks noGrp="1"/>
          </p:cNvSpPr>
          <p:nvPr>
            <p:ph type="title" hasCustomPrompt="1"/>
          </p:nvPr>
        </p:nvSpPr>
        <p:spPr>
          <a:xfrm>
            <a:off x="982134" y="2697163"/>
            <a:ext cx="4283601" cy="1025922"/>
          </a:xfrm>
        </p:spPr>
        <p:txBody>
          <a:bodyPr/>
          <a:lstStyle>
            <a:lvl1pPr>
              <a:lnSpc>
                <a:spcPct val="85000"/>
              </a:lnSpc>
              <a:defRPr sz="3600">
                <a:solidFill>
                  <a:schemeClr val="accent1"/>
                </a:solidFill>
              </a:defRPr>
            </a:lvl1pPr>
          </a:lstStyle>
          <a:p>
            <a:r>
              <a:rPr lang="en-GB"/>
              <a:t>Main cover title</a:t>
            </a:r>
            <a:br>
              <a:rPr lang="en-GB"/>
            </a:br>
            <a:r>
              <a:rPr lang="en-GB"/>
              <a:t>over two lines</a:t>
            </a:r>
          </a:p>
        </p:txBody>
      </p:sp>
      <p:sp>
        <p:nvSpPr>
          <p:cNvPr id="9" name="Text Placeholder 8">
            <a:extLst>
              <a:ext uri="{FF2B5EF4-FFF2-40B4-BE49-F238E27FC236}">
                <a16:creationId xmlns:a16="http://schemas.microsoft.com/office/drawing/2014/main" id="{A51EC570-624A-53DD-BF08-244E207F61EE}"/>
              </a:ext>
            </a:extLst>
          </p:cNvPr>
          <p:cNvSpPr>
            <a:spLocks noGrp="1"/>
          </p:cNvSpPr>
          <p:nvPr>
            <p:ph type="body" sz="quarter" idx="15" hasCustomPrompt="1"/>
          </p:nvPr>
        </p:nvSpPr>
        <p:spPr>
          <a:xfrm>
            <a:off x="982134" y="4531519"/>
            <a:ext cx="4283601" cy="471487"/>
          </a:xfrm>
          <a:prstGeom prst="rect">
            <a:avLst/>
          </a:prstGeom>
        </p:spPr>
        <p:txBody>
          <a:bodyPr/>
          <a:lstStyle>
            <a:lvl1pPr marL="0" indent="0">
              <a:spcAft>
                <a:spcPts val="0"/>
              </a:spcAft>
              <a:buNone/>
              <a:defRPr sz="2000" b="1">
                <a:solidFill>
                  <a:schemeClr val="tx1"/>
                </a:solidFill>
              </a:defRPr>
            </a:lvl1pPr>
            <a:lvl2pPr>
              <a:defRPr sz="2000" b="0">
                <a:solidFill>
                  <a:schemeClr val="tx1"/>
                </a:solidFill>
              </a:defRPr>
            </a:lvl2pPr>
            <a:lvl3pPr>
              <a:spcAft>
                <a:spcPts val="0"/>
              </a:spcAft>
              <a:defRPr sz="1400" b="0">
                <a:solidFill>
                  <a:schemeClr val="bg1"/>
                </a:solidFill>
              </a:defRPr>
            </a:lvl3pPr>
            <a:lvl4pPr>
              <a:defRPr>
                <a:solidFill>
                  <a:schemeClr val="bg1"/>
                </a:solidFill>
              </a:defRPr>
            </a:lvl4pPr>
            <a:lvl5pPr>
              <a:defRPr>
                <a:solidFill>
                  <a:schemeClr val="bg1"/>
                </a:solidFill>
              </a:defRPr>
            </a:lvl5pPr>
          </a:lstStyle>
          <a:p>
            <a:pPr lvl="0"/>
            <a:r>
              <a:rPr lang="en-GB"/>
              <a:t>Subheading </a:t>
            </a:r>
          </a:p>
        </p:txBody>
      </p:sp>
      <p:sp>
        <p:nvSpPr>
          <p:cNvPr id="8" name="Footer">
            <a:extLst>
              <a:ext uri="{FF2B5EF4-FFF2-40B4-BE49-F238E27FC236}">
                <a16:creationId xmlns:a16="http://schemas.microsoft.com/office/drawing/2014/main" id="{C3A1FEBC-7325-3246-7BAA-1DDB0A6F2F11}"/>
              </a:ext>
            </a:extLst>
          </p:cNvPr>
          <p:cNvSpPr>
            <a:spLocks noGrp="1"/>
          </p:cNvSpPr>
          <p:nvPr>
            <p:ph type="ftr" sz="quarter" idx="13"/>
          </p:nvPr>
        </p:nvSpPr>
        <p:spPr>
          <a:xfrm>
            <a:off x="12267673" y="6382837"/>
            <a:ext cx="0" cy="0"/>
          </a:xfrm>
          <a:prstGeom prst="rect">
            <a:avLst/>
          </a:prstGeom>
        </p:spPr>
        <p:txBody>
          <a:bodyPr vert="horz" wrap="none" lIns="0" tIns="0" rIns="0" bIns="0" rtlCol="0" anchor="b" anchorCtr="0">
            <a:noAutofit/>
          </a:bodyPr>
          <a:lstStyle>
            <a:lvl1pPr algn="l">
              <a:defRPr lang="en-GB" sz="100">
                <a:solidFill>
                  <a:srgbClr val="F0F0F0"/>
                </a:solidFill>
              </a:defRPr>
            </a:lvl1pPr>
          </a:lstStyle>
          <a:p>
            <a:endParaRPr lang="en-GB"/>
          </a:p>
        </p:txBody>
      </p:sp>
      <p:sp>
        <p:nvSpPr>
          <p:cNvPr id="10" name="SlideNumber">
            <a:extLst>
              <a:ext uri="{FF2B5EF4-FFF2-40B4-BE49-F238E27FC236}">
                <a16:creationId xmlns:a16="http://schemas.microsoft.com/office/drawing/2014/main" id="{66C4BC17-DA00-5C86-C6B4-88679FBA8313}"/>
              </a:ext>
            </a:extLst>
          </p:cNvPr>
          <p:cNvSpPr>
            <a:spLocks noGrp="1"/>
          </p:cNvSpPr>
          <p:nvPr>
            <p:ph type="sldNum" sz="quarter" idx="14"/>
          </p:nvPr>
        </p:nvSpPr>
        <p:spPr>
          <a:xfrm>
            <a:off x="12267673" y="6765667"/>
            <a:ext cx="0" cy="0"/>
          </a:xfrm>
          <a:prstGeom prst="rect">
            <a:avLst/>
          </a:prstGeom>
        </p:spPr>
        <p:txBody>
          <a:bodyPr/>
          <a:lstStyle>
            <a:lvl1pPr algn="l">
              <a:defRPr sz="100">
                <a:solidFill>
                  <a:srgbClr val="F0F0F0"/>
                </a:solidFill>
              </a:defRPr>
            </a:lvl1pPr>
          </a:lstStyle>
          <a:p>
            <a:fld id="{1AB31D9B-80B6-41F8-B283-556E26E6158E}" type="slidenum">
              <a:rPr lang="en-GB"/>
              <a:pPr/>
              <a:t>‹nº›</a:t>
            </a:fld>
            <a:endParaRPr lang="en-GB"/>
          </a:p>
        </p:txBody>
      </p:sp>
      <p:sp>
        <p:nvSpPr>
          <p:cNvPr id="2" name="Text Placeholder 8">
            <a:extLst>
              <a:ext uri="{FF2B5EF4-FFF2-40B4-BE49-F238E27FC236}">
                <a16:creationId xmlns:a16="http://schemas.microsoft.com/office/drawing/2014/main" id="{E13645DA-D364-E4D3-5589-FE0081FB7887}"/>
              </a:ext>
            </a:extLst>
          </p:cNvPr>
          <p:cNvSpPr>
            <a:spLocks noGrp="1"/>
          </p:cNvSpPr>
          <p:nvPr>
            <p:ph type="body" sz="quarter" idx="17" hasCustomPrompt="1"/>
          </p:nvPr>
        </p:nvSpPr>
        <p:spPr>
          <a:xfrm>
            <a:off x="982134" y="5141372"/>
            <a:ext cx="4283601" cy="471487"/>
          </a:xfrm>
          <a:prstGeom prst="rect">
            <a:avLst/>
          </a:prstGeom>
        </p:spPr>
        <p:txBody>
          <a:bodyPr/>
          <a:lstStyle>
            <a:lvl1pPr marL="0" indent="0">
              <a:spcAft>
                <a:spcPts val="0"/>
              </a:spcAft>
              <a:buNone/>
              <a:defRPr sz="1600" b="0">
                <a:solidFill>
                  <a:schemeClr val="tx1"/>
                </a:solidFill>
              </a:defRPr>
            </a:lvl1pPr>
            <a:lvl2pPr>
              <a:defRPr sz="1600" b="0">
                <a:solidFill>
                  <a:schemeClr val="tx1"/>
                </a:solidFill>
              </a:defRPr>
            </a:lvl2pPr>
            <a:lvl3pPr>
              <a:spcAft>
                <a:spcPts val="0"/>
              </a:spcAft>
              <a:defRPr sz="1400" b="0">
                <a:solidFill>
                  <a:schemeClr val="bg1"/>
                </a:solidFill>
              </a:defRPr>
            </a:lvl3pPr>
            <a:lvl4pPr>
              <a:defRPr>
                <a:solidFill>
                  <a:schemeClr val="bg1"/>
                </a:solidFill>
              </a:defRPr>
            </a:lvl4pPr>
            <a:lvl5pPr>
              <a:defRPr>
                <a:solidFill>
                  <a:schemeClr val="bg1"/>
                </a:solidFill>
              </a:defRPr>
            </a:lvl5pPr>
          </a:lstStyle>
          <a:p>
            <a:pPr lvl="0"/>
            <a:r>
              <a:rPr lang="en-GB"/>
              <a:t>Date</a:t>
            </a:r>
          </a:p>
        </p:txBody>
      </p:sp>
      <p:pic>
        <p:nvPicPr>
          <p:cNvPr id="5" name="GT#standard_16x9_topindent">
            <a:extLst>
              <a:ext uri="{FF2B5EF4-FFF2-40B4-BE49-F238E27FC236}">
                <a16:creationId xmlns:a16="http://schemas.microsoft.com/office/drawing/2014/main" id="{FC13595B-BE7C-D284-482F-3CD6E875913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739397" y="609945"/>
            <a:ext cx="3673624" cy="1173519"/>
          </a:xfrm>
          <a:prstGeom prst="rect">
            <a:avLst/>
          </a:prstGeom>
        </p:spPr>
      </p:pic>
    </p:spTree>
    <p:extLst>
      <p:ext uri="{BB962C8B-B14F-4D97-AF65-F5344CB8AC3E}">
        <p14:creationId xmlns:p14="http://schemas.microsoft.com/office/powerpoint/2010/main" val="3343585905"/>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Cover Full Image Transpar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B9FAF410-17F2-850B-E84B-36D40D599ACB}"/>
              </a:ext>
            </a:extLst>
          </p:cNvPr>
          <p:cNvSpPr/>
          <p:nvPr userDrawn="1"/>
        </p:nvSpPr>
        <p:spPr>
          <a:xfrm>
            <a:off x="523343" y="508000"/>
            <a:ext cx="5463503" cy="5842000"/>
          </a:xfrm>
          <a:custGeom>
            <a:avLst/>
            <a:gdLst>
              <a:gd name="connsiteX0" fmla="*/ 299179 w 5463503"/>
              <a:gd name="connsiteY0" fmla="*/ 0 h 5842000"/>
              <a:gd name="connsiteX1" fmla="*/ 2034169 w 5463503"/>
              <a:gd name="connsiteY1" fmla="*/ 0 h 5842000"/>
              <a:gd name="connsiteX2" fmla="*/ 3429338 w 5463503"/>
              <a:gd name="connsiteY2" fmla="*/ 0 h 5842000"/>
              <a:gd name="connsiteX3" fmla="*/ 5164328 w 5463503"/>
              <a:gd name="connsiteY3" fmla="*/ 0 h 5842000"/>
              <a:gd name="connsiteX4" fmla="*/ 5463503 w 5463503"/>
              <a:gd name="connsiteY4" fmla="*/ 299176 h 5842000"/>
              <a:gd name="connsiteX5" fmla="*/ 5462397 w 5463503"/>
              <a:gd name="connsiteY5" fmla="*/ 4489735 h 5842000"/>
              <a:gd name="connsiteX6" fmla="*/ 4110131 w 5463503"/>
              <a:gd name="connsiteY6" fmla="*/ 5842000 h 5842000"/>
              <a:gd name="connsiteX7" fmla="*/ 2375141 w 5463503"/>
              <a:gd name="connsiteY7" fmla="*/ 5842000 h 5842000"/>
              <a:gd name="connsiteX8" fmla="*/ 2034169 w 5463503"/>
              <a:gd name="connsiteY8" fmla="*/ 5842000 h 5842000"/>
              <a:gd name="connsiteX9" fmla="*/ 299179 w 5463503"/>
              <a:gd name="connsiteY9" fmla="*/ 5842000 h 5842000"/>
              <a:gd name="connsiteX10" fmla="*/ 3 w 5463503"/>
              <a:gd name="connsiteY10" fmla="*/ 5542825 h 5842000"/>
              <a:gd name="connsiteX11" fmla="*/ 0 w 5463503"/>
              <a:gd name="connsiteY11" fmla="*/ 2557441 h 5842000"/>
              <a:gd name="connsiteX12" fmla="*/ 3 w 5463503"/>
              <a:gd name="connsiteY12" fmla="*/ 2557387 h 5842000"/>
              <a:gd name="connsiteX13" fmla="*/ 3 w 5463503"/>
              <a:gd name="connsiteY13" fmla="*/ 299176 h 5842000"/>
              <a:gd name="connsiteX14" fmla="*/ 299179 w 5463503"/>
              <a:gd name="connsiteY14" fmla="*/ 0 h 584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463503" h="5842000">
                <a:moveTo>
                  <a:pt x="299179" y="0"/>
                </a:moveTo>
                <a:lnTo>
                  <a:pt x="2034169" y="0"/>
                </a:lnTo>
                <a:lnTo>
                  <a:pt x="3429338" y="0"/>
                </a:lnTo>
                <a:lnTo>
                  <a:pt x="5164328" y="0"/>
                </a:lnTo>
                <a:cubicBezTo>
                  <a:pt x="5329558" y="0"/>
                  <a:pt x="5463503" y="133945"/>
                  <a:pt x="5463503" y="299176"/>
                </a:cubicBezTo>
                <a:cubicBezTo>
                  <a:pt x="5463135" y="1696028"/>
                  <a:pt x="5462765" y="3092882"/>
                  <a:pt x="5462397" y="4489735"/>
                </a:cubicBezTo>
                <a:cubicBezTo>
                  <a:pt x="5462397" y="5236570"/>
                  <a:pt x="4856966" y="5842000"/>
                  <a:pt x="4110131" y="5842000"/>
                </a:cubicBezTo>
                <a:lnTo>
                  <a:pt x="2375141" y="5842000"/>
                </a:lnTo>
                <a:lnTo>
                  <a:pt x="2034169" y="5842000"/>
                </a:lnTo>
                <a:lnTo>
                  <a:pt x="299179" y="5842000"/>
                </a:lnTo>
                <a:cubicBezTo>
                  <a:pt x="133948" y="5842000"/>
                  <a:pt x="3" y="5708055"/>
                  <a:pt x="3" y="5542825"/>
                </a:cubicBezTo>
                <a:cubicBezTo>
                  <a:pt x="2" y="4547697"/>
                  <a:pt x="2" y="3552570"/>
                  <a:pt x="0" y="2557441"/>
                </a:cubicBezTo>
                <a:cubicBezTo>
                  <a:pt x="2" y="2557423"/>
                  <a:pt x="2" y="2557405"/>
                  <a:pt x="3" y="2557387"/>
                </a:cubicBezTo>
                <a:lnTo>
                  <a:pt x="3" y="299176"/>
                </a:lnTo>
                <a:cubicBezTo>
                  <a:pt x="3" y="133945"/>
                  <a:pt x="133948" y="0"/>
                  <a:pt x="299179" y="0"/>
                </a:cubicBezTo>
                <a:close/>
              </a:path>
            </a:pathLst>
          </a:custGeom>
          <a:solidFill>
            <a:schemeClr val="bg1">
              <a:alpha val="70000"/>
            </a:schemeClr>
          </a:solidFill>
        </p:spPr>
        <p:txBody>
          <a:bodyPr vert="horz" wrap="square" lIns="0" tIns="0" rIns="0" bIns="0" rtlCol="0" anchor="t" anchorCtr="0">
            <a:noAutofit/>
          </a:bodyPr>
          <a:lstStyle/>
          <a:p>
            <a:pPr lvl="0" defTabSz="736656"/>
            <a:endParaRPr lang="en-GB" sz="2400" b="1" noProof="0">
              <a:solidFill>
                <a:schemeClr val="tx1"/>
              </a:solidFill>
            </a:endParaRPr>
          </a:p>
        </p:txBody>
      </p:sp>
      <p:sp>
        <p:nvSpPr>
          <p:cNvPr id="3" name="Title"/>
          <p:cNvSpPr>
            <a:spLocks noGrp="1"/>
          </p:cNvSpPr>
          <p:nvPr>
            <p:ph type="title" hasCustomPrompt="1"/>
          </p:nvPr>
        </p:nvSpPr>
        <p:spPr>
          <a:xfrm>
            <a:off x="982134" y="2697163"/>
            <a:ext cx="4283601" cy="1025922"/>
          </a:xfrm>
        </p:spPr>
        <p:txBody>
          <a:bodyPr/>
          <a:lstStyle>
            <a:lvl1pPr>
              <a:lnSpc>
                <a:spcPct val="85000"/>
              </a:lnSpc>
              <a:defRPr sz="3600">
                <a:solidFill>
                  <a:schemeClr val="accent1"/>
                </a:solidFill>
              </a:defRPr>
            </a:lvl1pPr>
          </a:lstStyle>
          <a:p>
            <a:r>
              <a:rPr lang="en-GB" noProof="0"/>
              <a:t>Main cover title</a:t>
            </a:r>
            <a:br>
              <a:rPr lang="en-GB" noProof="0"/>
            </a:br>
            <a:r>
              <a:rPr lang="en-GB" noProof="0"/>
              <a:t>over two lines</a:t>
            </a:r>
          </a:p>
        </p:txBody>
      </p:sp>
      <p:sp>
        <p:nvSpPr>
          <p:cNvPr id="9" name="Text Placeholder 8">
            <a:extLst>
              <a:ext uri="{FF2B5EF4-FFF2-40B4-BE49-F238E27FC236}">
                <a16:creationId xmlns:a16="http://schemas.microsoft.com/office/drawing/2014/main" id="{A51EC570-624A-53DD-BF08-244E207F61EE}"/>
              </a:ext>
            </a:extLst>
          </p:cNvPr>
          <p:cNvSpPr>
            <a:spLocks noGrp="1"/>
          </p:cNvSpPr>
          <p:nvPr>
            <p:ph type="body" sz="quarter" idx="15" hasCustomPrompt="1"/>
          </p:nvPr>
        </p:nvSpPr>
        <p:spPr>
          <a:xfrm>
            <a:off x="982134" y="4531519"/>
            <a:ext cx="4283601" cy="471487"/>
          </a:xfrm>
          <a:prstGeom prst="rect">
            <a:avLst/>
          </a:prstGeom>
        </p:spPr>
        <p:txBody>
          <a:bodyPr/>
          <a:lstStyle>
            <a:lvl1pPr marL="0" indent="0">
              <a:spcAft>
                <a:spcPts val="0"/>
              </a:spcAft>
              <a:buNone/>
              <a:defRPr sz="2000" b="1">
                <a:solidFill>
                  <a:schemeClr val="tx1"/>
                </a:solidFill>
              </a:defRPr>
            </a:lvl1pPr>
            <a:lvl2pPr>
              <a:defRPr sz="2000" b="0">
                <a:solidFill>
                  <a:schemeClr val="tx1"/>
                </a:solidFill>
              </a:defRPr>
            </a:lvl2pPr>
            <a:lvl3pPr>
              <a:spcAft>
                <a:spcPts val="0"/>
              </a:spcAft>
              <a:defRPr sz="1400" b="0">
                <a:solidFill>
                  <a:schemeClr val="bg1"/>
                </a:solidFill>
              </a:defRPr>
            </a:lvl3pPr>
            <a:lvl4pPr>
              <a:defRPr>
                <a:solidFill>
                  <a:schemeClr val="bg1"/>
                </a:solidFill>
              </a:defRPr>
            </a:lvl4pPr>
            <a:lvl5pPr>
              <a:defRPr>
                <a:solidFill>
                  <a:schemeClr val="bg1"/>
                </a:solidFill>
              </a:defRPr>
            </a:lvl5pPr>
          </a:lstStyle>
          <a:p>
            <a:pPr lvl="0"/>
            <a:r>
              <a:rPr lang="en-GB" noProof="0"/>
              <a:t>Subheading </a:t>
            </a:r>
          </a:p>
        </p:txBody>
      </p:sp>
      <p:sp>
        <p:nvSpPr>
          <p:cNvPr id="8" name="Footer">
            <a:extLst>
              <a:ext uri="{FF2B5EF4-FFF2-40B4-BE49-F238E27FC236}">
                <a16:creationId xmlns:a16="http://schemas.microsoft.com/office/drawing/2014/main" id="{C3A1FEBC-7325-3246-7BAA-1DDB0A6F2F11}"/>
              </a:ext>
            </a:extLst>
          </p:cNvPr>
          <p:cNvSpPr>
            <a:spLocks noGrp="1"/>
          </p:cNvSpPr>
          <p:nvPr>
            <p:ph type="ftr" sz="quarter" idx="13"/>
          </p:nvPr>
        </p:nvSpPr>
        <p:spPr>
          <a:xfrm>
            <a:off x="12267673" y="6382837"/>
            <a:ext cx="0" cy="0"/>
          </a:xfrm>
          <a:prstGeom prst="rect">
            <a:avLst/>
          </a:prstGeom>
        </p:spPr>
        <p:txBody>
          <a:bodyPr vert="horz" wrap="none" lIns="0" tIns="0" rIns="0" bIns="0" rtlCol="0" anchor="b" anchorCtr="0">
            <a:noAutofit/>
          </a:bodyPr>
          <a:lstStyle>
            <a:lvl1pPr algn="l">
              <a:defRPr lang="en-GB" sz="100">
                <a:solidFill>
                  <a:srgbClr val="F0F0F0"/>
                </a:solidFill>
              </a:defRPr>
            </a:lvl1pPr>
          </a:lstStyle>
          <a:p>
            <a:endParaRPr lang="en-GB" noProof="0"/>
          </a:p>
        </p:txBody>
      </p:sp>
      <p:sp>
        <p:nvSpPr>
          <p:cNvPr id="10" name="SlideNumber">
            <a:extLst>
              <a:ext uri="{FF2B5EF4-FFF2-40B4-BE49-F238E27FC236}">
                <a16:creationId xmlns:a16="http://schemas.microsoft.com/office/drawing/2014/main" id="{66C4BC17-DA00-5C86-C6B4-88679FBA8313}"/>
              </a:ext>
            </a:extLst>
          </p:cNvPr>
          <p:cNvSpPr>
            <a:spLocks noGrp="1"/>
          </p:cNvSpPr>
          <p:nvPr>
            <p:ph type="sldNum" sz="quarter" idx="14"/>
          </p:nvPr>
        </p:nvSpPr>
        <p:spPr>
          <a:xfrm>
            <a:off x="12267673" y="6765667"/>
            <a:ext cx="0" cy="0"/>
          </a:xfrm>
          <a:prstGeom prst="rect">
            <a:avLst/>
          </a:prstGeom>
        </p:spPr>
        <p:txBody>
          <a:bodyPr/>
          <a:lstStyle>
            <a:lvl1pPr algn="l">
              <a:defRPr sz="100">
                <a:solidFill>
                  <a:srgbClr val="F0F0F0"/>
                </a:solidFill>
              </a:defRPr>
            </a:lvl1pPr>
          </a:lstStyle>
          <a:p>
            <a:fld id="{1AB31D9B-80B6-41F8-B283-556E26E6158E}" type="slidenum">
              <a:rPr lang="en-GB" noProof="0"/>
              <a:pPr/>
              <a:t>‹nº›</a:t>
            </a:fld>
            <a:endParaRPr lang="en-GB" noProof="0"/>
          </a:p>
        </p:txBody>
      </p:sp>
      <p:sp>
        <p:nvSpPr>
          <p:cNvPr id="7" name="Text Placeholder 8">
            <a:extLst>
              <a:ext uri="{FF2B5EF4-FFF2-40B4-BE49-F238E27FC236}">
                <a16:creationId xmlns:a16="http://schemas.microsoft.com/office/drawing/2014/main" id="{EF80D5E1-14C2-29D3-2F53-C66B06549775}"/>
              </a:ext>
            </a:extLst>
          </p:cNvPr>
          <p:cNvSpPr>
            <a:spLocks noGrp="1"/>
          </p:cNvSpPr>
          <p:nvPr>
            <p:ph type="body" sz="quarter" idx="17" hasCustomPrompt="1"/>
          </p:nvPr>
        </p:nvSpPr>
        <p:spPr>
          <a:xfrm>
            <a:off x="982134" y="5141118"/>
            <a:ext cx="4283601" cy="471487"/>
          </a:xfrm>
          <a:prstGeom prst="rect">
            <a:avLst/>
          </a:prstGeom>
        </p:spPr>
        <p:txBody>
          <a:bodyPr/>
          <a:lstStyle>
            <a:lvl1pPr marL="0" indent="0">
              <a:spcAft>
                <a:spcPts val="0"/>
              </a:spcAft>
              <a:buNone/>
              <a:defRPr sz="1600" b="0">
                <a:solidFill>
                  <a:schemeClr val="tx1"/>
                </a:solidFill>
              </a:defRPr>
            </a:lvl1pPr>
            <a:lvl2pPr>
              <a:defRPr sz="1600" b="0">
                <a:solidFill>
                  <a:schemeClr val="tx1"/>
                </a:solidFill>
              </a:defRPr>
            </a:lvl2pPr>
            <a:lvl3pPr>
              <a:spcAft>
                <a:spcPts val="0"/>
              </a:spcAft>
              <a:defRPr sz="1400" b="0">
                <a:solidFill>
                  <a:schemeClr val="bg1"/>
                </a:solidFill>
              </a:defRPr>
            </a:lvl3pPr>
            <a:lvl4pPr>
              <a:defRPr>
                <a:solidFill>
                  <a:schemeClr val="bg1"/>
                </a:solidFill>
              </a:defRPr>
            </a:lvl4pPr>
            <a:lvl5pPr>
              <a:defRPr>
                <a:solidFill>
                  <a:schemeClr val="bg1"/>
                </a:solidFill>
              </a:defRPr>
            </a:lvl5pPr>
          </a:lstStyle>
          <a:p>
            <a:pPr lvl="0"/>
            <a:r>
              <a:rPr lang="en-GB" noProof="0"/>
              <a:t>Date</a:t>
            </a:r>
          </a:p>
        </p:txBody>
      </p:sp>
      <p:sp>
        <p:nvSpPr>
          <p:cNvPr id="11" name="Rectangle 10">
            <a:extLst>
              <a:ext uri="{FF2B5EF4-FFF2-40B4-BE49-F238E27FC236}">
                <a16:creationId xmlns:a16="http://schemas.microsoft.com/office/drawing/2014/main" id="{F4258826-818C-BFC6-2D57-36301EB5C4D7}"/>
              </a:ext>
            </a:extLst>
          </p:cNvPr>
          <p:cNvSpPr/>
          <p:nvPr userDrawn="1"/>
        </p:nvSpPr>
        <p:spPr>
          <a:xfrm>
            <a:off x="12318023" y="508000"/>
            <a:ext cx="1397977" cy="365125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600" b="1" noProof="0">
                <a:solidFill>
                  <a:schemeClr val="bg1"/>
                </a:solidFill>
              </a:rPr>
              <a:t>NOTE:</a:t>
            </a:r>
            <a:br>
              <a:rPr lang="en-GB" sz="1600" noProof="0">
                <a:solidFill>
                  <a:schemeClr val="bg1"/>
                </a:solidFill>
              </a:rPr>
            </a:br>
            <a:r>
              <a:rPr lang="en-GB" sz="1600" noProof="0">
                <a:solidFill>
                  <a:schemeClr val="bg1"/>
                </a:solidFill>
              </a:rPr>
              <a:t>To change image, right-click slide and go to </a:t>
            </a:r>
            <a:r>
              <a:rPr lang="en-GB" sz="1600" b="1" noProof="0">
                <a:solidFill>
                  <a:schemeClr val="bg1"/>
                </a:solidFill>
              </a:rPr>
              <a:t>Format Background &gt; Picture or texture fill </a:t>
            </a:r>
            <a:r>
              <a:rPr lang="en-GB" sz="1600" b="0" noProof="0">
                <a:solidFill>
                  <a:schemeClr val="bg1"/>
                </a:solidFill>
              </a:rPr>
              <a:t>and use the sidebar to choose your image</a:t>
            </a:r>
            <a:endParaRPr lang="en-GB" sz="1600" b="1" noProof="0">
              <a:solidFill>
                <a:schemeClr val="bg1"/>
              </a:solidFill>
            </a:endParaRPr>
          </a:p>
        </p:txBody>
      </p:sp>
      <p:pic>
        <p:nvPicPr>
          <p:cNvPr id="4" name="GT#standard_16x9_topindent">
            <a:extLst>
              <a:ext uri="{FF2B5EF4-FFF2-40B4-BE49-F238E27FC236}">
                <a16:creationId xmlns:a16="http://schemas.microsoft.com/office/drawing/2014/main" id="{1DBDF1D7-8270-46F7-C559-D17CDE101C40}"/>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739397" y="609945"/>
            <a:ext cx="3673624" cy="1173519"/>
          </a:xfrm>
          <a:prstGeom prst="rect">
            <a:avLst/>
          </a:prstGeom>
        </p:spPr>
      </p:pic>
    </p:spTree>
    <p:extLst>
      <p:ext uri="{BB962C8B-B14F-4D97-AF65-F5344CB8AC3E}">
        <p14:creationId xmlns:p14="http://schemas.microsoft.com/office/powerpoint/2010/main" val="1358535070"/>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D05564EF-9E6A-F26B-F829-F3138790CDCE}"/>
              </a:ext>
            </a:extLst>
          </p:cNvPr>
          <p:cNvSpPr>
            <a:spLocks noGrp="1"/>
          </p:cNvSpPr>
          <p:nvPr>
            <p:ph type="title"/>
          </p:nvPr>
        </p:nvSpPr>
        <p:spPr>
          <a:xfrm>
            <a:off x="6216650" y="508000"/>
            <a:ext cx="5467350" cy="923330"/>
          </a:xfrm>
        </p:spPr>
        <p:txBody>
          <a:bodyPr>
            <a:noAutofit/>
          </a:bodyPr>
          <a:lstStyle>
            <a:lvl1pPr>
              <a:defRPr/>
            </a:lvl1pPr>
          </a:lstStyle>
          <a:p>
            <a:r>
              <a:rPr lang="pt-BR"/>
              <a:t>Clique para editar o título Mestre</a:t>
            </a:r>
            <a:endParaRPr lang="en-GB"/>
          </a:p>
        </p:txBody>
      </p:sp>
      <p:sp>
        <p:nvSpPr>
          <p:cNvPr id="16" name="Picture Placeholder 15">
            <a:extLst>
              <a:ext uri="{FF2B5EF4-FFF2-40B4-BE49-F238E27FC236}">
                <a16:creationId xmlns:a16="http://schemas.microsoft.com/office/drawing/2014/main" id="{D227531C-14F8-6C2C-50CD-C286AD7276CF}"/>
              </a:ext>
            </a:extLst>
          </p:cNvPr>
          <p:cNvSpPr>
            <a:spLocks noGrp="1"/>
          </p:cNvSpPr>
          <p:nvPr>
            <p:ph type="pic" sz="quarter" idx="21" hasCustomPrompt="1"/>
          </p:nvPr>
        </p:nvSpPr>
        <p:spPr>
          <a:xfrm>
            <a:off x="508001" y="508000"/>
            <a:ext cx="4757737" cy="5476875"/>
          </a:xfrm>
          <a:custGeom>
            <a:avLst/>
            <a:gdLst>
              <a:gd name="connsiteX0" fmla="*/ 280479 w 4757737"/>
              <a:gd name="connsiteY0" fmla="*/ 0 h 5476875"/>
              <a:gd name="connsiteX1" fmla="*/ 463193 w 4757737"/>
              <a:gd name="connsiteY1" fmla="*/ 0 h 5476875"/>
              <a:gd name="connsiteX2" fmla="*/ 1360022 w 4757737"/>
              <a:gd name="connsiteY2" fmla="*/ 0 h 5476875"/>
              <a:gd name="connsiteX3" fmla="*/ 1542736 w 4757737"/>
              <a:gd name="connsiteY3" fmla="*/ 0 h 5476875"/>
              <a:gd name="connsiteX4" fmla="*/ 3215004 w 4757737"/>
              <a:gd name="connsiteY4" fmla="*/ 0 h 5476875"/>
              <a:gd name="connsiteX5" fmla="*/ 3397718 w 4757737"/>
              <a:gd name="connsiteY5" fmla="*/ 0 h 5476875"/>
              <a:gd name="connsiteX6" fmla="*/ 4294546 w 4757737"/>
              <a:gd name="connsiteY6" fmla="*/ 0 h 5476875"/>
              <a:gd name="connsiteX7" fmla="*/ 4477260 w 4757737"/>
              <a:gd name="connsiteY7" fmla="*/ 0 h 5476875"/>
              <a:gd name="connsiteX8" fmla="*/ 4757737 w 4757737"/>
              <a:gd name="connsiteY8" fmla="*/ 280477 h 5476875"/>
              <a:gd name="connsiteX9" fmla="*/ 4756701 w 4757737"/>
              <a:gd name="connsiteY9" fmla="*/ 4209126 h 5476875"/>
              <a:gd name="connsiteX10" fmla="*/ 3488952 w 4757737"/>
              <a:gd name="connsiteY10" fmla="*/ 5476875 h 5476875"/>
              <a:gd name="connsiteX11" fmla="*/ 3306238 w 4757737"/>
              <a:gd name="connsiteY11" fmla="*/ 5476875 h 5476875"/>
              <a:gd name="connsiteX12" fmla="*/ 2409410 w 4757737"/>
              <a:gd name="connsiteY12" fmla="*/ 5476875 h 5476875"/>
              <a:gd name="connsiteX13" fmla="*/ 2226696 w 4757737"/>
              <a:gd name="connsiteY13" fmla="*/ 5476875 h 5476875"/>
              <a:gd name="connsiteX14" fmla="*/ 1542736 w 4757737"/>
              <a:gd name="connsiteY14" fmla="*/ 5476875 h 5476875"/>
              <a:gd name="connsiteX15" fmla="*/ 1360022 w 4757737"/>
              <a:gd name="connsiteY15" fmla="*/ 5476875 h 5476875"/>
              <a:gd name="connsiteX16" fmla="*/ 463193 w 4757737"/>
              <a:gd name="connsiteY16" fmla="*/ 5476875 h 5476875"/>
              <a:gd name="connsiteX17" fmla="*/ 280479 w 4757737"/>
              <a:gd name="connsiteY17" fmla="*/ 5476875 h 5476875"/>
              <a:gd name="connsiteX18" fmla="*/ 3 w 4757737"/>
              <a:gd name="connsiteY18" fmla="*/ 5196398 h 5476875"/>
              <a:gd name="connsiteX19" fmla="*/ 0 w 4757737"/>
              <a:gd name="connsiteY19" fmla="*/ 2397602 h 5476875"/>
              <a:gd name="connsiteX20" fmla="*/ 3 w 4757737"/>
              <a:gd name="connsiteY20" fmla="*/ 2397551 h 5476875"/>
              <a:gd name="connsiteX21" fmla="*/ 3 w 4757737"/>
              <a:gd name="connsiteY21" fmla="*/ 280477 h 5476875"/>
              <a:gd name="connsiteX22" fmla="*/ 280479 w 4757737"/>
              <a:gd name="connsiteY22" fmla="*/ 0 h 5476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757737" h="5476875">
                <a:moveTo>
                  <a:pt x="280479" y="0"/>
                </a:moveTo>
                <a:lnTo>
                  <a:pt x="463193" y="0"/>
                </a:lnTo>
                <a:lnTo>
                  <a:pt x="1360022" y="0"/>
                </a:lnTo>
                <a:lnTo>
                  <a:pt x="1542736" y="0"/>
                </a:lnTo>
                <a:lnTo>
                  <a:pt x="3215004" y="0"/>
                </a:lnTo>
                <a:lnTo>
                  <a:pt x="3397718" y="0"/>
                </a:lnTo>
                <a:lnTo>
                  <a:pt x="4294546" y="0"/>
                </a:lnTo>
                <a:lnTo>
                  <a:pt x="4477260" y="0"/>
                </a:lnTo>
                <a:cubicBezTo>
                  <a:pt x="4632164" y="0"/>
                  <a:pt x="4757737" y="125574"/>
                  <a:pt x="4757737" y="280477"/>
                </a:cubicBezTo>
                <a:cubicBezTo>
                  <a:pt x="4757392" y="1590027"/>
                  <a:pt x="4757045" y="2899577"/>
                  <a:pt x="4756701" y="4209126"/>
                </a:cubicBezTo>
                <a:cubicBezTo>
                  <a:pt x="4756701" y="4909284"/>
                  <a:pt x="4189109" y="5476875"/>
                  <a:pt x="3488952" y="5476875"/>
                </a:cubicBezTo>
                <a:lnTo>
                  <a:pt x="3306238" y="5476875"/>
                </a:lnTo>
                <a:lnTo>
                  <a:pt x="2409410" y="5476875"/>
                </a:lnTo>
                <a:lnTo>
                  <a:pt x="2226696" y="5476875"/>
                </a:lnTo>
                <a:lnTo>
                  <a:pt x="1542736" y="5476875"/>
                </a:lnTo>
                <a:lnTo>
                  <a:pt x="1360022" y="5476875"/>
                </a:lnTo>
                <a:lnTo>
                  <a:pt x="463193" y="5476875"/>
                </a:lnTo>
                <a:lnTo>
                  <a:pt x="280479" y="5476875"/>
                </a:lnTo>
                <a:cubicBezTo>
                  <a:pt x="125576" y="5476875"/>
                  <a:pt x="3" y="5351302"/>
                  <a:pt x="3" y="5196398"/>
                </a:cubicBezTo>
                <a:cubicBezTo>
                  <a:pt x="1" y="4263466"/>
                  <a:pt x="1" y="3330535"/>
                  <a:pt x="0" y="2397602"/>
                </a:cubicBezTo>
                <a:cubicBezTo>
                  <a:pt x="1" y="2397584"/>
                  <a:pt x="1" y="2397567"/>
                  <a:pt x="3" y="2397551"/>
                </a:cubicBezTo>
                <a:lnTo>
                  <a:pt x="3" y="280477"/>
                </a:lnTo>
                <a:cubicBezTo>
                  <a:pt x="3" y="125574"/>
                  <a:pt x="125576" y="0"/>
                  <a:pt x="280479" y="0"/>
                </a:cubicBezTo>
                <a:close/>
              </a:path>
            </a:pathLst>
          </a:custGeom>
          <a:solidFill>
            <a:schemeClr val="bg2"/>
          </a:solidFill>
        </p:spPr>
        <p:txBody>
          <a:bodyPr vert="horz" wrap="square" lIns="0" tIns="0" rIns="0" bIns="0" rtlCol="0" anchor="t" anchorCtr="0">
            <a:noAutofit/>
          </a:bodyPr>
          <a:lstStyle>
            <a:lvl1pPr algn="ctr">
              <a:defRPr lang="en-GB" b="0"/>
            </a:lvl1pPr>
          </a:lstStyle>
          <a:p>
            <a:pPr lvl="0"/>
            <a:r>
              <a:rPr lang="en-GB"/>
              <a:t>To insert photo, please select placeholder, then access BrandCentral through the </a:t>
            </a:r>
            <a:r>
              <a:rPr lang="en-GB" err="1"/>
              <a:t>BrandCentral</a:t>
            </a:r>
            <a:r>
              <a:rPr lang="en-GB"/>
              <a:t> ribbon</a:t>
            </a:r>
          </a:p>
        </p:txBody>
      </p:sp>
    </p:spTree>
    <p:extLst>
      <p:ext uri="{BB962C8B-B14F-4D97-AF65-F5344CB8AC3E}">
        <p14:creationId xmlns:p14="http://schemas.microsoft.com/office/powerpoint/2010/main" val="90167711"/>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Keyline">
    <p:bg>
      <p:bgPr>
        <a:solidFill>
          <a:schemeClr val="accent1"/>
        </a:solidFill>
        <a:effectLst/>
      </p:bgPr>
    </p:bg>
    <p:spTree>
      <p:nvGrpSpPr>
        <p:cNvPr id="1" name=""/>
        <p:cNvGrpSpPr/>
        <p:nvPr/>
      </p:nvGrpSpPr>
      <p:grpSpPr>
        <a:xfrm>
          <a:off x="0" y="0"/>
          <a:ext cx="0" cy="0"/>
          <a:chOff x="0" y="0"/>
          <a:chExt cx="0" cy="0"/>
        </a:xfrm>
      </p:grpSpPr>
      <p:pic>
        <p:nvPicPr>
          <p:cNvPr id="19" name="Mobius Keyline">
            <a:extLst>
              <a:ext uri="{FF2B5EF4-FFF2-40B4-BE49-F238E27FC236}">
                <a16:creationId xmlns:a16="http://schemas.microsoft.com/office/drawing/2014/main" id="{A24BEFDD-7B9D-95BF-D4E9-0A0D716CCB9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294334" y="3368041"/>
            <a:ext cx="5897666" cy="3489960"/>
          </a:xfrm>
          <a:prstGeom prst="rect">
            <a:avLst/>
          </a:prstGeom>
        </p:spPr>
      </p:pic>
      <p:sp>
        <p:nvSpPr>
          <p:cNvPr id="2" name="Title">
            <a:extLst>
              <a:ext uri="{FF2B5EF4-FFF2-40B4-BE49-F238E27FC236}">
                <a16:creationId xmlns:a16="http://schemas.microsoft.com/office/drawing/2014/main" id="{A5B7D6BB-E894-CEB0-E974-3D4B4752EE17}"/>
              </a:ext>
            </a:extLst>
          </p:cNvPr>
          <p:cNvSpPr>
            <a:spLocks noGrp="1"/>
          </p:cNvSpPr>
          <p:nvPr>
            <p:ph type="title"/>
          </p:nvPr>
        </p:nvSpPr>
        <p:spPr/>
        <p:txBody>
          <a:bodyPr/>
          <a:lstStyle>
            <a:lvl1pPr>
              <a:defRPr>
                <a:solidFill>
                  <a:schemeClr val="tx1"/>
                </a:solidFill>
              </a:defRPr>
            </a:lvl1pPr>
          </a:lstStyle>
          <a:p>
            <a:r>
              <a:rPr lang="pt-BR"/>
              <a:t>Clique para editar o título Mestre</a:t>
            </a:r>
            <a:endParaRPr lang="en-GB"/>
          </a:p>
        </p:txBody>
      </p:sp>
      <p:pic>
        <p:nvPicPr>
          <p:cNvPr id="3" name="Gráfico 2">
            <a:extLst>
              <a:ext uri="{FF2B5EF4-FFF2-40B4-BE49-F238E27FC236}">
                <a16:creationId xmlns:a16="http://schemas.microsoft.com/office/drawing/2014/main" id="{D91A80E0-6487-F05B-D4C4-258A07CC108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432276" y="6224588"/>
            <a:ext cx="372165" cy="372165"/>
          </a:xfrm>
          <a:prstGeom prst="rect">
            <a:avLst/>
          </a:prstGeom>
        </p:spPr>
      </p:pic>
    </p:spTree>
    <p:extLst>
      <p:ext uri="{BB962C8B-B14F-4D97-AF65-F5344CB8AC3E}">
        <p14:creationId xmlns:p14="http://schemas.microsoft.com/office/powerpoint/2010/main" val="571549102"/>
      </p:ext>
    </p:extLst>
  </p:cSld>
  <p:clrMapOvr>
    <a:overrideClrMapping bg1="dk1" tx1="lt1" bg2="dk2" tx2="lt2" accent1="accent1" accent2="accent2" accent3="accent3" accent4="accent4" accent5="accent5" accent6="accent6" hlink="hlink" folHlink="folHlink"/>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omente Título">
    <p:spTree>
      <p:nvGrpSpPr>
        <p:cNvPr id="1" name=""/>
        <p:cNvGrpSpPr/>
        <p:nvPr/>
      </p:nvGrpSpPr>
      <p:grpSpPr>
        <a:xfrm>
          <a:off x="0" y="0"/>
          <a:ext cx="0" cy="0"/>
          <a:chOff x="0" y="0"/>
          <a:chExt cx="0" cy="0"/>
        </a:xfrm>
      </p:grpSpPr>
      <p:sp>
        <p:nvSpPr>
          <p:cNvPr id="3" name="Title"/>
          <p:cNvSpPr>
            <a:spLocks noGrp="1"/>
          </p:cNvSpPr>
          <p:nvPr>
            <p:ph type="title"/>
          </p:nvPr>
        </p:nvSpPr>
        <p:spPr/>
        <p:txBody>
          <a:bodyPr/>
          <a:lstStyle/>
          <a:p>
            <a:r>
              <a:rPr lang="pt-BR"/>
              <a:t>Clique para editar o título Mestre</a:t>
            </a:r>
            <a:endParaRPr lang="en-GB"/>
          </a:p>
        </p:txBody>
      </p:sp>
      <p:sp>
        <p:nvSpPr>
          <p:cNvPr id="4" name="ChapterTitle">
            <a:extLst>
              <a:ext uri="{FF2B5EF4-FFF2-40B4-BE49-F238E27FC236}">
                <a16:creationId xmlns:a16="http://schemas.microsoft.com/office/drawing/2014/main" id="{C2449D8B-AA1D-C041-3F58-C074D2A5ECBF}"/>
              </a:ext>
            </a:extLst>
          </p:cNvPr>
          <p:cNvSpPr>
            <a:spLocks noGrp="1"/>
          </p:cNvSpPr>
          <p:nvPr>
            <p:ph type="body" sz="quarter" idx="12" hasCustomPrompt="1"/>
          </p:nvPr>
        </p:nvSpPr>
        <p:spPr>
          <a:xfrm>
            <a:off x="508000" y="240853"/>
            <a:ext cx="5465763" cy="153888"/>
          </a:xfrm>
          <a:prstGeom prst="rect">
            <a:avLst/>
          </a:prstGeom>
        </p:spPr>
        <p:txBody>
          <a:bodyPr>
            <a:noAutofit/>
          </a:bodyPr>
          <a:lstStyle>
            <a:lvl1pPr marL="0" indent="0">
              <a:buFont typeface="Arial" panose="020B0604020202020204" pitchFamily="34" charset="0"/>
              <a:buNone/>
              <a:defRPr sz="1000" b="0" baseline="0">
                <a:latin typeface="+mn-lt"/>
              </a:defRPr>
            </a:lvl1pPr>
          </a:lstStyle>
          <a:p>
            <a:pPr lvl="0"/>
            <a:r>
              <a:rPr lang="en-GB"/>
              <a:t>Chapter title (optional)</a:t>
            </a:r>
          </a:p>
        </p:txBody>
      </p:sp>
    </p:spTree>
    <p:extLst>
      <p:ext uri="{BB962C8B-B14F-4D97-AF65-F5344CB8AC3E}">
        <p14:creationId xmlns:p14="http://schemas.microsoft.com/office/powerpoint/2010/main" val="2777623377"/>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column">
    <p:spTree>
      <p:nvGrpSpPr>
        <p:cNvPr id="1" name=""/>
        <p:cNvGrpSpPr/>
        <p:nvPr/>
      </p:nvGrpSpPr>
      <p:grpSpPr>
        <a:xfrm>
          <a:off x="0" y="0"/>
          <a:ext cx="0" cy="0"/>
          <a:chOff x="0" y="0"/>
          <a:chExt cx="0" cy="0"/>
        </a:xfrm>
      </p:grpSpPr>
      <p:sp>
        <p:nvSpPr>
          <p:cNvPr id="3" name="Title"/>
          <p:cNvSpPr>
            <a:spLocks noGrp="1"/>
          </p:cNvSpPr>
          <p:nvPr>
            <p:ph type="title"/>
          </p:nvPr>
        </p:nvSpPr>
        <p:spPr/>
        <p:txBody>
          <a:bodyPr/>
          <a:lstStyle/>
          <a:p>
            <a:r>
              <a:rPr lang="pt-BR"/>
              <a:t>Clique para editar o título Mestre</a:t>
            </a:r>
            <a:endParaRPr lang="en-GB"/>
          </a:p>
        </p:txBody>
      </p:sp>
      <p:sp>
        <p:nvSpPr>
          <p:cNvPr id="8" name="Content">
            <a:extLst>
              <a:ext uri="{FF2B5EF4-FFF2-40B4-BE49-F238E27FC236}">
                <a16:creationId xmlns:a16="http://schemas.microsoft.com/office/drawing/2014/main" id="{011F6DDE-0B6B-899C-08FD-72EFDF2B148D}"/>
              </a:ext>
            </a:extLst>
          </p:cNvPr>
          <p:cNvSpPr>
            <a:spLocks noGrp="1"/>
          </p:cNvSpPr>
          <p:nvPr>
            <p:ph sz="quarter" idx="15" hasCustomPrompt="1"/>
          </p:nvPr>
        </p:nvSpPr>
        <p:spPr>
          <a:xfrm>
            <a:off x="508000" y="1724025"/>
            <a:ext cx="11176000" cy="4260849"/>
          </a:xfrm>
          <a:custGeom>
            <a:avLst/>
            <a:gdLst>
              <a:gd name="connsiteX0" fmla="*/ 0 w 8382000"/>
              <a:gd name="connsiteY0" fmla="*/ 0 h 4530292"/>
              <a:gd name="connsiteX1" fmla="*/ 8382000 w 8382000"/>
              <a:gd name="connsiteY1" fmla="*/ 0 h 4530292"/>
              <a:gd name="connsiteX2" fmla="*/ 8382000 w 8382000"/>
              <a:gd name="connsiteY2" fmla="*/ 4530292 h 4530292"/>
              <a:gd name="connsiteX3" fmla="*/ 0 w 8382000"/>
              <a:gd name="connsiteY3" fmla="*/ 4530292 h 4530292"/>
            </a:gdLst>
            <a:ahLst/>
            <a:cxnLst>
              <a:cxn ang="0">
                <a:pos x="connsiteX0" y="connsiteY0"/>
              </a:cxn>
              <a:cxn ang="0">
                <a:pos x="connsiteX1" y="connsiteY1"/>
              </a:cxn>
              <a:cxn ang="0">
                <a:pos x="connsiteX2" y="connsiteY2"/>
              </a:cxn>
              <a:cxn ang="0">
                <a:pos x="connsiteX3" y="connsiteY3"/>
              </a:cxn>
            </a:cxnLst>
            <a:rect l="l" t="t" r="r" b="b"/>
            <a:pathLst>
              <a:path w="8382000" h="4530292">
                <a:moveTo>
                  <a:pt x="0" y="0"/>
                </a:moveTo>
                <a:lnTo>
                  <a:pt x="8382000" y="0"/>
                </a:lnTo>
                <a:lnTo>
                  <a:pt x="8382000" y="4530292"/>
                </a:lnTo>
                <a:lnTo>
                  <a:pt x="0" y="4530292"/>
                </a:lnTo>
                <a:close/>
              </a:path>
            </a:pathLst>
          </a:custGeom>
        </p:spPr>
        <p:txBody>
          <a:bodyPr wrap="square">
            <a:noAutofit/>
          </a:bodyPr>
          <a:lstStyle/>
          <a:p>
            <a:pPr lvl="0"/>
            <a:r>
              <a:rPr lang="en-GB" noProof="0"/>
              <a:t>First Level</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Sixth level</a:t>
            </a:r>
          </a:p>
          <a:p>
            <a:pPr lvl="6"/>
            <a:r>
              <a:rPr lang="en-GB" noProof="0"/>
              <a:t>Seventh level</a:t>
            </a:r>
          </a:p>
          <a:p>
            <a:pPr lvl="7"/>
            <a:r>
              <a:rPr lang="en-GB" noProof="0"/>
              <a:t>Eight level</a:t>
            </a:r>
          </a:p>
          <a:p>
            <a:pPr lvl="8"/>
            <a:r>
              <a:rPr lang="en-GB" noProof="0"/>
              <a:t>Ninth level</a:t>
            </a:r>
          </a:p>
        </p:txBody>
      </p:sp>
      <p:sp>
        <p:nvSpPr>
          <p:cNvPr id="4" name="ChapterTitle">
            <a:extLst>
              <a:ext uri="{FF2B5EF4-FFF2-40B4-BE49-F238E27FC236}">
                <a16:creationId xmlns:a16="http://schemas.microsoft.com/office/drawing/2014/main" id="{B7FE6AD4-0D5F-E4B4-6F1A-BFC34E729C43}"/>
              </a:ext>
            </a:extLst>
          </p:cNvPr>
          <p:cNvSpPr>
            <a:spLocks noGrp="1"/>
          </p:cNvSpPr>
          <p:nvPr>
            <p:ph type="body" sz="quarter" idx="12" hasCustomPrompt="1"/>
          </p:nvPr>
        </p:nvSpPr>
        <p:spPr>
          <a:xfrm>
            <a:off x="508000" y="240853"/>
            <a:ext cx="5465763" cy="153888"/>
          </a:xfrm>
          <a:prstGeom prst="rect">
            <a:avLst/>
          </a:prstGeom>
        </p:spPr>
        <p:txBody>
          <a:bodyPr>
            <a:noAutofit/>
          </a:bodyPr>
          <a:lstStyle>
            <a:lvl1pPr marL="0" indent="0">
              <a:buFont typeface="Arial" panose="020B0604020202020204" pitchFamily="34" charset="0"/>
              <a:buNone/>
              <a:defRPr sz="1000" b="0" baseline="0">
                <a:latin typeface="+mn-lt"/>
              </a:defRPr>
            </a:lvl1pPr>
          </a:lstStyle>
          <a:p>
            <a:pPr lvl="0"/>
            <a:r>
              <a:rPr lang="en-GB"/>
              <a:t>Chapter title (optional)</a:t>
            </a:r>
          </a:p>
        </p:txBody>
      </p:sp>
    </p:spTree>
    <p:extLst>
      <p:ext uri="{BB962C8B-B14F-4D97-AF65-F5344CB8AC3E}">
        <p14:creationId xmlns:p14="http://schemas.microsoft.com/office/powerpoint/2010/main" val="2305944316"/>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ne column purple">
    <p:bg>
      <p:bgPr>
        <a:solidFill>
          <a:schemeClr val="accent1"/>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F8318A16-29A5-DA82-5751-3262DFAE27D9}"/>
              </a:ext>
            </a:extLst>
          </p:cNvPr>
          <p:cNvSpPr>
            <a:spLocks noGrp="1"/>
          </p:cNvSpPr>
          <p:nvPr>
            <p:ph type="title"/>
          </p:nvPr>
        </p:nvSpPr>
        <p:spPr/>
        <p:txBody>
          <a:bodyPr/>
          <a:lstStyle>
            <a:lvl1pPr>
              <a:defRPr>
                <a:solidFill>
                  <a:schemeClr val="tx1"/>
                </a:solidFill>
              </a:defRPr>
            </a:lvl1pPr>
          </a:lstStyle>
          <a:p>
            <a:r>
              <a:rPr lang="pt-BR"/>
              <a:t>Clique para editar o título Mestre</a:t>
            </a:r>
            <a:endParaRPr lang="en-GB"/>
          </a:p>
        </p:txBody>
      </p:sp>
      <p:sp>
        <p:nvSpPr>
          <p:cNvPr id="14" name="Text">
            <a:extLst>
              <a:ext uri="{FF2B5EF4-FFF2-40B4-BE49-F238E27FC236}">
                <a16:creationId xmlns:a16="http://schemas.microsoft.com/office/drawing/2014/main" id="{BF3BBE13-70EC-1F7B-B261-63B1F4F28F1C}"/>
              </a:ext>
            </a:extLst>
          </p:cNvPr>
          <p:cNvSpPr>
            <a:spLocks noGrp="1"/>
          </p:cNvSpPr>
          <p:nvPr>
            <p:ph type="body" sz="quarter" idx="12" hasCustomPrompt="1"/>
          </p:nvPr>
        </p:nvSpPr>
        <p:spPr>
          <a:xfrm>
            <a:off x="508000" y="1724025"/>
            <a:ext cx="11176000" cy="4260850"/>
          </a:xfrm>
        </p:spPr>
        <p:txBody>
          <a:bodyPr wrap="square">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GB" noProof="0"/>
              <a:t>First Level</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Sixth level</a:t>
            </a:r>
          </a:p>
          <a:p>
            <a:pPr lvl="6"/>
            <a:r>
              <a:rPr lang="en-GB" noProof="0"/>
              <a:t>Seventh level</a:t>
            </a:r>
          </a:p>
          <a:p>
            <a:pPr lvl="7"/>
            <a:r>
              <a:rPr lang="en-GB" noProof="0"/>
              <a:t>Eight level</a:t>
            </a:r>
          </a:p>
          <a:p>
            <a:pPr lvl="8"/>
            <a:r>
              <a:rPr lang="en-GB" noProof="0"/>
              <a:t>Ninth level</a:t>
            </a:r>
          </a:p>
        </p:txBody>
      </p:sp>
      <p:sp>
        <p:nvSpPr>
          <p:cNvPr id="20" name="ChapterTitle">
            <a:extLst>
              <a:ext uri="{FF2B5EF4-FFF2-40B4-BE49-F238E27FC236}">
                <a16:creationId xmlns:a16="http://schemas.microsoft.com/office/drawing/2014/main" id="{3937AF28-887C-43D7-BD1F-DC289A00C17E}"/>
              </a:ext>
            </a:extLst>
          </p:cNvPr>
          <p:cNvSpPr>
            <a:spLocks noGrp="1"/>
          </p:cNvSpPr>
          <p:nvPr>
            <p:ph type="body" sz="quarter" idx="15" hasCustomPrompt="1"/>
          </p:nvPr>
        </p:nvSpPr>
        <p:spPr>
          <a:xfrm>
            <a:off x="508000" y="240853"/>
            <a:ext cx="5465763" cy="153888"/>
          </a:xfrm>
          <a:prstGeom prst="rect">
            <a:avLst/>
          </a:prstGeom>
        </p:spPr>
        <p:txBody>
          <a:bodyPr>
            <a:noAutofit/>
          </a:bodyPr>
          <a:lstStyle>
            <a:lvl1pPr marL="0" indent="0">
              <a:buFont typeface="Arial" panose="020B0604020202020204" pitchFamily="34" charset="0"/>
              <a:buNone/>
              <a:defRPr sz="1000" b="0" baseline="0">
                <a:solidFill>
                  <a:schemeClr val="tx1"/>
                </a:solidFill>
                <a:latin typeface="+mn-lt"/>
              </a:defRPr>
            </a:lvl1pPr>
          </a:lstStyle>
          <a:p>
            <a:pPr lvl="0"/>
            <a:r>
              <a:rPr lang="en-GB"/>
              <a:t>Chapter title (optional)</a:t>
            </a:r>
          </a:p>
        </p:txBody>
      </p:sp>
      <p:pic>
        <p:nvPicPr>
          <p:cNvPr id="5" name="Gráfico 4">
            <a:extLst>
              <a:ext uri="{FF2B5EF4-FFF2-40B4-BE49-F238E27FC236}">
                <a16:creationId xmlns:a16="http://schemas.microsoft.com/office/drawing/2014/main" id="{FA8387E0-9F7B-97C5-CF2E-1FDC40C4A82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432276" y="6224588"/>
            <a:ext cx="372165" cy="372165"/>
          </a:xfrm>
          <a:prstGeom prst="rect">
            <a:avLst/>
          </a:prstGeom>
        </p:spPr>
      </p:pic>
    </p:spTree>
    <p:extLst>
      <p:ext uri="{BB962C8B-B14F-4D97-AF65-F5344CB8AC3E}">
        <p14:creationId xmlns:p14="http://schemas.microsoft.com/office/powerpoint/2010/main" val="796832716"/>
      </p:ext>
    </p:extLst>
  </p:cSld>
  <p:clrMapOvr>
    <a:overrideClrMapping bg1="dk1" tx1="lt1" bg2="dk2" tx2="lt2" accent1="accent1" accent2="accent2" accent3="accent3" accent4="accent4" accent5="accent5" accent6="accent6" hlink="hlink" folHlink="folHlink"/>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lumn purple">
    <p:bg>
      <p:bgPr>
        <a:solidFill>
          <a:schemeClr val="accent1"/>
        </a:solidFill>
        <a:effectLst/>
      </p:bgPr>
    </p:bg>
    <p:spTree>
      <p:nvGrpSpPr>
        <p:cNvPr id="1" name=""/>
        <p:cNvGrpSpPr/>
        <p:nvPr/>
      </p:nvGrpSpPr>
      <p:grpSpPr>
        <a:xfrm>
          <a:off x="0" y="0"/>
          <a:ext cx="0" cy="0"/>
          <a:chOff x="0" y="0"/>
          <a:chExt cx="0" cy="0"/>
        </a:xfrm>
      </p:grpSpPr>
      <p:sp>
        <p:nvSpPr>
          <p:cNvPr id="7" name="Text"/>
          <p:cNvSpPr>
            <a:spLocks noGrp="1"/>
          </p:cNvSpPr>
          <p:nvPr>
            <p:ph type="body" sz="quarter" idx="12" hasCustomPrompt="1"/>
          </p:nvPr>
        </p:nvSpPr>
        <p:spPr>
          <a:xfrm>
            <a:off x="508001" y="1724025"/>
            <a:ext cx="5465763" cy="4260850"/>
          </a:xfrm>
        </p:spPr>
        <p:txBody>
          <a:bodyPr wrap="square">
            <a:noAutofit/>
          </a:bodyPr>
          <a:lstStyle>
            <a:lvl1pPr>
              <a:defRPr lang="en-GB" dirty="0">
                <a:solidFill>
                  <a:schemeClr val="tx1"/>
                </a:solidFill>
              </a:defRPr>
            </a:lvl1pPr>
            <a:lvl2pPr>
              <a:defRPr lang="en-GB" dirty="0">
                <a:solidFill>
                  <a:schemeClr val="tx1"/>
                </a:solidFill>
              </a:defRPr>
            </a:lvl2pPr>
            <a:lvl3pPr>
              <a:defRPr lang="en-GB" dirty="0">
                <a:solidFill>
                  <a:schemeClr val="tx1"/>
                </a:solidFill>
              </a:defRPr>
            </a:lvl3pPr>
            <a:lvl4pPr>
              <a:defRPr lang="en-GB" dirty="0">
                <a:solidFill>
                  <a:schemeClr val="tx1"/>
                </a:solidFill>
              </a:defRPr>
            </a:lvl4pPr>
            <a:lvl5pPr>
              <a:defRPr lang="en-GB" dirty="0">
                <a:solidFill>
                  <a:schemeClr val="tx1"/>
                </a:solidFill>
              </a:defRPr>
            </a:lvl5pPr>
            <a:lvl6pPr>
              <a:defRPr lang="en-GB" dirty="0">
                <a:solidFill>
                  <a:schemeClr val="tx1"/>
                </a:solidFill>
              </a:defRPr>
            </a:lvl6pPr>
            <a:lvl7pPr>
              <a:defRPr lang="en-GB" dirty="0">
                <a:solidFill>
                  <a:schemeClr val="tx1"/>
                </a:solidFill>
              </a:defRPr>
            </a:lvl7pPr>
            <a:lvl8pPr>
              <a:defRPr lang="en-GB" dirty="0">
                <a:solidFill>
                  <a:schemeClr val="tx1"/>
                </a:solidFill>
              </a:defRPr>
            </a:lvl8pPr>
            <a:lvl9pPr>
              <a:defRPr lang="en-GB" dirty="0">
                <a:solidFill>
                  <a:schemeClr val="tx1"/>
                </a:solidFill>
              </a:defRPr>
            </a:lvl9pPr>
          </a:lstStyle>
          <a:p>
            <a:pPr lvl="0"/>
            <a:r>
              <a:rPr lang="en-GB" noProof="0"/>
              <a:t>First Level</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Sixth level</a:t>
            </a:r>
          </a:p>
          <a:p>
            <a:pPr lvl="6"/>
            <a:r>
              <a:rPr lang="en-GB" noProof="0"/>
              <a:t>Seventh level</a:t>
            </a:r>
          </a:p>
          <a:p>
            <a:pPr lvl="7"/>
            <a:r>
              <a:rPr lang="en-GB" noProof="0"/>
              <a:t>Eight level</a:t>
            </a:r>
          </a:p>
          <a:p>
            <a:pPr lvl="8"/>
            <a:r>
              <a:rPr lang="en-GB" noProof="0"/>
              <a:t>Ninth level</a:t>
            </a:r>
          </a:p>
        </p:txBody>
      </p:sp>
      <p:sp>
        <p:nvSpPr>
          <p:cNvPr id="3" name="Title"/>
          <p:cNvSpPr>
            <a:spLocks noGrp="1"/>
          </p:cNvSpPr>
          <p:nvPr>
            <p:ph type="title"/>
          </p:nvPr>
        </p:nvSpPr>
        <p:spPr/>
        <p:txBody>
          <a:bodyPr/>
          <a:lstStyle>
            <a:lvl1pPr>
              <a:defRPr>
                <a:solidFill>
                  <a:schemeClr val="tx1"/>
                </a:solidFill>
              </a:defRPr>
            </a:lvl1pPr>
          </a:lstStyle>
          <a:p>
            <a:r>
              <a:rPr lang="pt-BR"/>
              <a:t>Clique para editar o título Mestre</a:t>
            </a:r>
            <a:endParaRPr lang="en-GB"/>
          </a:p>
        </p:txBody>
      </p:sp>
      <p:sp>
        <p:nvSpPr>
          <p:cNvPr id="8" name="Text">
            <a:extLst>
              <a:ext uri="{FF2B5EF4-FFF2-40B4-BE49-F238E27FC236}">
                <a16:creationId xmlns:a16="http://schemas.microsoft.com/office/drawing/2014/main" id="{DD6EB644-C4C9-0FBD-5ADF-3E58A0FA3033}"/>
              </a:ext>
            </a:extLst>
          </p:cNvPr>
          <p:cNvSpPr>
            <a:spLocks noGrp="1"/>
          </p:cNvSpPr>
          <p:nvPr>
            <p:ph type="body" sz="quarter" idx="13" hasCustomPrompt="1"/>
          </p:nvPr>
        </p:nvSpPr>
        <p:spPr>
          <a:xfrm>
            <a:off x="6218238" y="1724025"/>
            <a:ext cx="5451475" cy="4260850"/>
          </a:xfrm>
        </p:spPr>
        <p:txBody>
          <a:bodyPr wrap="square">
            <a:noAutofit/>
          </a:bodyPr>
          <a:lstStyle>
            <a:lvl1pPr>
              <a:defRPr lang="en-GB" dirty="0">
                <a:solidFill>
                  <a:schemeClr val="tx1"/>
                </a:solidFill>
              </a:defRPr>
            </a:lvl1pPr>
            <a:lvl2pPr>
              <a:defRPr lang="en-GB" dirty="0">
                <a:solidFill>
                  <a:schemeClr val="tx1"/>
                </a:solidFill>
              </a:defRPr>
            </a:lvl2pPr>
            <a:lvl3pPr>
              <a:defRPr lang="en-GB" dirty="0">
                <a:solidFill>
                  <a:schemeClr val="tx1"/>
                </a:solidFill>
              </a:defRPr>
            </a:lvl3pPr>
            <a:lvl4pPr>
              <a:defRPr lang="en-GB" dirty="0">
                <a:solidFill>
                  <a:schemeClr val="tx1"/>
                </a:solidFill>
              </a:defRPr>
            </a:lvl4pPr>
            <a:lvl5pPr>
              <a:defRPr lang="en-GB" dirty="0">
                <a:solidFill>
                  <a:schemeClr val="tx1"/>
                </a:solidFill>
              </a:defRPr>
            </a:lvl5pPr>
            <a:lvl6pPr>
              <a:defRPr lang="en-GB" dirty="0">
                <a:solidFill>
                  <a:schemeClr val="tx1"/>
                </a:solidFill>
              </a:defRPr>
            </a:lvl6pPr>
            <a:lvl7pPr>
              <a:defRPr lang="en-GB" dirty="0">
                <a:solidFill>
                  <a:schemeClr val="tx1"/>
                </a:solidFill>
              </a:defRPr>
            </a:lvl7pPr>
            <a:lvl8pPr>
              <a:defRPr lang="en-GB" dirty="0">
                <a:solidFill>
                  <a:schemeClr val="tx1"/>
                </a:solidFill>
              </a:defRPr>
            </a:lvl8pPr>
            <a:lvl9pPr>
              <a:defRPr lang="en-GB" dirty="0">
                <a:solidFill>
                  <a:schemeClr val="tx1"/>
                </a:solidFill>
              </a:defRPr>
            </a:lvl9pPr>
          </a:lstStyle>
          <a:p>
            <a:pPr lvl="0"/>
            <a:r>
              <a:rPr lang="en-GB" noProof="0"/>
              <a:t>First Level</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Sixth level</a:t>
            </a:r>
          </a:p>
          <a:p>
            <a:pPr lvl="6"/>
            <a:r>
              <a:rPr lang="en-GB" noProof="0"/>
              <a:t>Seventh level</a:t>
            </a:r>
          </a:p>
          <a:p>
            <a:pPr lvl="7"/>
            <a:r>
              <a:rPr lang="en-GB" noProof="0"/>
              <a:t>Eight level</a:t>
            </a:r>
          </a:p>
          <a:p>
            <a:pPr lvl="8"/>
            <a:r>
              <a:rPr lang="en-GB" noProof="0"/>
              <a:t>Ninth level</a:t>
            </a:r>
          </a:p>
        </p:txBody>
      </p:sp>
      <p:sp>
        <p:nvSpPr>
          <p:cNvPr id="18" name="ChapterTitle">
            <a:extLst>
              <a:ext uri="{FF2B5EF4-FFF2-40B4-BE49-F238E27FC236}">
                <a16:creationId xmlns:a16="http://schemas.microsoft.com/office/drawing/2014/main" id="{3353F3A8-80A5-647C-675D-31F8CE3BB878}"/>
              </a:ext>
            </a:extLst>
          </p:cNvPr>
          <p:cNvSpPr>
            <a:spLocks noGrp="1"/>
          </p:cNvSpPr>
          <p:nvPr>
            <p:ph type="body" sz="quarter" idx="14" hasCustomPrompt="1"/>
          </p:nvPr>
        </p:nvSpPr>
        <p:spPr>
          <a:xfrm>
            <a:off x="508000" y="240853"/>
            <a:ext cx="5465763" cy="153888"/>
          </a:xfrm>
          <a:prstGeom prst="rect">
            <a:avLst/>
          </a:prstGeom>
        </p:spPr>
        <p:txBody>
          <a:bodyPr>
            <a:noAutofit/>
          </a:bodyPr>
          <a:lstStyle>
            <a:lvl1pPr marL="0" indent="0">
              <a:buFont typeface="Arial" panose="020B0604020202020204" pitchFamily="34" charset="0"/>
              <a:buNone/>
              <a:defRPr sz="1000" b="0" baseline="0">
                <a:solidFill>
                  <a:schemeClr val="tx1"/>
                </a:solidFill>
                <a:latin typeface="+mn-lt"/>
              </a:defRPr>
            </a:lvl1pPr>
          </a:lstStyle>
          <a:p>
            <a:pPr lvl="0"/>
            <a:r>
              <a:rPr lang="en-GB"/>
              <a:t>Chapter title (optional)</a:t>
            </a:r>
          </a:p>
        </p:txBody>
      </p:sp>
      <p:pic>
        <p:nvPicPr>
          <p:cNvPr id="2" name="Gráfico 1">
            <a:extLst>
              <a:ext uri="{FF2B5EF4-FFF2-40B4-BE49-F238E27FC236}">
                <a16:creationId xmlns:a16="http://schemas.microsoft.com/office/drawing/2014/main" id="{8B29A7B5-3BBC-6CE8-0D34-B78487430CE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432276" y="6224588"/>
            <a:ext cx="372165" cy="372165"/>
          </a:xfrm>
          <a:prstGeom prst="rect">
            <a:avLst/>
          </a:prstGeom>
        </p:spPr>
      </p:pic>
    </p:spTree>
    <p:extLst>
      <p:ext uri="{BB962C8B-B14F-4D97-AF65-F5344CB8AC3E}">
        <p14:creationId xmlns:p14="http://schemas.microsoft.com/office/powerpoint/2010/main" val="1815686142"/>
      </p:ext>
    </p:extLst>
  </p:cSld>
  <p:clrMapOvr>
    <a:overrideClrMapping bg1="dk1" tx1="lt1" bg2="dk2" tx2="lt2" accent1="accent1" accent2="accent2" accent3="accent3" accent4="accent4" accent5="accent5" accent6="accent6" hlink="hlink" folHlink="folHlink"/>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3" name="Title"/>
          <p:cNvSpPr>
            <a:spLocks noGrp="1"/>
          </p:cNvSpPr>
          <p:nvPr>
            <p:ph type="title"/>
          </p:nvPr>
        </p:nvSpPr>
        <p:spPr/>
        <p:txBody>
          <a:bodyPr/>
          <a:lstStyle/>
          <a:p>
            <a:r>
              <a:rPr lang="pt-BR"/>
              <a:t>Clique para editar o título Mestre</a:t>
            </a:r>
            <a:endParaRPr lang="en-GB"/>
          </a:p>
        </p:txBody>
      </p:sp>
      <p:sp>
        <p:nvSpPr>
          <p:cNvPr id="9" name="Content 1">
            <a:extLst>
              <a:ext uri="{FF2B5EF4-FFF2-40B4-BE49-F238E27FC236}">
                <a16:creationId xmlns:a16="http://schemas.microsoft.com/office/drawing/2014/main" id="{C4186A8E-7BF1-1F46-843E-9C6F60106A4F}"/>
              </a:ext>
            </a:extLst>
          </p:cNvPr>
          <p:cNvSpPr>
            <a:spLocks noGrp="1"/>
          </p:cNvSpPr>
          <p:nvPr>
            <p:ph sz="quarter" idx="16" hasCustomPrompt="1"/>
          </p:nvPr>
        </p:nvSpPr>
        <p:spPr>
          <a:xfrm>
            <a:off x="508001" y="1724024"/>
            <a:ext cx="5465233" cy="4260849"/>
          </a:xfrm>
          <a:custGeom>
            <a:avLst/>
            <a:gdLst>
              <a:gd name="connsiteX0" fmla="*/ 0 w 4098925"/>
              <a:gd name="connsiteY0" fmla="*/ 0 h 4525962"/>
              <a:gd name="connsiteX1" fmla="*/ 4098925 w 4098925"/>
              <a:gd name="connsiteY1" fmla="*/ 0 h 4525962"/>
              <a:gd name="connsiteX2" fmla="*/ 4098925 w 4098925"/>
              <a:gd name="connsiteY2" fmla="*/ 4525962 h 4525962"/>
              <a:gd name="connsiteX3" fmla="*/ 0 w 4098925"/>
              <a:gd name="connsiteY3" fmla="*/ 4525962 h 4525962"/>
            </a:gdLst>
            <a:ahLst/>
            <a:cxnLst>
              <a:cxn ang="0">
                <a:pos x="connsiteX0" y="connsiteY0"/>
              </a:cxn>
              <a:cxn ang="0">
                <a:pos x="connsiteX1" y="connsiteY1"/>
              </a:cxn>
              <a:cxn ang="0">
                <a:pos x="connsiteX2" y="connsiteY2"/>
              </a:cxn>
              <a:cxn ang="0">
                <a:pos x="connsiteX3" y="connsiteY3"/>
              </a:cxn>
            </a:cxnLst>
            <a:rect l="l" t="t" r="r" b="b"/>
            <a:pathLst>
              <a:path w="4098925" h="4525962">
                <a:moveTo>
                  <a:pt x="0" y="0"/>
                </a:moveTo>
                <a:lnTo>
                  <a:pt x="4098925" y="0"/>
                </a:lnTo>
                <a:lnTo>
                  <a:pt x="4098925" y="4525962"/>
                </a:lnTo>
                <a:lnTo>
                  <a:pt x="0" y="4525962"/>
                </a:lnTo>
                <a:close/>
              </a:path>
            </a:pathLst>
          </a:custGeom>
        </p:spPr>
        <p:txBody>
          <a:bodyPr wrap="square">
            <a:noAutofit/>
          </a:bodyPr>
          <a:lstStyle/>
          <a:p>
            <a:pPr lvl="0"/>
            <a:r>
              <a:rPr lang="en-GB" noProof="0"/>
              <a:t>First Level</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Sixth level</a:t>
            </a:r>
          </a:p>
          <a:p>
            <a:pPr lvl="6"/>
            <a:r>
              <a:rPr lang="en-GB" noProof="0"/>
              <a:t>Seventh level</a:t>
            </a:r>
          </a:p>
          <a:p>
            <a:pPr lvl="7"/>
            <a:r>
              <a:rPr lang="en-GB" noProof="0"/>
              <a:t>Eight level</a:t>
            </a:r>
          </a:p>
          <a:p>
            <a:pPr lvl="8"/>
            <a:r>
              <a:rPr lang="en-GB" noProof="0"/>
              <a:t>Ninth level</a:t>
            </a:r>
          </a:p>
        </p:txBody>
      </p:sp>
      <p:sp>
        <p:nvSpPr>
          <p:cNvPr id="10" name="Content 1">
            <a:extLst>
              <a:ext uri="{FF2B5EF4-FFF2-40B4-BE49-F238E27FC236}">
                <a16:creationId xmlns:a16="http://schemas.microsoft.com/office/drawing/2014/main" id="{D656E51E-4D5D-1182-FBB2-19246EA650BA}"/>
              </a:ext>
            </a:extLst>
          </p:cNvPr>
          <p:cNvSpPr>
            <a:spLocks noGrp="1"/>
          </p:cNvSpPr>
          <p:nvPr>
            <p:ph sz="quarter" idx="17" hasCustomPrompt="1"/>
          </p:nvPr>
        </p:nvSpPr>
        <p:spPr>
          <a:xfrm>
            <a:off x="6216652" y="1724024"/>
            <a:ext cx="5465233" cy="4260849"/>
          </a:xfrm>
          <a:custGeom>
            <a:avLst/>
            <a:gdLst>
              <a:gd name="connsiteX0" fmla="*/ 0 w 4098925"/>
              <a:gd name="connsiteY0" fmla="*/ 0 h 4525962"/>
              <a:gd name="connsiteX1" fmla="*/ 4098925 w 4098925"/>
              <a:gd name="connsiteY1" fmla="*/ 0 h 4525962"/>
              <a:gd name="connsiteX2" fmla="*/ 4098925 w 4098925"/>
              <a:gd name="connsiteY2" fmla="*/ 4525962 h 4525962"/>
              <a:gd name="connsiteX3" fmla="*/ 0 w 4098925"/>
              <a:gd name="connsiteY3" fmla="*/ 4525962 h 4525962"/>
            </a:gdLst>
            <a:ahLst/>
            <a:cxnLst>
              <a:cxn ang="0">
                <a:pos x="connsiteX0" y="connsiteY0"/>
              </a:cxn>
              <a:cxn ang="0">
                <a:pos x="connsiteX1" y="connsiteY1"/>
              </a:cxn>
              <a:cxn ang="0">
                <a:pos x="connsiteX2" y="connsiteY2"/>
              </a:cxn>
              <a:cxn ang="0">
                <a:pos x="connsiteX3" y="connsiteY3"/>
              </a:cxn>
            </a:cxnLst>
            <a:rect l="l" t="t" r="r" b="b"/>
            <a:pathLst>
              <a:path w="4098925" h="4525962">
                <a:moveTo>
                  <a:pt x="0" y="0"/>
                </a:moveTo>
                <a:lnTo>
                  <a:pt x="4098925" y="0"/>
                </a:lnTo>
                <a:lnTo>
                  <a:pt x="4098925" y="4525962"/>
                </a:lnTo>
                <a:lnTo>
                  <a:pt x="0" y="4525962"/>
                </a:lnTo>
                <a:close/>
              </a:path>
            </a:pathLst>
          </a:custGeom>
        </p:spPr>
        <p:txBody>
          <a:bodyPr wrap="square">
            <a:noAutofit/>
          </a:bodyPr>
          <a:lstStyle/>
          <a:p>
            <a:pPr lvl="0"/>
            <a:r>
              <a:rPr lang="en-GB" noProof="0"/>
              <a:t>First Level</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Sixth level</a:t>
            </a:r>
          </a:p>
          <a:p>
            <a:pPr lvl="6"/>
            <a:r>
              <a:rPr lang="en-GB" noProof="0"/>
              <a:t>Seventh level</a:t>
            </a:r>
          </a:p>
          <a:p>
            <a:pPr lvl="7"/>
            <a:r>
              <a:rPr lang="en-GB" noProof="0"/>
              <a:t>Eight level</a:t>
            </a:r>
          </a:p>
          <a:p>
            <a:pPr lvl="8"/>
            <a:r>
              <a:rPr lang="en-GB" noProof="0"/>
              <a:t>Ninth level</a:t>
            </a:r>
          </a:p>
        </p:txBody>
      </p:sp>
      <p:sp>
        <p:nvSpPr>
          <p:cNvPr id="4" name="ChapterTitle">
            <a:extLst>
              <a:ext uri="{FF2B5EF4-FFF2-40B4-BE49-F238E27FC236}">
                <a16:creationId xmlns:a16="http://schemas.microsoft.com/office/drawing/2014/main" id="{24853E94-5211-0D8F-7FE7-A6FAE8051669}"/>
              </a:ext>
            </a:extLst>
          </p:cNvPr>
          <p:cNvSpPr>
            <a:spLocks noGrp="1"/>
          </p:cNvSpPr>
          <p:nvPr>
            <p:ph type="body" sz="quarter" idx="12" hasCustomPrompt="1"/>
          </p:nvPr>
        </p:nvSpPr>
        <p:spPr>
          <a:xfrm>
            <a:off x="508000" y="240853"/>
            <a:ext cx="5465763" cy="153888"/>
          </a:xfrm>
          <a:prstGeom prst="rect">
            <a:avLst/>
          </a:prstGeom>
        </p:spPr>
        <p:txBody>
          <a:bodyPr>
            <a:noAutofit/>
          </a:bodyPr>
          <a:lstStyle>
            <a:lvl1pPr marL="0" indent="0">
              <a:buFont typeface="Arial" panose="020B0604020202020204" pitchFamily="34" charset="0"/>
              <a:buNone/>
              <a:defRPr sz="1000" b="0" baseline="0">
                <a:latin typeface="+mn-lt"/>
              </a:defRPr>
            </a:lvl1pPr>
          </a:lstStyle>
          <a:p>
            <a:pPr lvl="0"/>
            <a:r>
              <a:rPr lang="en-GB"/>
              <a:t>Chapter title (optional)</a:t>
            </a:r>
          </a:p>
        </p:txBody>
      </p:sp>
    </p:spTree>
    <p:extLst>
      <p:ext uri="{BB962C8B-B14F-4D97-AF65-F5344CB8AC3E}">
        <p14:creationId xmlns:p14="http://schemas.microsoft.com/office/powerpoint/2010/main" val="1033948336"/>
      </p:ext>
    </p:extLst>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xt with large imag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49F534C-524E-AA1F-8A89-FA3E85E605A3}"/>
              </a:ext>
            </a:extLst>
          </p:cNvPr>
          <p:cNvSpPr>
            <a:spLocks noGrp="1"/>
          </p:cNvSpPr>
          <p:nvPr>
            <p:ph type="pic" sz="quarter" idx="17" hasCustomPrompt="1"/>
          </p:nvPr>
        </p:nvSpPr>
        <p:spPr>
          <a:xfrm>
            <a:off x="6216649" y="0"/>
            <a:ext cx="5975350" cy="6858000"/>
          </a:xfrm>
          <a:custGeom>
            <a:avLst/>
            <a:gdLst>
              <a:gd name="connsiteX0" fmla="*/ 0 w 5975350"/>
              <a:gd name="connsiteY0" fmla="*/ 0 h 6858000"/>
              <a:gd name="connsiteX1" fmla="*/ 1493837 w 5975350"/>
              <a:gd name="connsiteY1" fmla="*/ 0 h 6858000"/>
              <a:gd name="connsiteX2" fmla="*/ 4481513 w 5975350"/>
              <a:gd name="connsiteY2" fmla="*/ 0 h 6858000"/>
              <a:gd name="connsiteX3" fmla="*/ 5975350 w 5975350"/>
              <a:gd name="connsiteY3" fmla="*/ 0 h 6858000"/>
              <a:gd name="connsiteX4" fmla="*/ 5975350 w 5975350"/>
              <a:gd name="connsiteY4" fmla="*/ 6858000 h 6858000"/>
              <a:gd name="connsiteX5" fmla="*/ 4481513 w 5975350"/>
              <a:gd name="connsiteY5" fmla="*/ 6858000 h 6858000"/>
              <a:gd name="connsiteX6" fmla="*/ 3069462 w 5975350"/>
              <a:gd name="connsiteY6" fmla="*/ 6858000 h 6858000"/>
              <a:gd name="connsiteX7" fmla="*/ 1575625 w 5975350"/>
              <a:gd name="connsiteY7" fmla="*/ 6858000 h 6858000"/>
              <a:gd name="connsiteX8" fmla="*/ 0 w 5975350"/>
              <a:gd name="connsiteY8" fmla="*/ 528237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5350" h="6858000">
                <a:moveTo>
                  <a:pt x="0" y="0"/>
                </a:moveTo>
                <a:lnTo>
                  <a:pt x="1493837" y="0"/>
                </a:lnTo>
                <a:lnTo>
                  <a:pt x="4481513" y="0"/>
                </a:lnTo>
                <a:lnTo>
                  <a:pt x="5975350" y="0"/>
                </a:lnTo>
                <a:lnTo>
                  <a:pt x="5975350" y="6858000"/>
                </a:lnTo>
                <a:lnTo>
                  <a:pt x="4481513" y="6858000"/>
                </a:lnTo>
                <a:lnTo>
                  <a:pt x="3069462" y="6858000"/>
                </a:lnTo>
                <a:lnTo>
                  <a:pt x="1575625" y="6858000"/>
                </a:lnTo>
                <a:cubicBezTo>
                  <a:pt x="705431" y="6858000"/>
                  <a:pt x="0" y="6152569"/>
                  <a:pt x="0" y="5282375"/>
                </a:cubicBezTo>
                <a:close/>
              </a:path>
            </a:pathLst>
          </a:custGeom>
          <a:solidFill>
            <a:schemeClr val="bg2"/>
          </a:solidFill>
        </p:spPr>
        <p:txBody>
          <a:bodyPr vert="horz" wrap="square" lIns="0" tIns="0" rIns="0" bIns="0" rtlCol="0" anchor="t" anchorCtr="0">
            <a:noAutofit/>
          </a:bodyPr>
          <a:lstStyle>
            <a:lvl1pPr algn="ctr">
              <a:defRPr lang="en-GB" b="0"/>
            </a:lvl1pPr>
            <a:lvl2pPr algn="ctr">
              <a:defRPr/>
            </a:lvl2pPr>
            <a:lvl3pPr algn="ctr">
              <a:defRPr/>
            </a:lvl3pPr>
            <a:lvl4pPr algn="ctr">
              <a:defRPr/>
            </a:lvl4pPr>
            <a:lvl5pPr algn="ctr">
              <a:defRPr/>
            </a:lvl5pPr>
            <a:lvl6pPr algn="ctr">
              <a:defRPr/>
            </a:lvl6pPr>
            <a:lvl7pPr algn="ctr">
              <a:defRPr/>
            </a:lvl7pPr>
            <a:lvl8pPr algn="ctr">
              <a:defRPr/>
            </a:lvl8pPr>
            <a:lvl9pPr algn="ctr">
              <a:defRPr/>
            </a:lvl9pPr>
          </a:lstStyle>
          <a:p>
            <a:pPr lvl="0"/>
            <a:r>
              <a:rPr lang="en-GB"/>
              <a:t>To insert photo, please select placeholder, then access </a:t>
            </a:r>
            <a:r>
              <a:rPr lang="en-GB" err="1"/>
              <a:t>BrandCentral</a:t>
            </a:r>
            <a:r>
              <a:rPr lang="en-GB"/>
              <a:t> through the </a:t>
            </a:r>
            <a:r>
              <a:rPr lang="en-GB" err="1"/>
              <a:t>BrandCentral</a:t>
            </a:r>
            <a:r>
              <a:rPr lang="en-GB"/>
              <a:t> ribbon</a:t>
            </a:r>
          </a:p>
        </p:txBody>
      </p:sp>
      <p:sp>
        <p:nvSpPr>
          <p:cNvPr id="7" name="Text 1"/>
          <p:cNvSpPr>
            <a:spLocks noGrp="1"/>
          </p:cNvSpPr>
          <p:nvPr>
            <p:ph type="body" sz="quarter" idx="12" hasCustomPrompt="1"/>
          </p:nvPr>
        </p:nvSpPr>
        <p:spPr>
          <a:xfrm>
            <a:off x="508001" y="1724025"/>
            <a:ext cx="4758267" cy="4229099"/>
          </a:xfrm>
          <a:prstGeom prst="rect">
            <a:avLst/>
          </a:prstGeom>
        </p:spPr>
        <p:txBody>
          <a:bodyPr wrap="square">
            <a:noAutofit/>
          </a:bodyPr>
          <a:lstStyle/>
          <a:p>
            <a:pPr lvl="0"/>
            <a:r>
              <a:rPr lang="en-GB" noProof="0"/>
              <a:t>First Level</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Sixth level</a:t>
            </a:r>
          </a:p>
          <a:p>
            <a:pPr lvl="6"/>
            <a:r>
              <a:rPr lang="en-GB" noProof="0"/>
              <a:t>Seventh level</a:t>
            </a:r>
          </a:p>
          <a:p>
            <a:pPr lvl="7"/>
            <a:r>
              <a:rPr lang="en-GB" noProof="0"/>
              <a:t>Eight level</a:t>
            </a:r>
          </a:p>
          <a:p>
            <a:pPr lvl="8"/>
            <a:r>
              <a:rPr lang="en-GB" noProof="0"/>
              <a:t>Ninth level</a:t>
            </a:r>
          </a:p>
        </p:txBody>
      </p:sp>
      <p:sp>
        <p:nvSpPr>
          <p:cNvPr id="3" name="Title"/>
          <p:cNvSpPr>
            <a:spLocks noGrp="1"/>
          </p:cNvSpPr>
          <p:nvPr>
            <p:ph type="title"/>
          </p:nvPr>
        </p:nvSpPr>
        <p:spPr/>
        <p:txBody>
          <a:bodyPr/>
          <a:lstStyle/>
          <a:p>
            <a:r>
              <a:rPr lang="pt-BR"/>
              <a:t>Clique para editar o título Mestre</a:t>
            </a:r>
            <a:endParaRPr lang="en-GB"/>
          </a:p>
        </p:txBody>
      </p:sp>
      <p:sp>
        <p:nvSpPr>
          <p:cNvPr id="5" name="ChapterTitle">
            <a:extLst>
              <a:ext uri="{FF2B5EF4-FFF2-40B4-BE49-F238E27FC236}">
                <a16:creationId xmlns:a16="http://schemas.microsoft.com/office/drawing/2014/main" id="{D49543A9-CD3B-136F-435B-1E2AB76872C4}"/>
              </a:ext>
            </a:extLst>
          </p:cNvPr>
          <p:cNvSpPr>
            <a:spLocks noGrp="1"/>
          </p:cNvSpPr>
          <p:nvPr>
            <p:ph type="body" sz="quarter" idx="20" hasCustomPrompt="1"/>
          </p:nvPr>
        </p:nvSpPr>
        <p:spPr>
          <a:xfrm>
            <a:off x="508000" y="240853"/>
            <a:ext cx="5465763" cy="153888"/>
          </a:xfrm>
          <a:prstGeom prst="rect">
            <a:avLst/>
          </a:prstGeom>
        </p:spPr>
        <p:txBody>
          <a:bodyPr>
            <a:noAutofit/>
          </a:bodyPr>
          <a:lstStyle>
            <a:lvl1pPr marL="0" indent="0">
              <a:buFont typeface="Arial" panose="020B0604020202020204" pitchFamily="34" charset="0"/>
              <a:buNone/>
              <a:defRPr sz="1000" b="0" baseline="0">
                <a:latin typeface="+mn-lt"/>
              </a:defRPr>
            </a:lvl1pPr>
          </a:lstStyle>
          <a:p>
            <a:pPr lvl="0"/>
            <a:r>
              <a:rPr lang="en-GB"/>
              <a:t>Chapter title (optional)</a:t>
            </a:r>
          </a:p>
        </p:txBody>
      </p:sp>
    </p:spTree>
    <p:extLst>
      <p:ext uri="{BB962C8B-B14F-4D97-AF65-F5344CB8AC3E}">
        <p14:creationId xmlns:p14="http://schemas.microsoft.com/office/powerpoint/2010/main" val="2532109606"/>
      </p:ext>
    </p:extLst>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with medium image">
    <p:bg>
      <p:bgPr>
        <a:gradFill flip="none" rotWithShape="1">
          <a:gsLst>
            <a:gs pos="0">
              <a:schemeClr val="accent1"/>
            </a:gs>
            <a:gs pos="100000">
              <a:schemeClr val="accent6"/>
            </a:gs>
          </a:gsLst>
          <a:lin ang="18900000" scaled="1"/>
          <a:tileRect/>
        </a:gradFill>
        <a:effectLst/>
      </p:bgPr>
    </p:bg>
    <p:spTree>
      <p:nvGrpSpPr>
        <p:cNvPr id="1" name=""/>
        <p:cNvGrpSpPr/>
        <p:nvPr/>
      </p:nvGrpSpPr>
      <p:grpSpPr>
        <a:xfrm>
          <a:off x="0" y="0"/>
          <a:ext cx="0" cy="0"/>
          <a:chOff x="0" y="0"/>
          <a:chExt cx="0" cy="0"/>
        </a:xfrm>
      </p:grpSpPr>
      <p:sp>
        <p:nvSpPr>
          <p:cNvPr id="7" name="Text 1"/>
          <p:cNvSpPr>
            <a:spLocks noGrp="1"/>
          </p:cNvSpPr>
          <p:nvPr>
            <p:ph type="body" sz="quarter" idx="12" hasCustomPrompt="1"/>
          </p:nvPr>
        </p:nvSpPr>
        <p:spPr>
          <a:xfrm>
            <a:off x="508000" y="1724027"/>
            <a:ext cx="4758267" cy="4260848"/>
          </a:xfrm>
          <a:prstGeom prst="rect">
            <a:avLst/>
          </a:prstGeom>
        </p:spPr>
        <p:txBody>
          <a:bodyPr wrap="square">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GB" noProof="0"/>
              <a:t>First Level</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Sixth level</a:t>
            </a:r>
          </a:p>
          <a:p>
            <a:pPr lvl="6"/>
            <a:r>
              <a:rPr lang="en-GB" noProof="0"/>
              <a:t>Seventh level</a:t>
            </a:r>
          </a:p>
          <a:p>
            <a:pPr lvl="7"/>
            <a:r>
              <a:rPr lang="en-GB" noProof="0"/>
              <a:t>Eight level</a:t>
            </a:r>
          </a:p>
          <a:p>
            <a:pPr lvl="8"/>
            <a:r>
              <a:rPr lang="en-GB" noProof="0"/>
              <a:t>Ninth level</a:t>
            </a:r>
          </a:p>
        </p:txBody>
      </p:sp>
      <p:sp>
        <p:nvSpPr>
          <p:cNvPr id="3" name="Title"/>
          <p:cNvSpPr>
            <a:spLocks noGrp="1"/>
          </p:cNvSpPr>
          <p:nvPr>
            <p:ph type="title"/>
          </p:nvPr>
        </p:nvSpPr>
        <p:spPr/>
        <p:txBody>
          <a:bodyPr/>
          <a:lstStyle>
            <a:lvl1pPr>
              <a:defRPr>
                <a:solidFill>
                  <a:schemeClr val="bg1"/>
                </a:solidFill>
              </a:defRPr>
            </a:lvl1pPr>
          </a:lstStyle>
          <a:p>
            <a:r>
              <a:rPr lang="pt-BR"/>
              <a:t>Clique para editar o título Mestre</a:t>
            </a:r>
            <a:endParaRPr lang="en-GB"/>
          </a:p>
        </p:txBody>
      </p:sp>
      <p:sp>
        <p:nvSpPr>
          <p:cNvPr id="9" name="Picture Placeholder 8">
            <a:extLst>
              <a:ext uri="{FF2B5EF4-FFF2-40B4-BE49-F238E27FC236}">
                <a16:creationId xmlns:a16="http://schemas.microsoft.com/office/drawing/2014/main" id="{51243C6A-3EF9-A9D4-C5AA-E06DA8004596}"/>
              </a:ext>
            </a:extLst>
          </p:cNvPr>
          <p:cNvSpPr>
            <a:spLocks noGrp="1"/>
          </p:cNvSpPr>
          <p:nvPr>
            <p:ph type="pic" sz="quarter" idx="20" hasCustomPrompt="1"/>
          </p:nvPr>
        </p:nvSpPr>
        <p:spPr>
          <a:xfrm>
            <a:off x="6216650" y="1585118"/>
            <a:ext cx="5481863" cy="4503739"/>
          </a:xfrm>
          <a:custGeom>
            <a:avLst/>
            <a:gdLst>
              <a:gd name="connsiteX0" fmla="*/ 271224 w 5481863"/>
              <a:gd name="connsiteY0" fmla="*/ 0 h 4503739"/>
              <a:gd name="connsiteX1" fmla="*/ 1672709 w 5481863"/>
              <a:gd name="connsiteY1" fmla="*/ 0 h 4503739"/>
              <a:gd name="connsiteX2" fmla="*/ 3809155 w 5481863"/>
              <a:gd name="connsiteY2" fmla="*/ 0 h 4503739"/>
              <a:gd name="connsiteX3" fmla="*/ 5210640 w 5481863"/>
              <a:gd name="connsiteY3" fmla="*/ 0 h 4503739"/>
              <a:gd name="connsiteX4" fmla="*/ 5481863 w 5481863"/>
              <a:gd name="connsiteY4" fmla="*/ 271223 h 4503739"/>
              <a:gd name="connsiteX5" fmla="*/ 5481863 w 5481863"/>
              <a:gd name="connsiteY5" fmla="*/ 4232517 h 4503739"/>
              <a:gd name="connsiteX6" fmla="*/ 5210640 w 5481863"/>
              <a:gd name="connsiteY6" fmla="*/ 4503739 h 4503739"/>
              <a:gd name="connsiteX7" fmla="*/ 3809161 w 5481863"/>
              <a:gd name="connsiteY7" fmla="*/ 4503739 h 4503739"/>
              <a:gd name="connsiteX8" fmla="*/ 3809155 w 5481863"/>
              <a:gd name="connsiteY8" fmla="*/ 4503739 h 4503739"/>
              <a:gd name="connsiteX9" fmla="*/ 1619901 w 5481863"/>
              <a:gd name="connsiteY9" fmla="*/ 4503738 h 4503739"/>
              <a:gd name="connsiteX10" fmla="*/ 0 w 5481863"/>
              <a:gd name="connsiteY10" fmla="*/ 2883837 h 4503739"/>
              <a:gd name="connsiteX11" fmla="*/ 0 w 5481863"/>
              <a:gd name="connsiteY11" fmla="*/ 2139622 h 4503739"/>
              <a:gd name="connsiteX12" fmla="*/ 1 w 5481863"/>
              <a:gd name="connsiteY12" fmla="*/ 2139604 h 4503739"/>
              <a:gd name="connsiteX13" fmla="*/ 1 w 5481863"/>
              <a:gd name="connsiteY13" fmla="*/ 271223 h 4503739"/>
              <a:gd name="connsiteX14" fmla="*/ 271224 w 5481863"/>
              <a:gd name="connsiteY14" fmla="*/ 0 h 4503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481863" h="4503739">
                <a:moveTo>
                  <a:pt x="271224" y="0"/>
                </a:moveTo>
                <a:lnTo>
                  <a:pt x="1672709" y="0"/>
                </a:lnTo>
                <a:lnTo>
                  <a:pt x="3809155" y="0"/>
                </a:lnTo>
                <a:lnTo>
                  <a:pt x="5210640" y="0"/>
                </a:lnTo>
                <a:cubicBezTo>
                  <a:pt x="5360432" y="0"/>
                  <a:pt x="5481863" y="121431"/>
                  <a:pt x="5481863" y="271223"/>
                </a:cubicBezTo>
                <a:lnTo>
                  <a:pt x="5481863" y="4232517"/>
                </a:lnTo>
                <a:cubicBezTo>
                  <a:pt x="5481863" y="4382308"/>
                  <a:pt x="5360432" y="4503739"/>
                  <a:pt x="5210640" y="4503739"/>
                </a:cubicBezTo>
                <a:lnTo>
                  <a:pt x="3809161" y="4503739"/>
                </a:lnTo>
                <a:lnTo>
                  <a:pt x="3809155" y="4503739"/>
                </a:lnTo>
                <a:lnTo>
                  <a:pt x="1619901" y="4503738"/>
                </a:lnTo>
                <a:cubicBezTo>
                  <a:pt x="725254" y="4503738"/>
                  <a:pt x="0" y="3778484"/>
                  <a:pt x="0" y="2883837"/>
                </a:cubicBezTo>
                <a:lnTo>
                  <a:pt x="0" y="2139622"/>
                </a:lnTo>
                <a:cubicBezTo>
                  <a:pt x="0" y="2139617"/>
                  <a:pt x="1" y="2139610"/>
                  <a:pt x="1" y="2139604"/>
                </a:cubicBezTo>
                <a:lnTo>
                  <a:pt x="1" y="271223"/>
                </a:lnTo>
                <a:cubicBezTo>
                  <a:pt x="1" y="121431"/>
                  <a:pt x="121432" y="0"/>
                  <a:pt x="271224" y="0"/>
                </a:cubicBezTo>
                <a:close/>
              </a:path>
            </a:pathLst>
          </a:custGeom>
          <a:solidFill>
            <a:schemeClr val="bg2"/>
          </a:solidFill>
        </p:spPr>
        <p:txBody>
          <a:bodyPr vert="horz" wrap="square" lIns="0" tIns="0" rIns="0" bIns="0" rtlCol="0" anchor="t" anchorCtr="0">
            <a:noAutofit/>
          </a:bodyPr>
          <a:lstStyle>
            <a:lvl1pPr algn="ctr">
              <a:defRPr lang="en-GB" b="0"/>
            </a:lvl1pPr>
            <a:lvl2pPr algn="ctr">
              <a:defRPr/>
            </a:lvl2pPr>
            <a:lvl3pPr algn="ctr">
              <a:defRPr/>
            </a:lvl3pPr>
            <a:lvl4pPr algn="ctr">
              <a:defRPr/>
            </a:lvl4pPr>
            <a:lvl5pPr algn="ctr">
              <a:defRPr/>
            </a:lvl5pPr>
            <a:lvl6pPr algn="ctr">
              <a:defRPr/>
            </a:lvl6pPr>
            <a:lvl7pPr algn="ctr">
              <a:defRPr/>
            </a:lvl7pPr>
            <a:lvl8pPr algn="ctr">
              <a:defRPr/>
            </a:lvl8pPr>
            <a:lvl9pPr algn="ctr">
              <a:defRPr/>
            </a:lvl9pPr>
          </a:lstStyle>
          <a:p>
            <a:pPr lvl="0"/>
            <a:r>
              <a:rPr lang="en-GB"/>
              <a:t>To insert photo, please select placeholder, then access </a:t>
            </a:r>
            <a:r>
              <a:rPr lang="en-GB" err="1"/>
              <a:t>BrandCentral</a:t>
            </a:r>
            <a:r>
              <a:rPr lang="en-GB"/>
              <a:t> through the </a:t>
            </a:r>
            <a:r>
              <a:rPr lang="en-GB" err="1"/>
              <a:t>BrandCentral</a:t>
            </a:r>
            <a:r>
              <a:rPr lang="en-GB"/>
              <a:t> ribbon</a:t>
            </a:r>
          </a:p>
        </p:txBody>
      </p:sp>
      <p:pic>
        <p:nvPicPr>
          <p:cNvPr id="4" name="Gráfico 3">
            <a:extLst>
              <a:ext uri="{FF2B5EF4-FFF2-40B4-BE49-F238E27FC236}">
                <a16:creationId xmlns:a16="http://schemas.microsoft.com/office/drawing/2014/main" id="{C04D5E98-6899-B8CC-7A3E-6FFD5C701B5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432276" y="6224588"/>
            <a:ext cx="372165" cy="372165"/>
          </a:xfrm>
          <a:prstGeom prst="rect">
            <a:avLst/>
          </a:prstGeom>
        </p:spPr>
      </p:pic>
      <p:sp>
        <p:nvSpPr>
          <p:cNvPr id="8" name="Slide Number Placeholder 5">
            <a:extLst>
              <a:ext uri="{FF2B5EF4-FFF2-40B4-BE49-F238E27FC236}">
                <a16:creationId xmlns:a16="http://schemas.microsoft.com/office/drawing/2014/main" id="{4BB8D707-5410-7592-0740-912C79A917FC}"/>
              </a:ext>
            </a:extLst>
          </p:cNvPr>
          <p:cNvSpPr txBox="1">
            <a:spLocks/>
          </p:cNvSpPr>
          <p:nvPr userDrawn="1"/>
        </p:nvSpPr>
        <p:spPr>
          <a:xfrm>
            <a:off x="508001" y="6489031"/>
            <a:ext cx="5481319" cy="107722"/>
          </a:xfrm>
          <a:prstGeom prst="rect">
            <a:avLst/>
          </a:prstGeom>
          <a:noFill/>
        </p:spPr>
        <p:txBody>
          <a:bodyPr wrap="square" lIns="0" tIns="0" rIns="0" bIns="0" anchor="ctr" anchorCtr="0">
            <a:spAutoFit/>
          </a:bodyPr>
          <a:lstStyle>
            <a:defPPr>
              <a:defRPr lang="en-US"/>
            </a:defPPr>
            <a:lvl1pPr marL="0" algn="r" defTabSz="1066302" rtl="0" eaLnBrk="1" latinLnBrk="0" hangingPunct="1">
              <a:defRPr sz="1000" kern="1200">
                <a:solidFill>
                  <a:schemeClr val="tx1"/>
                </a:solidFill>
                <a:latin typeface="Arial" pitchFamily="34" charset="0"/>
                <a:ea typeface="+mn-ea"/>
                <a:cs typeface="Arial" pitchFamily="34" charset="0"/>
              </a:defRPr>
            </a:lvl1pPr>
            <a:lvl2pPr marL="533152" algn="l" defTabSz="1066302" rtl="0" eaLnBrk="1" latinLnBrk="0" hangingPunct="1">
              <a:defRPr sz="2100" kern="1200">
                <a:solidFill>
                  <a:schemeClr val="tx1"/>
                </a:solidFill>
                <a:latin typeface="+mn-lt"/>
                <a:ea typeface="+mn-ea"/>
                <a:cs typeface="+mn-cs"/>
              </a:defRPr>
            </a:lvl2pPr>
            <a:lvl3pPr marL="1066302" algn="l" defTabSz="1066302" rtl="0" eaLnBrk="1" latinLnBrk="0" hangingPunct="1">
              <a:defRPr sz="2100" kern="1200">
                <a:solidFill>
                  <a:schemeClr val="tx1"/>
                </a:solidFill>
                <a:latin typeface="+mn-lt"/>
                <a:ea typeface="+mn-ea"/>
                <a:cs typeface="+mn-cs"/>
              </a:defRPr>
            </a:lvl3pPr>
            <a:lvl4pPr marL="1599453" algn="l" defTabSz="1066302" rtl="0" eaLnBrk="1" latinLnBrk="0" hangingPunct="1">
              <a:defRPr sz="2100" kern="1200">
                <a:solidFill>
                  <a:schemeClr val="tx1"/>
                </a:solidFill>
                <a:latin typeface="+mn-lt"/>
                <a:ea typeface="+mn-ea"/>
                <a:cs typeface="+mn-cs"/>
              </a:defRPr>
            </a:lvl4pPr>
            <a:lvl5pPr marL="2132603" algn="l" defTabSz="1066302" rtl="0" eaLnBrk="1" latinLnBrk="0" hangingPunct="1">
              <a:defRPr sz="2100" kern="1200">
                <a:solidFill>
                  <a:schemeClr val="tx1"/>
                </a:solidFill>
                <a:latin typeface="+mn-lt"/>
                <a:ea typeface="+mn-ea"/>
                <a:cs typeface="+mn-cs"/>
              </a:defRPr>
            </a:lvl5pPr>
            <a:lvl6pPr marL="2665755" algn="l" defTabSz="1066302" rtl="0" eaLnBrk="1" latinLnBrk="0" hangingPunct="1">
              <a:defRPr sz="2100" kern="1200">
                <a:solidFill>
                  <a:schemeClr val="tx1"/>
                </a:solidFill>
                <a:latin typeface="+mn-lt"/>
                <a:ea typeface="+mn-ea"/>
                <a:cs typeface="+mn-cs"/>
              </a:defRPr>
            </a:lvl6pPr>
            <a:lvl7pPr marL="3198906" algn="l" defTabSz="1066302" rtl="0" eaLnBrk="1" latinLnBrk="0" hangingPunct="1">
              <a:defRPr sz="2100" kern="1200">
                <a:solidFill>
                  <a:schemeClr val="tx1"/>
                </a:solidFill>
                <a:latin typeface="+mn-lt"/>
                <a:ea typeface="+mn-ea"/>
                <a:cs typeface="+mn-cs"/>
              </a:defRPr>
            </a:lvl7pPr>
            <a:lvl8pPr marL="3732056" algn="l" defTabSz="1066302" rtl="0" eaLnBrk="1" latinLnBrk="0" hangingPunct="1">
              <a:defRPr sz="2100" kern="1200">
                <a:solidFill>
                  <a:schemeClr val="tx1"/>
                </a:solidFill>
                <a:latin typeface="+mn-lt"/>
                <a:ea typeface="+mn-ea"/>
                <a:cs typeface="+mn-cs"/>
              </a:defRPr>
            </a:lvl8pPr>
            <a:lvl9pPr marL="4265207" algn="l" defTabSz="1066302" rtl="0" eaLnBrk="1" latinLnBrk="0" hangingPunct="1">
              <a:defRPr sz="2100" kern="1200">
                <a:solidFill>
                  <a:schemeClr val="tx1"/>
                </a:solidFill>
                <a:latin typeface="+mn-lt"/>
                <a:ea typeface="+mn-ea"/>
                <a:cs typeface="+mn-cs"/>
              </a:defRPr>
            </a:lvl9pPr>
          </a:lstStyle>
          <a:p>
            <a:pPr marL="0" marR="0" lvl="0" indent="0" algn="l" defTabSz="1421700"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schemeClr val="bg1"/>
                </a:solidFill>
                <a:effectLst/>
                <a:uLnTx/>
                <a:uFillTx/>
                <a:latin typeface="GT Walsheim LC Light" pitchFamily="2" charset="0"/>
                <a:ea typeface="+mn-ea"/>
                <a:cs typeface="GT Walsheim LC Light" pitchFamily="2" charset="0"/>
              </a:rPr>
              <a:t>© 2026 Grant Thornton Brasil  | Todos os direitos reservados |  Firma-membro brasileira da Grant Thornton International Ltd.</a:t>
            </a:r>
          </a:p>
        </p:txBody>
      </p:sp>
    </p:spTree>
    <p:extLst>
      <p:ext uri="{BB962C8B-B14F-4D97-AF65-F5344CB8AC3E}">
        <p14:creationId xmlns:p14="http://schemas.microsoft.com/office/powerpoint/2010/main" val="4281520045"/>
      </p:ext>
    </p:extLst>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rows content and text">
    <p:spTree>
      <p:nvGrpSpPr>
        <p:cNvPr id="1" name=""/>
        <p:cNvGrpSpPr/>
        <p:nvPr/>
      </p:nvGrpSpPr>
      <p:grpSpPr>
        <a:xfrm>
          <a:off x="0" y="0"/>
          <a:ext cx="0" cy="0"/>
          <a:chOff x="0" y="0"/>
          <a:chExt cx="0" cy="0"/>
        </a:xfrm>
      </p:grpSpPr>
      <p:sp>
        <p:nvSpPr>
          <p:cNvPr id="3" name="Title"/>
          <p:cNvSpPr>
            <a:spLocks noGrp="1"/>
          </p:cNvSpPr>
          <p:nvPr>
            <p:ph type="title"/>
          </p:nvPr>
        </p:nvSpPr>
        <p:spPr/>
        <p:txBody>
          <a:bodyPr/>
          <a:lstStyle/>
          <a:p>
            <a:r>
              <a:rPr lang="pt-BR"/>
              <a:t>Clique para editar o título Mestre</a:t>
            </a:r>
            <a:endParaRPr lang="en-GB"/>
          </a:p>
        </p:txBody>
      </p:sp>
      <p:sp>
        <p:nvSpPr>
          <p:cNvPr id="10" name="Content Placeholder 9">
            <a:extLst>
              <a:ext uri="{FF2B5EF4-FFF2-40B4-BE49-F238E27FC236}">
                <a16:creationId xmlns:a16="http://schemas.microsoft.com/office/drawing/2014/main" id="{FDE09A62-BFB8-B70F-C711-8F25CE085A3B}"/>
              </a:ext>
            </a:extLst>
          </p:cNvPr>
          <p:cNvSpPr>
            <a:spLocks noGrp="1"/>
          </p:cNvSpPr>
          <p:nvPr>
            <p:ph sz="quarter" idx="18" hasCustomPrompt="1"/>
          </p:nvPr>
        </p:nvSpPr>
        <p:spPr>
          <a:xfrm>
            <a:off x="507999" y="1724025"/>
            <a:ext cx="5465763" cy="2008800"/>
          </a:xfrm>
          <a:prstGeom prst="rect">
            <a:avLst/>
          </a:prstGeom>
        </p:spPr>
        <p:txBody>
          <a:bodyPr/>
          <a:lstStyle/>
          <a:p>
            <a:pPr lvl="0"/>
            <a:r>
              <a:rPr lang="en-GB" noProof="0"/>
              <a:t>First Level</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Sixth level</a:t>
            </a:r>
          </a:p>
          <a:p>
            <a:pPr lvl="6"/>
            <a:r>
              <a:rPr lang="en-GB" noProof="0"/>
              <a:t>Seventh level</a:t>
            </a:r>
          </a:p>
          <a:p>
            <a:pPr lvl="7"/>
            <a:r>
              <a:rPr lang="en-GB" noProof="0"/>
              <a:t>Eight level</a:t>
            </a:r>
          </a:p>
          <a:p>
            <a:pPr lvl="8"/>
            <a:r>
              <a:rPr lang="en-GB" noProof="0"/>
              <a:t>Ninth level</a:t>
            </a:r>
          </a:p>
        </p:txBody>
      </p:sp>
      <p:sp>
        <p:nvSpPr>
          <p:cNvPr id="12" name="Text Placeholder 11">
            <a:extLst>
              <a:ext uri="{FF2B5EF4-FFF2-40B4-BE49-F238E27FC236}">
                <a16:creationId xmlns:a16="http://schemas.microsoft.com/office/drawing/2014/main" id="{A8E37F00-0027-19C6-0710-7A51F0A67C47}"/>
              </a:ext>
            </a:extLst>
          </p:cNvPr>
          <p:cNvSpPr>
            <a:spLocks noGrp="1"/>
          </p:cNvSpPr>
          <p:nvPr>
            <p:ph type="body" sz="quarter" idx="19" hasCustomPrompt="1"/>
          </p:nvPr>
        </p:nvSpPr>
        <p:spPr>
          <a:xfrm>
            <a:off x="6924675" y="1724025"/>
            <a:ext cx="4759325" cy="2008800"/>
          </a:xfrm>
          <a:prstGeom prst="rect">
            <a:avLst/>
          </a:prstGeom>
        </p:spPr>
        <p:txBody>
          <a:bodyPr/>
          <a:lstStyle/>
          <a:p>
            <a:pPr lvl="0"/>
            <a:r>
              <a:rPr lang="en-GB" noProof="0"/>
              <a:t>First Level</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Sixth level</a:t>
            </a:r>
          </a:p>
          <a:p>
            <a:pPr lvl="6"/>
            <a:r>
              <a:rPr lang="en-GB" noProof="0"/>
              <a:t>Seventh level</a:t>
            </a:r>
          </a:p>
          <a:p>
            <a:pPr lvl="7"/>
            <a:r>
              <a:rPr lang="en-GB" noProof="0"/>
              <a:t>Eight level</a:t>
            </a:r>
          </a:p>
          <a:p>
            <a:pPr lvl="8"/>
            <a:r>
              <a:rPr lang="en-GB" noProof="0"/>
              <a:t>Ninth level</a:t>
            </a:r>
          </a:p>
        </p:txBody>
      </p:sp>
      <p:sp>
        <p:nvSpPr>
          <p:cNvPr id="13" name="Content Placeholder 9">
            <a:extLst>
              <a:ext uri="{FF2B5EF4-FFF2-40B4-BE49-F238E27FC236}">
                <a16:creationId xmlns:a16="http://schemas.microsoft.com/office/drawing/2014/main" id="{51AF81E8-CB15-77A6-237E-72F008D68FEB}"/>
              </a:ext>
            </a:extLst>
          </p:cNvPr>
          <p:cNvSpPr>
            <a:spLocks noGrp="1"/>
          </p:cNvSpPr>
          <p:nvPr>
            <p:ph sz="quarter" idx="20" hasCustomPrompt="1"/>
          </p:nvPr>
        </p:nvSpPr>
        <p:spPr>
          <a:xfrm>
            <a:off x="507999" y="3976688"/>
            <a:ext cx="5465763" cy="2008800"/>
          </a:xfrm>
          <a:prstGeom prst="rect">
            <a:avLst/>
          </a:prstGeom>
        </p:spPr>
        <p:txBody>
          <a:bodyPr/>
          <a:lstStyle/>
          <a:p>
            <a:pPr lvl="0"/>
            <a:r>
              <a:rPr lang="en-GB" noProof="0"/>
              <a:t>First Level</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Sixth level</a:t>
            </a:r>
          </a:p>
          <a:p>
            <a:pPr lvl="6"/>
            <a:r>
              <a:rPr lang="en-GB" noProof="0"/>
              <a:t>Seventh level</a:t>
            </a:r>
          </a:p>
          <a:p>
            <a:pPr lvl="7"/>
            <a:r>
              <a:rPr lang="en-GB" noProof="0"/>
              <a:t>Eight level</a:t>
            </a:r>
          </a:p>
          <a:p>
            <a:pPr lvl="8"/>
            <a:r>
              <a:rPr lang="en-GB" noProof="0"/>
              <a:t>Ninth level</a:t>
            </a:r>
          </a:p>
        </p:txBody>
      </p:sp>
      <p:sp>
        <p:nvSpPr>
          <p:cNvPr id="14" name="Text Placeholder 11">
            <a:extLst>
              <a:ext uri="{FF2B5EF4-FFF2-40B4-BE49-F238E27FC236}">
                <a16:creationId xmlns:a16="http://schemas.microsoft.com/office/drawing/2014/main" id="{EB57C774-F73C-8B90-F8F4-58F43D783F0C}"/>
              </a:ext>
            </a:extLst>
          </p:cNvPr>
          <p:cNvSpPr>
            <a:spLocks noGrp="1"/>
          </p:cNvSpPr>
          <p:nvPr>
            <p:ph type="body" sz="quarter" idx="21" hasCustomPrompt="1"/>
          </p:nvPr>
        </p:nvSpPr>
        <p:spPr>
          <a:xfrm>
            <a:off x="6924675" y="3976688"/>
            <a:ext cx="4759325" cy="2008800"/>
          </a:xfrm>
          <a:prstGeom prst="rect">
            <a:avLst/>
          </a:prstGeom>
        </p:spPr>
        <p:txBody>
          <a:bodyPr/>
          <a:lstStyle/>
          <a:p>
            <a:pPr lvl="0"/>
            <a:r>
              <a:rPr lang="en-GB" noProof="0"/>
              <a:t>First Level</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Sixth level</a:t>
            </a:r>
          </a:p>
          <a:p>
            <a:pPr lvl="6"/>
            <a:r>
              <a:rPr lang="en-GB" noProof="0"/>
              <a:t>Seventh level</a:t>
            </a:r>
          </a:p>
          <a:p>
            <a:pPr lvl="7"/>
            <a:r>
              <a:rPr lang="en-GB" noProof="0"/>
              <a:t>Eight level</a:t>
            </a:r>
          </a:p>
          <a:p>
            <a:pPr lvl="8"/>
            <a:r>
              <a:rPr lang="en-GB" noProof="0"/>
              <a:t>Ninth level</a:t>
            </a:r>
          </a:p>
        </p:txBody>
      </p:sp>
      <p:sp>
        <p:nvSpPr>
          <p:cNvPr id="4" name="ChapterTitle">
            <a:extLst>
              <a:ext uri="{FF2B5EF4-FFF2-40B4-BE49-F238E27FC236}">
                <a16:creationId xmlns:a16="http://schemas.microsoft.com/office/drawing/2014/main" id="{C2449D8B-AA1D-C041-3F58-C074D2A5ECBF}"/>
              </a:ext>
            </a:extLst>
          </p:cNvPr>
          <p:cNvSpPr>
            <a:spLocks noGrp="1"/>
          </p:cNvSpPr>
          <p:nvPr>
            <p:ph type="body" sz="quarter" idx="12" hasCustomPrompt="1"/>
          </p:nvPr>
        </p:nvSpPr>
        <p:spPr>
          <a:xfrm>
            <a:off x="508000" y="240853"/>
            <a:ext cx="5465763" cy="153888"/>
          </a:xfrm>
          <a:prstGeom prst="rect">
            <a:avLst/>
          </a:prstGeom>
        </p:spPr>
        <p:txBody>
          <a:bodyPr>
            <a:noAutofit/>
          </a:bodyPr>
          <a:lstStyle>
            <a:lvl1pPr marL="0" indent="0">
              <a:buFont typeface="Arial" panose="020B0604020202020204" pitchFamily="34" charset="0"/>
              <a:buNone/>
              <a:defRPr sz="1000" b="0" baseline="0">
                <a:latin typeface="+mn-lt"/>
              </a:defRPr>
            </a:lvl1pPr>
          </a:lstStyle>
          <a:p>
            <a:pPr lvl="0"/>
            <a:r>
              <a:rPr lang="en-GB"/>
              <a:t>Chapter title (optional)</a:t>
            </a:r>
          </a:p>
        </p:txBody>
      </p:sp>
    </p:spTree>
    <p:extLst>
      <p:ext uri="{BB962C8B-B14F-4D97-AF65-F5344CB8AC3E}">
        <p14:creationId xmlns:p14="http://schemas.microsoft.com/office/powerpoint/2010/main" val="1242034694"/>
      </p:ext>
    </p:extLst>
  </p:cSld>
  <p:clrMapOvr>
    <a:masterClrMapping/>
  </p:clrMapOvr>
  <p:hf hd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3" name="Title"/>
          <p:cNvSpPr>
            <a:spLocks noGrp="1"/>
          </p:cNvSpPr>
          <p:nvPr>
            <p:ph type="title"/>
          </p:nvPr>
        </p:nvSpPr>
        <p:spPr/>
        <p:txBody>
          <a:bodyPr/>
          <a:lstStyle/>
          <a:p>
            <a:r>
              <a:rPr lang="pt-BR"/>
              <a:t>Clique para editar o título Mestre</a:t>
            </a:r>
            <a:endParaRPr lang="en-GB"/>
          </a:p>
        </p:txBody>
      </p:sp>
      <p:sp>
        <p:nvSpPr>
          <p:cNvPr id="6" name="Content Placeholder 9">
            <a:extLst>
              <a:ext uri="{FF2B5EF4-FFF2-40B4-BE49-F238E27FC236}">
                <a16:creationId xmlns:a16="http://schemas.microsoft.com/office/drawing/2014/main" id="{BEC451F8-1303-F8DB-EBCB-ED187E5E8862}"/>
              </a:ext>
            </a:extLst>
          </p:cNvPr>
          <p:cNvSpPr>
            <a:spLocks noGrp="1"/>
          </p:cNvSpPr>
          <p:nvPr>
            <p:ph sz="quarter" idx="18" hasCustomPrompt="1"/>
          </p:nvPr>
        </p:nvSpPr>
        <p:spPr>
          <a:xfrm>
            <a:off x="508000" y="1724025"/>
            <a:ext cx="5465763" cy="2008800"/>
          </a:xfrm>
          <a:prstGeom prst="rect">
            <a:avLst/>
          </a:prstGeom>
        </p:spPr>
        <p:txBody>
          <a:bodyPr/>
          <a:lstStyle/>
          <a:p>
            <a:pPr lvl="0"/>
            <a:r>
              <a:rPr lang="en-GB" noProof="0"/>
              <a:t>First Level</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Sixth level</a:t>
            </a:r>
          </a:p>
          <a:p>
            <a:pPr lvl="6"/>
            <a:r>
              <a:rPr lang="en-GB" noProof="0"/>
              <a:t>Seventh level</a:t>
            </a:r>
          </a:p>
          <a:p>
            <a:pPr lvl="7"/>
            <a:r>
              <a:rPr lang="en-GB" noProof="0"/>
              <a:t>Eight level</a:t>
            </a:r>
          </a:p>
          <a:p>
            <a:pPr lvl="8"/>
            <a:r>
              <a:rPr lang="en-GB" noProof="0"/>
              <a:t>Ninth level</a:t>
            </a:r>
          </a:p>
        </p:txBody>
      </p:sp>
      <p:sp>
        <p:nvSpPr>
          <p:cNvPr id="7" name="Content Placeholder 9">
            <a:extLst>
              <a:ext uri="{FF2B5EF4-FFF2-40B4-BE49-F238E27FC236}">
                <a16:creationId xmlns:a16="http://schemas.microsoft.com/office/drawing/2014/main" id="{B58182FC-7048-A405-B195-E0D04E47E89E}"/>
              </a:ext>
            </a:extLst>
          </p:cNvPr>
          <p:cNvSpPr>
            <a:spLocks noGrp="1"/>
          </p:cNvSpPr>
          <p:nvPr>
            <p:ph sz="quarter" idx="19" hasCustomPrompt="1"/>
          </p:nvPr>
        </p:nvSpPr>
        <p:spPr>
          <a:xfrm>
            <a:off x="6216650" y="1724025"/>
            <a:ext cx="5465763" cy="2008800"/>
          </a:xfrm>
          <a:prstGeom prst="rect">
            <a:avLst/>
          </a:prstGeom>
        </p:spPr>
        <p:txBody>
          <a:bodyPr/>
          <a:lstStyle/>
          <a:p>
            <a:pPr lvl="0"/>
            <a:r>
              <a:rPr lang="en-GB" noProof="0"/>
              <a:t>First Level</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Sixth level</a:t>
            </a:r>
          </a:p>
          <a:p>
            <a:pPr lvl="6"/>
            <a:r>
              <a:rPr lang="en-GB" noProof="0"/>
              <a:t>Seventh level</a:t>
            </a:r>
          </a:p>
          <a:p>
            <a:pPr lvl="7"/>
            <a:r>
              <a:rPr lang="en-GB" noProof="0"/>
              <a:t>Eight level</a:t>
            </a:r>
          </a:p>
          <a:p>
            <a:pPr lvl="8"/>
            <a:r>
              <a:rPr lang="en-GB" noProof="0"/>
              <a:t>Ninth level</a:t>
            </a:r>
          </a:p>
        </p:txBody>
      </p:sp>
      <p:sp>
        <p:nvSpPr>
          <p:cNvPr id="9" name="Content Placeholder 9">
            <a:extLst>
              <a:ext uri="{FF2B5EF4-FFF2-40B4-BE49-F238E27FC236}">
                <a16:creationId xmlns:a16="http://schemas.microsoft.com/office/drawing/2014/main" id="{E54E6207-E5F4-D68E-DFFD-B858CE2D706C}"/>
              </a:ext>
            </a:extLst>
          </p:cNvPr>
          <p:cNvSpPr>
            <a:spLocks noGrp="1"/>
          </p:cNvSpPr>
          <p:nvPr>
            <p:ph sz="quarter" idx="20" hasCustomPrompt="1"/>
          </p:nvPr>
        </p:nvSpPr>
        <p:spPr>
          <a:xfrm>
            <a:off x="508000" y="3976075"/>
            <a:ext cx="5465763" cy="2008800"/>
          </a:xfrm>
          <a:prstGeom prst="rect">
            <a:avLst/>
          </a:prstGeom>
        </p:spPr>
        <p:txBody>
          <a:bodyPr/>
          <a:lstStyle/>
          <a:p>
            <a:pPr lvl="0"/>
            <a:r>
              <a:rPr lang="en-GB" noProof="0"/>
              <a:t>First Level</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Sixth level</a:t>
            </a:r>
          </a:p>
          <a:p>
            <a:pPr lvl="6"/>
            <a:r>
              <a:rPr lang="en-GB" noProof="0"/>
              <a:t>Seventh level</a:t>
            </a:r>
          </a:p>
          <a:p>
            <a:pPr lvl="7"/>
            <a:r>
              <a:rPr lang="en-GB" noProof="0"/>
              <a:t>Eight level</a:t>
            </a:r>
          </a:p>
          <a:p>
            <a:pPr lvl="8"/>
            <a:r>
              <a:rPr lang="en-GB" noProof="0"/>
              <a:t>Ninth level</a:t>
            </a:r>
          </a:p>
        </p:txBody>
      </p:sp>
      <p:sp>
        <p:nvSpPr>
          <p:cNvPr id="12" name="Content Placeholder 9">
            <a:extLst>
              <a:ext uri="{FF2B5EF4-FFF2-40B4-BE49-F238E27FC236}">
                <a16:creationId xmlns:a16="http://schemas.microsoft.com/office/drawing/2014/main" id="{4098CF67-1F4F-0C4D-8CB9-082F291B534B}"/>
              </a:ext>
            </a:extLst>
          </p:cNvPr>
          <p:cNvSpPr>
            <a:spLocks noGrp="1"/>
          </p:cNvSpPr>
          <p:nvPr>
            <p:ph sz="quarter" idx="21" hasCustomPrompt="1"/>
          </p:nvPr>
        </p:nvSpPr>
        <p:spPr>
          <a:xfrm>
            <a:off x="6216650" y="3976075"/>
            <a:ext cx="5465763" cy="2008800"/>
          </a:xfrm>
          <a:prstGeom prst="rect">
            <a:avLst/>
          </a:prstGeom>
        </p:spPr>
        <p:txBody>
          <a:bodyPr/>
          <a:lstStyle/>
          <a:p>
            <a:pPr lvl="0"/>
            <a:r>
              <a:rPr lang="en-GB" noProof="0"/>
              <a:t>First Level</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Sixth level</a:t>
            </a:r>
          </a:p>
          <a:p>
            <a:pPr lvl="6"/>
            <a:r>
              <a:rPr lang="en-GB" noProof="0"/>
              <a:t>Seventh level</a:t>
            </a:r>
          </a:p>
          <a:p>
            <a:pPr lvl="7"/>
            <a:r>
              <a:rPr lang="en-GB" noProof="0"/>
              <a:t>Eight level</a:t>
            </a:r>
          </a:p>
          <a:p>
            <a:pPr lvl="8"/>
            <a:r>
              <a:rPr lang="en-GB" noProof="0"/>
              <a:t>Ninth level</a:t>
            </a:r>
          </a:p>
        </p:txBody>
      </p:sp>
      <p:sp>
        <p:nvSpPr>
          <p:cNvPr id="5" name="ChapterTitle">
            <a:extLst>
              <a:ext uri="{FF2B5EF4-FFF2-40B4-BE49-F238E27FC236}">
                <a16:creationId xmlns:a16="http://schemas.microsoft.com/office/drawing/2014/main" id="{DC3F23D7-1C46-904F-555E-3450F36B71A9}"/>
              </a:ext>
            </a:extLst>
          </p:cNvPr>
          <p:cNvSpPr>
            <a:spLocks noGrp="1"/>
          </p:cNvSpPr>
          <p:nvPr>
            <p:ph type="body" sz="quarter" idx="12" hasCustomPrompt="1"/>
          </p:nvPr>
        </p:nvSpPr>
        <p:spPr>
          <a:xfrm>
            <a:off x="508000" y="240853"/>
            <a:ext cx="5465763" cy="153888"/>
          </a:xfrm>
          <a:prstGeom prst="rect">
            <a:avLst/>
          </a:prstGeom>
        </p:spPr>
        <p:txBody>
          <a:bodyPr>
            <a:noAutofit/>
          </a:bodyPr>
          <a:lstStyle>
            <a:lvl1pPr marL="0" indent="0">
              <a:buFont typeface="Arial" panose="020B0604020202020204" pitchFamily="34" charset="0"/>
              <a:buNone/>
              <a:defRPr sz="1000" b="0" baseline="0">
                <a:latin typeface="+mn-lt"/>
              </a:defRPr>
            </a:lvl1pPr>
          </a:lstStyle>
          <a:p>
            <a:pPr lvl="0"/>
            <a:r>
              <a:rPr lang="en-GB"/>
              <a:t>Chapter title (optional)</a:t>
            </a:r>
          </a:p>
        </p:txBody>
      </p:sp>
    </p:spTree>
    <p:extLst>
      <p:ext uri="{BB962C8B-B14F-4D97-AF65-F5344CB8AC3E}">
        <p14:creationId xmlns:p14="http://schemas.microsoft.com/office/powerpoint/2010/main" val="122909163"/>
      </p:ext>
    </p:extLst>
  </p:cSld>
  <p:clrMapOvr>
    <a:masterClrMapping/>
  </p:clrMapOvr>
  <p:hf hd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ull width chart with text">
    <p:spTree>
      <p:nvGrpSpPr>
        <p:cNvPr id="1" name=""/>
        <p:cNvGrpSpPr/>
        <p:nvPr/>
      </p:nvGrpSpPr>
      <p:grpSpPr>
        <a:xfrm>
          <a:off x="0" y="0"/>
          <a:ext cx="0" cy="0"/>
          <a:chOff x="0" y="0"/>
          <a:chExt cx="0" cy="0"/>
        </a:xfrm>
      </p:grpSpPr>
      <p:sp>
        <p:nvSpPr>
          <p:cNvPr id="3" name="Title"/>
          <p:cNvSpPr>
            <a:spLocks noGrp="1"/>
          </p:cNvSpPr>
          <p:nvPr>
            <p:ph type="title"/>
          </p:nvPr>
        </p:nvSpPr>
        <p:spPr/>
        <p:txBody>
          <a:bodyPr/>
          <a:lstStyle/>
          <a:p>
            <a:r>
              <a:rPr lang="pt-BR"/>
              <a:t>Clique para editar o título Mestre</a:t>
            </a:r>
            <a:endParaRPr lang="en-GB"/>
          </a:p>
        </p:txBody>
      </p:sp>
      <p:sp>
        <p:nvSpPr>
          <p:cNvPr id="8" name="Content 1">
            <a:extLst>
              <a:ext uri="{FF2B5EF4-FFF2-40B4-BE49-F238E27FC236}">
                <a16:creationId xmlns:a16="http://schemas.microsoft.com/office/drawing/2014/main" id="{DF9A3A16-E5CB-D4CE-10AA-4A218B37787D}"/>
              </a:ext>
            </a:extLst>
          </p:cNvPr>
          <p:cNvSpPr>
            <a:spLocks noGrp="1"/>
          </p:cNvSpPr>
          <p:nvPr>
            <p:ph sz="quarter" idx="16" hasCustomPrompt="1"/>
          </p:nvPr>
        </p:nvSpPr>
        <p:spPr>
          <a:xfrm>
            <a:off x="508000" y="1724024"/>
            <a:ext cx="11176000" cy="2016000"/>
          </a:xfrm>
          <a:prstGeom prst="rect">
            <a:avLst/>
          </a:prstGeom>
        </p:spPr>
        <p:txBody>
          <a:bodyPr vert="horz" wrap="square" lIns="0" tIns="0" rIns="0" bIns="0" rtlCol="0" anchor="t" anchorCtr="0">
            <a:noAutofit/>
          </a:bodyPr>
          <a:lstStyle>
            <a:lvl1pPr>
              <a:defRPr lang="en-GB" dirty="0"/>
            </a:lvl1pPr>
            <a:lvl2pPr>
              <a:defRPr lang="en-GB" dirty="0"/>
            </a:lvl2pPr>
            <a:lvl3pPr>
              <a:defRPr lang="en-GB" dirty="0"/>
            </a:lvl3pPr>
            <a:lvl4pPr>
              <a:defRPr lang="en-GB" dirty="0"/>
            </a:lvl4pPr>
            <a:lvl5pPr>
              <a:defRPr lang="en-GB" dirty="0"/>
            </a:lvl5pPr>
            <a:lvl6pPr>
              <a:defRPr lang="en-GB" dirty="0"/>
            </a:lvl6pPr>
            <a:lvl7pPr>
              <a:defRPr lang="en-GB" dirty="0"/>
            </a:lvl7pPr>
            <a:lvl8pPr>
              <a:defRPr lang="en-GB" dirty="0"/>
            </a:lvl8pPr>
            <a:lvl9pPr>
              <a:defRPr lang="en-GB" dirty="0"/>
            </a:lvl9pPr>
          </a:lstStyle>
          <a:p>
            <a:pPr lvl="0"/>
            <a:r>
              <a:rPr lang="en-GB" noProof="0"/>
              <a:t>First Level</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Sixth level</a:t>
            </a:r>
          </a:p>
          <a:p>
            <a:pPr lvl="6"/>
            <a:r>
              <a:rPr lang="en-GB" noProof="0"/>
              <a:t>Seventh level</a:t>
            </a:r>
          </a:p>
          <a:p>
            <a:pPr lvl="7"/>
            <a:r>
              <a:rPr lang="en-GB" noProof="0"/>
              <a:t>Eight level</a:t>
            </a:r>
          </a:p>
          <a:p>
            <a:pPr lvl="8"/>
            <a:r>
              <a:rPr lang="en-GB" noProof="0"/>
              <a:t>Ninth level</a:t>
            </a:r>
          </a:p>
        </p:txBody>
      </p:sp>
      <p:sp>
        <p:nvSpPr>
          <p:cNvPr id="10" name="Content 2">
            <a:extLst>
              <a:ext uri="{FF2B5EF4-FFF2-40B4-BE49-F238E27FC236}">
                <a16:creationId xmlns:a16="http://schemas.microsoft.com/office/drawing/2014/main" id="{40779E53-31D9-0BD2-0477-5FE9986ECFB7}"/>
              </a:ext>
            </a:extLst>
          </p:cNvPr>
          <p:cNvSpPr>
            <a:spLocks noGrp="1"/>
          </p:cNvSpPr>
          <p:nvPr>
            <p:ph sz="quarter" idx="18" hasCustomPrompt="1"/>
          </p:nvPr>
        </p:nvSpPr>
        <p:spPr>
          <a:xfrm>
            <a:off x="508001" y="3968875"/>
            <a:ext cx="5465233" cy="2016000"/>
          </a:xfrm>
          <a:prstGeom prst="rect">
            <a:avLst/>
          </a:prstGeom>
        </p:spPr>
        <p:txBody>
          <a:bodyPr vert="horz" wrap="square" lIns="0" tIns="0" rIns="0" bIns="0" rtlCol="0" anchor="t" anchorCtr="0">
            <a:noAutofit/>
          </a:bodyPr>
          <a:lstStyle>
            <a:lvl1pPr>
              <a:defRPr lang="en-GB" dirty="0"/>
            </a:lvl1pPr>
            <a:lvl2pPr>
              <a:defRPr lang="en-GB" dirty="0"/>
            </a:lvl2pPr>
            <a:lvl3pPr>
              <a:defRPr lang="en-GB" dirty="0"/>
            </a:lvl3pPr>
            <a:lvl4pPr>
              <a:defRPr lang="en-GB" dirty="0"/>
            </a:lvl4pPr>
            <a:lvl5pPr>
              <a:defRPr lang="en-GB" dirty="0"/>
            </a:lvl5pPr>
            <a:lvl6pPr>
              <a:defRPr lang="en-GB" dirty="0"/>
            </a:lvl6pPr>
            <a:lvl7pPr>
              <a:defRPr lang="en-GB" dirty="0"/>
            </a:lvl7pPr>
            <a:lvl8pPr>
              <a:defRPr lang="en-GB" dirty="0"/>
            </a:lvl8pPr>
            <a:lvl9pPr>
              <a:defRPr lang="en-GB" dirty="0"/>
            </a:lvl9pPr>
          </a:lstStyle>
          <a:p>
            <a:pPr lvl="0"/>
            <a:r>
              <a:rPr lang="en-GB"/>
              <a:t>First Level</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 level</a:t>
            </a:r>
          </a:p>
          <a:p>
            <a:pPr lvl="8"/>
            <a:r>
              <a:rPr lang="en-GB"/>
              <a:t>Ninth level</a:t>
            </a:r>
          </a:p>
        </p:txBody>
      </p:sp>
      <p:sp>
        <p:nvSpPr>
          <p:cNvPr id="6" name="Content 3">
            <a:extLst>
              <a:ext uri="{FF2B5EF4-FFF2-40B4-BE49-F238E27FC236}">
                <a16:creationId xmlns:a16="http://schemas.microsoft.com/office/drawing/2014/main" id="{37CEA57B-1BF8-9925-E19E-D99C13EDB85B}"/>
              </a:ext>
            </a:extLst>
          </p:cNvPr>
          <p:cNvSpPr>
            <a:spLocks noGrp="1"/>
          </p:cNvSpPr>
          <p:nvPr>
            <p:ph sz="quarter" idx="19" hasCustomPrompt="1"/>
          </p:nvPr>
        </p:nvSpPr>
        <p:spPr>
          <a:xfrm>
            <a:off x="6218770" y="3968875"/>
            <a:ext cx="5465233" cy="2016000"/>
          </a:xfrm>
          <a:prstGeom prst="rect">
            <a:avLst/>
          </a:prstGeom>
        </p:spPr>
        <p:txBody>
          <a:bodyPr vert="horz" wrap="square" lIns="0" tIns="0" rIns="0" bIns="0" rtlCol="0" anchor="t" anchorCtr="0">
            <a:noAutofit/>
          </a:bodyPr>
          <a:lstStyle>
            <a:lvl1pPr>
              <a:defRPr lang="en-GB" dirty="0"/>
            </a:lvl1pPr>
            <a:lvl2pPr>
              <a:defRPr lang="en-GB" dirty="0"/>
            </a:lvl2pPr>
            <a:lvl3pPr>
              <a:defRPr lang="en-GB" dirty="0"/>
            </a:lvl3pPr>
            <a:lvl4pPr>
              <a:defRPr lang="en-GB" dirty="0"/>
            </a:lvl4pPr>
            <a:lvl5pPr>
              <a:defRPr lang="en-GB" dirty="0"/>
            </a:lvl5pPr>
            <a:lvl6pPr>
              <a:defRPr lang="en-GB" dirty="0"/>
            </a:lvl6pPr>
            <a:lvl7pPr>
              <a:defRPr lang="en-GB" dirty="0"/>
            </a:lvl7pPr>
            <a:lvl8pPr>
              <a:defRPr lang="en-GB" dirty="0"/>
            </a:lvl8pPr>
            <a:lvl9pPr>
              <a:defRPr lang="en-GB" dirty="0"/>
            </a:lvl9pPr>
          </a:lstStyle>
          <a:p>
            <a:pPr lvl="0"/>
            <a:r>
              <a:rPr lang="en-GB"/>
              <a:t>First Level</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 level</a:t>
            </a:r>
          </a:p>
          <a:p>
            <a:pPr lvl="8"/>
            <a:r>
              <a:rPr lang="en-GB"/>
              <a:t>Ninth level</a:t>
            </a:r>
          </a:p>
        </p:txBody>
      </p:sp>
      <p:sp>
        <p:nvSpPr>
          <p:cNvPr id="2" name="Footer">
            <a:extLst>
              <a:ext uri="{FF2B5EF4-FFF2-40B4-BE49-F238E27FC236}">
                <a16:creationId xmlns:a16="http://schemas.microsoft.com/office/drawing/2014/main" id="{683C24C6-493F-F7C7-F9FA-141AE1BE1DFE}"/>
              </a:ext>
            </a:extLst>
          </p:cNvPr>
          <p:cNvSpPr>
            <a:spLocks noGrp="1"/>
          </p:cNvSpPr>
          <p:nvPr>
            <p:ph type="ftr" sz="quarter" idx="20"/>
          </p:nvPr>
        </p:nvSpPr>
        <p:spPr>
          <a:xfrm>
            <a:off x="7210426" y="6460293"/>
            <a:ext cx="4032249" cy="143720"/>
          </a:xfrm>
          <a:prstGeom prst="rect">
            <a:avLst/>
          </a:prstGeom>
        </p:spPr>
        <p:txBody>
          <a:bodyPr/>
          <a:lstStyle/>
          <a:p>
            <a:endParaRPr lang="en-GB"/>
          </a:p>
        </p:txBody>
      </p:sp>
      <p:sp>
        <p:nvSpPr>
          <p:cNvPr id="7" name="SlideNumber">
            <a:extLst>
              <a:ext uri="{FF2B5EF4-FFF2-40B4-BE49-F238E27FC236}">
                <a16:creationId xmlns:a16="http://schemas.microsoft.com/office/drawing/2014/main" id="{E13A0AA5-2110-6A7B-BD9B-7C74713550A5}"/>
              </a:ext>
            </a:extLst>
          </p:cNvPr>
          <p:cNvSpPr>
            <a:spLocks noGrp="1"/>
          </p:cNvSpPr>
          <p:nvPr>
            <p:ph type="sldNum" sz="quarter" idx="21"/>
          </p:nvPr>
        </p:nvSpPr>
        <p:spPr>
          <a:xfrm>
            <a:off x="11412536" y="6460293"/>
            <a:ext cx="271463" cy="143720"/>
          </a:xfrm>
          <a:prstGeom prst="rect">
            <a:avLst/>
          </a:prstGeom>
        </p:spPr>
        <p:txBody>
          <a:bodyPr/>
          <a:lstStyle/>
          <a:p>
            <a:fld id="{1AB31D9B-80B6-41F8-B283-556E26E6158E}" type="slidenum">
              <a:rPr lang="en-GB"/>
              <a:pPr/>
              <a:t>‹nº›</a:t>
            </a:fld>
            <a:endParaRPr lang="en-GB"/>
          </a:p>
        </p:txBody>
      </p:sp>
      <p:sp>
        <p:nvSpPr>
          <p:cNvPr id="4" name="ChapterTitle">
            <a:extLst>
              <a:ext uri="{FF2B5EF4-FFF2-40B4-BE49-F238E27FC236}">
                <a16:creationId xmlns:a16="http://schemas.microsoft.com/office/drawing/2014/main" id="{924FE6FA-E133-FAE2-D347-B15317468F32}"/>
              </a:ext>
            </a:extLst>
          </p:cNvPr>
          <p:cNvSpPr>
            <a:spLocks noGrp="1"/>
          </p:cNvSpPr>
          <p:nvPr>
            <p:ph type="body" sz="quarter" idx="12" hasCustomPrompt="1"/>
          </p:nvPr>
        </p:nvSpPr>
        <p:spPr>
          <a:xfrm>
            <a:off x="508000" y="240853"/>
            <a:ext cx="5465763" cy="153888"/>
          </a:xfrm>
          <a:prstGeom prst="rect">
            <a:avLst/>
          </a:prstGeom>
        </p:spPr>
        <p:txBody>
          <a:bodyPr>
            <a:noAutofit/>
          </a:bodyPr>
          <a:lstStyle>
            <a:lvl1pPr marL="0" indent="0">
              <a:buFont typeface="Arial" panose="020B0604020202020204" pitchFamily="34" charset="0"/>
              <a:buNone/>
              <a:defRPr sz="1000" b="0" baseline="0">
                <a:latin typeface="+mn-lt"/>
              </a:defRPr>
            </a:lvl1pPr>
          </a:lstStyle>
          <a:p>
            <a:pPr lvl="0"/>
            <a:r>
              <a:rPr lang="en-GB"/>
              <a:t>Chapter title (optional)</a:t>
            </a:r>
          </a:p>
        </p:txBody>
      </p:sp>
    </p:spTree>
    <p:extLst>
      <p:ext uri="{BB962C8B-B14F-4D97-AF65-F5344CB8AC3E}">
        <p14:creationId xmlns:p14="http://schemas.microsoft.com/office/powerpoint/2010/main" val="273665178"/>
      </p:ext>
    </p:extLst>
  </p:cSld>
  <p:clrMapOvr>
    <a:masterClrMapping/>
  </p:clrMapOvr>
  <p:hf hd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sp>
        <p:nvSpPr>
          <p:cNvPr id="3" name="Title"/>
          <p:cNvSpPr>
            <a:spLocks noGrp="1"/>
          </p:cNvSpPr>
          <p:nvPr>
            <p:ph type="title"/>
          </p:nvPr>
        </p:nvSpPr>
        <p:spPr/>
        <p:txBody>
          <a:bodyPr/>
          <a:lstStyle/>
          <a:p>
            <a:r>
              <a:rPr lang="pt-BR"/>
              <a:t>Clique para editar o título Mestre</a:t>
            </a:r>
            <a:endParaRPr lang="en-GB"/>
          </a:p>
        </p:txBody>
      </p:sp>
      <p:sp>
        <p:nvSpPr>
          <p:cNvPr id="7" name="Content 1"/>
          <p:cNvSpPr>
            <a:spLocks noGrp="1"/>
          </p:cNvSpPr>
          <p:nvPr>
            <p:ph sz="quarter" idx="12" hasCustomPrompt="1"/>
          </p:nvPr>
        </p:nvSpPr>
        <p:spPr>
          <a:xfrm>
            <a:off x="508001" y="1724025"/>
            <a:ext cx="3562351" cy="4260849"/>
          </a:xfrm>
          <a:prstGeom prst="rect">
            <a:avLst/>
          </a:prstGeom>
        </p:spPr>
        <p:txBody>
          <a:bodyPr vert="horz" wrap="square" lIns="0" tIns="0" rIns="0" bIns="0" rtlCol="0" anchor="t" anchorCtr="0">
            <a:noAutofit/>
          </a:bodyPr>
          <a:lstStyle>
            <a:lvl1pPr>
              <a:defRPr lang="en-GB" dirty="0"/>
            </a:lvl1pPr>
            <a:lvl2pPr>
              <a:defRPr lang="en-GB" dirty="0"/>
            </a:lvl2pPr>
            <a:lvl3pPr>
              <a:defRPr lang="en-GB" dirty="0"/>
            </a:lvl3pPr>
            <a:lvl4pPr>
              <a:defRPr lang="en-GB" dirty="0"/>
            </a:lvl4pPr>
            <a:lvl5pPr>
              <a:defRPr lang="en-GB" dirty="0"/>
            </a:lvl5pPr>
            <a:lvl6pPr>
              <a:defRPr lang="en-GB" dirty="0"/>
            </a:lvl6pPr>
            <a:lvl7pPr>
              <a:defRPr lang="en-GB" dirty="0"/>
            </a:lvl7pPr>
            <a:lvl8pPr>
              <a:defRPr lang="en-GB" dirty="0"/>
            </a:lvl8pPr>
            <a:lvl9pPr>
              <a:defRPr lang="en-GB" dirty="0"/>
            </a:lvl9pPr>
          </a:lstStyle>
          <a:p>
            <a:pPr lvl="0"/>
            <a:r>
              <a:rPr lang="en-GB"/>
              <a:t>First Level</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 level</a:t>
            </a:r>
          </a:p>
          <a:p>
            <a:pPr lvl="8"/>
            <a:r>
              <a:rPr lang="en-GB"/>
              <a:t>Ninth level</a:t>
            </a:r>
          </a:p>
        </p:txBody>
      </p:sp>
      <p:sp>
        <p:nvSpPr>
          <p:cNvPr id="6" name="Content 2">
            <a:extLst>
              <a:ext uri="{FF2B5EF4-FFF2-40B4-BE49-F238E27FC236}">
                <a16:creationId xmlns:a16="http://schemas.microsoft.com/office/drawing/2014/main" id="{E86119EF-8777-30F3-9E63-01D4AD386DFA}"/>
              </a:ext>
            </a:extLst>
          </p:cNvPr>
          <p:cNvSpPr>
            <a:spLocks noGrp="1"/>
          </p:cNvSpPr>
          <p:nvPr>
            <p:ph sz="quarter" idx="15" hasCustomPrompt="1"/>
          </p:nvPr>
        </p:nvSpPr>
        <p:spPr>
          <a:xfrm>
            <a:off x="4314825" y="1724025"/>
            <a:ext cx="3562351" cy="4260849"/>
          </a:xfrm>
          <a:prstGeom prst="rect">
            <a:avLst/>
          </a:prstGeom>
        </p:spPr>
        <p:txBody>
          <a:bodyPr vert="horz" wrap="square" lIns="0" tIns="0" rIns="0" bIns="0" rtlCol="0" anchor="t" anchorCtr="0">
            <a:noAutofit/>
          </a:bodyPr>
          <a:lstStyle>
            <a:lvl1pPr>
              <a:defRPr lang="en-GB" dirty="0"/>
            </a:lvl1pPr>
            <a:lvl2pPr>
              <a:defRPr lang="en-GB" dirty="0"/>
            </a:lvl2pPr>
            <a:lvl3pPr>
              <a:defRPr lang="en-GB" dirty="0"/>
            </a:lvl3pPr>
            <a:lvl4pPr>
              <a:defRPr lang="en-GB" dirty="0"/>
            </a:lvl4pPr>
            <a:lvl5pPr>
              <a:defRPr lang="en-GB" dirty="0"/>
            </a:lvl5pPr>
            <a:lvl6pPr>
              <a:defRPr lang="en-GB" dirty="0"/>
            </a:lvl6pPr>
            <a:lvl7pPr>
              <a:defRPr lang="en-GB" dirty="0"/>
            </a:lvl7pPr>
            <a:lvl8pPr>
              <a:defRPr lang="en-GB" dirty="0"/>
            </a:lvl8pPr>
            <a:lvl9pPr>
              <a:defRPr lang="en-GB" dirty="0"/>
            </a:lvl9pPr>
          </a:lstStyle>
          <a:p>
            <a:pPr lvl="0"/>
            <a:r>
              <a:rPr lang="en-GB"/>
              <a:t>First Level</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 level</a:t>
            </a:r>
          </a:p>
          <a:p>
            <a:pPr lvl="8"/>
            <a:r>
              <a:rPr lang="en-GB"/>
              <a:t>Ninth level</a:t>
            </a:r>
          </a:p>
        </p:txBody>
      </p:sp>
      <p:sp>
        <p:nvSpPr>
          <p:cNvPr id="2" name="Content 3">
            <a:extLst>
              <a:ext uri="{FF2B5EF4-FFF2-40B4-BE49-F238E27FC236}">
                <a16:creationId xmlns:a16="http://schemas.microsoft.com/office/drawing/2014/main" id="{6177E45F-FC39-920F-EDA4-5D21BA3814C2}"/>
              </a:ext>
            </a:extLst>
          </p:cNvPr>
          <p:cNvSpPr>
            <a:spLocks noGrp="1"/>
          </p:cNvSpPr>
          <p:nvPr>
            <p:ph sz="quarter" idx="16" hasCustomPrompt="1"/>
          </p:nvPr>
        </p:nvSpPr>
        <p:spPr>
          <a:xfrm>
            <a:off x="8121650" y="1724025"/>
            <a:ext cx="3562351" cy="4260849"/>
          </a:xfrm>
          <a:prstGeom prst="rect">
            <a:avLst/>
          </a:prstGeom>
        </p:spPr>
        <p:txBody>
          <a:bodyPr vert="horz" wrap="square" lIns="0" tIns="0" rIns="0" bIns="0" rtlCol="0" anchor="t" anchorCtr="0">
            <a:noAutofit/>
          </a:bodyPr>
          <a:lstStyle>
            <a:lvl1pPr>
              <a:defRPr lang="en-GB" dirty="0"/>
            </a:lvl1pPr>
            <a:lvl2pPr>
              <a:defRPr lang="en-GB" dirty="0"/>
            </a:lvl2pPr>
            <a:lvl3pPr>
              <a:defRPr lang="en-GB" dirty="0"/>
            </a:lvl3pPr>
            <a:lvl4pPr>
              <a:defRPr lang="en-GB" dirty="0"/>
            </a:lvl4pPr>
            <a:lvl5pPr>
              <a:defRPr lang="en-GB" dirty="0"/>
            </a:lvl5pPr>
            <a:lvl6pPr>
              <a:defRPr lang="en-GB" dirty="0"/>
            </a:lvl6pPr>
            <a:lvl7pPr>
              <a:defRPr lang="en-GB" dirty="0"/>
            </a:lvl7pPr>
            <a:lvl8pPr>
              <a:defRPr lang="en-GB" dirty="0"/>
            </a:lvl8pPr>
            <a:lvl9pPr>
              <a:defRPr lang="en-GB" dirty="0"/>
            </a:lvl9pPr>
          </a:lstStyle>
          <a:p>
            <a:pPr lvl="0"/>
            <a:r>
              <a:rPr lang="en-GB"/>
              <a:t>First Level</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 level</a:t>
            </a:r>
          </a:p>
          <a:p>
            <a:pPr lvl="8"/>
            <a:r>
              <a:rPr lang="en-GB"/>
              <a:t>Ninth level</a:t>
            </a:r>
          </a:p>
        </p:txBody>
      </p:sp>
      <p:sp>
        <p:nvSpPr>
          <p:cNvPr id="4" name="ChapterTitle">
            <a:extLst>
              <a:ext uri="{FF2B5EF4-FFF2-40B4-BE49-F238E27FC236}">
                <a16:creationId xmlns:a16="http://schemas.microsoft.com/office/drawing/2014/main" id="{BB64059D-D651-19D4-F908-FB7AFBFE5D7E}"/>
              </a:ext>
            </a:extLst>
          </p:cNvPr>
          <p:cNvSpPr>
            <a:spLocks noGrp="1"/>
          </p:cNvSpPr>
          <p:nvPr>
            <p:ph type="body" sz="quarter" idx="19" hasCustomPrompt="1"/>
          </p:nvPr>
        </p:nvSpPr>
        <p:spPr>
          <a:xfrm>
            <a:off x="508000" y="240853"/>
            <a:ext cx="5465763" cy="153888"/>
          </a:xfrm>
          <a:prstGeom prst="rect">
            <a:avLst/>
          </a:prstGeom>
        </p:spPr>
        <p:txBody>
          <a:bodyPr>
            <a:noAutofit/>
          </a:bodyPr>
          <a:lstStyle>
            <a:lvl1pPr marL="0" indent="0">
              <a:buFont typeface="Arial" panose="020B0604020202020204" pitchFamily="34" charset="0"/>
              <a:buNone/>
              <a:defRPr sz="1000" b="0" baseline="0">
                <a:latin typeface="+mn-lt"/>
              </a:defRPr>
            </a:lvl1pPr>
          </a:lstStyle>
          <a:p>
            <a:pPr lvl="0"/>
            <a:r>
              <a:rPr lang="en-GB"/>
              <a:t>Chapter title (optional)</a:t>
            </a:r>
          </a:p>
        </p:txBody>
      </p:sp>
    </p:spTree>
    <p:extLst>
      <p:ext uri="{BB962C8B-B14F-4D97-AF65-F5344CB8AC3E}">
        <p14:creationId xmlns:p14="http://schemas.microsoft.com/office/powerpoint/2010/main" val="424196994"/>
      </p:ext>
    </p:extLst>
  </p:cSld>
  <p:clrMapOvr>
    <a:masterClrMapping/>
  </p:clrMapOvr>
  <p:hf hd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icture and two text columns">
    <p:spTree>
      <p:nvGrpSpPr>
        <p:cNvPr id="1" name=""/>
        <p:cNvGrpSpPr/>
        <p:nvPr/>
      </p:nvGrpSpPr>
      <p:grpSpPr>
        <a:xfrm>
          <a:off x="0" y="0"/>
          <a:ext cx="0" cy="0"/>
          <a:chOff x="0" y="0"/>
          <a:chExt cx="0" cy="0"/>
        </a:xfrm>
      </p:grpSpPr>
      <p:sp>
        <p:nvSpPr>
          <p:cNvPr id="3" name="Title"/>
          <p:cNvSpPr>
            <a:spLocks noGrp="1"/>
          </p:cNvSpPr>
          <p:nvPr>
            <p:ph type="title"/>
          </p:nvPr>
        </p:nvSpPr>
        <p:spPr/>
        <p:txBody>
          <a:bodyPr/>
          <a:lstStyle/>
          <a:p>
            <a:r>
              <a:rPr lang="pt-BR"/>
              <a:t>Clique para editar o título Mestre</a:t>
            </a:r>
            <a:endParaRPr lang="en-GB"/>
          </a:p>
        </p:txBody>
      </p:sp>
      <p:sp>
        <p:nvSpPr>
          <p:cNvPr id="10" name="Picture Placeholder 1">
            <a:extLst>
              <a:ext uri="{FF2B5EF4-FFF2-40B4-BE49-F238E27FC236}">
                <a16:creationId xmlns:a16="http://schemas.microsoft.com/office/drawing/2014/main" id="{34F2100D-0589-E637-9D34-885B448A0E2E}"/>
              </a:ext>
            </a:extLst>
          </p:cNvPr>
          <p:cNvSpPr>
            <a:spLocks noGrp="1"/>
          </p:cNvSpPr>
          <p:nvPr>
            <p:ph type="pic" sz="quarter" idx="18" hasCustomPrompt="1"/>
          </p:nvPr>
        </p:nvSpPr>
        <p:spPr>
          <a:xfrm>
            <a:off x="508001" y="1724025"/>
            <a:ext cx="3561293" cy="4263313"/>
          </a:xfrm>
          <a:custGeom>
            <a:avLst/>
            <a:gdLst>
              <a:gd name="connsiteX0" fmla="*/ 218331 w 3561293"/>
              <a:gd name="connsiteY0" fmla="*/ 0 h 4263313"/>
              <a:gd name="connsiteX1" fmla="*/ 1058669 w 3561293"/>
              <a:gd name="connsiteY1" fmla="*/ 0 h 4263313"/>
              <a:gd name="connsiteX2" fmla="*/ 2502626 w 3561293"/>
              <a:gd name="connsiteY2" fmla="*/ 0 h 4263313"/>
              <a:gd name="connsiteX3" fmla="*/ 3342964 w 3561293"/>
              <a:gd name="connsiteY3" fmla="*/ 0 h 4263313"/>
              <a:gd name="connsiteX4" fmla="*/ 3561293 w 3561293"/>
              <a:gd name="connsiteY4" fmla="*/ 218329 h 4263313"/>
              <a:gd name="connsiteX5" fmla="*/ 3560486 w 3561293"/>
              <a:gd name="connsiteY5" fmla="*/ 3276471 h 4263313"/>
              <a:gd name="connsiteX6" fmla="*/ 2573644 w 3561293"/>
              <a:gd name="connsiteY6" fmla="*/ 4263313 h 4263313"/>
              <a:gd name="connsiteX7" fmla="*/ 1733306 w 3561293"/>
              <a:gd name="connsiteY7" fmla="*/ 4263313 h 4263313"/>
              <a:gd name="connsiteX8" fmla="*/ 1058669 w 3561293"/>
              <a:gd name="connsiteY8" fmla="*/ 4263313 h 4263313"/>
              <a:gd name="connsiteX9" fmla="*/ 218331 w 3561293"/>
              <a:gd name="connsiteY9" fmla="*/ 4263313 h 4263313"/>
              <a:gd name="connsiteX10" fmla="*/ 2 w 3561293"/>
              <a:gd name="connsiteY10" fmla="*/ 4044984 h 4263313"/>
              <a:gd name="connsiteX11" fmla="*/ 0 w 3561293"/>
              <a:gd name="connsiteY11" fmla="*/ 1866343 h 4263313"/>
              <a:gd name="connsiteX12" fmla="*/ 2 w 3561293"/>
              <a:gd name="connsiteY12" fmla="*/ 1866303 h 4263313"/>
              <a:gd name="connsiteX13" fmla="*/ 2 w 3561293"/>
              <a:gd name="connsiteY13" fmla="*/ 218329 h 4263313"/>
              <a:gd name="connsiteX14" fmla="*/ 218331 w 3561293"/>
              <a:gd name="connsiteY14" fmla="*/ 0 h 4263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61293" h="4263313">
                <a:moveTo>
                  <a:pt x="218331" y="0"/>
                </a:moveTo>
                <a:lnTo>
                  <a:pt x="1058669" y="0"/>
                </a:lnTo>
                <a:lnTo>
                  <a:pt x="2502626" y="0"/>
                </a:lnTo>
                <a:lnTo>
                  <a:pt x="3342964" y="0"/>
                </a:lnTo>
                <a:cubicBezTo>
                  <a:pt x="3463544" y="0"/>
                  <a:pt x="3561293" y="97749"/>
                  <a:pt x="3561293" y="218329"/>
                </a:cubicBezTo>
                <a:cubicBezTo>
                  <a:pt x="3561024" y="1237710"/>
                  <a:pt x="3560754" y="2257091"/>
                  <a:pt x="3560486" y="3276471"/>
                </a:cubicBezTo>
                <a:cubicBezTo>
                  <a:pt x="3560486" y="3821488"/>
                  <a:pt x="3118661" y="4263313"/>
                  <a:pt x="2573644" y="4263313"/>
                </a:cubicBezTo>
                <a:lnTo>
                  <a:pt x="1733306" y="4263313"/>
                </a:lnTo>
                <a:lnTo>
                  <a:pt x="1058669" y="4263313"/>
                </a:lnTo>
                <a:lnTo>
                  <a:pt x="218331" y="4263313"/>
                </a:lnTo>
                <a:cubicBezTo>
                  <a:pt x="97751" y="4263313"/>
                  <a:pt x="2" y="4165564"/>
                  <a:pt x="2" y="4044984"/>
                </a:cubicBezTo>
                <a:cubicBezTo>
                  <a:pt x="1" y="3318770"/>
                  <a:pt x="1" y="2592557"/>
                  <a:pt x="0" y="1866343"/>
                </a:cubicBezTo>
                <a:cubicBezTo>
                  <a:pt x="1" y="1866329"/>
                  <a:pt x="1" y="1866316"/>
                  <a:pt x="2" y="1866303"/>
                </a:cubicBezTo>
                <a:lnTo>
                  <a:pt x="2" y="218329"/>
                </a:lnTo>
                <a:cubicBezTo>
                  <a:pt x="2" y="97749"/>
                  <a:pt x="97751" y="0"/>
                  <a:pt x="218331" y="0"/>
                </a:cubicBezTo>
                <a:close/>
              </a:path>
            </a:pathLst>
          </a:custGeom>
          <a:solidFill>
            <a:schemeClr val="bg2"/>
          </a:solidFill>
        </p:spPr>
        <p:txBody>
          <a:bodyPr vert="horz" wrap="square" lIns="0" tIns="0" rIns="0" bIns="0" rtlCol="0" anchor="t" anchorCtr="0">
            <a:noAutofit/>
          </a:bodyPr>
          <a:lstStyle>
            <a:lvl1pPr algn="ctr">
              <a:defRPr lang="en-GB" b="0"/>
            </a:lvl1pPr>
          </a:lstStyle>
          <a:p>
            <a:pPr lvl="0"/>
            <a:r>
              <a:rPr lang="en-GB"/>
              <a:t>To insert photo, please select placeholder, then access BrandCentral through the </a:t>
            </a:r>
            <a:r>
              <a:rPr lang="en-GB" err="1"/>
              <a:t>BrandCentral</a:t>
            </a:r>
            <a:r>
              <a:rPr lang="en-GB"/>
              <a:t> ribbon</a:t>
            </a:r>
          </a:p>
        </p:txBody>
      </p:sp>
      <p:sp>
        <p:nvSpPr>
          <p:cNvPr id="7" name="Content 1"/>
          <p:cNvSpPr>
            <a:spLocks noGrp="1"/>
          </p:cNvSpPr>
          <p:nvPr>
            <p:ph sz="quarter" idx="12" hasCustomPrompt="1"/>
          </p:nvPr>
        </p:nvSpPr>
        <p:spPr>
          <a:xfrm>
            <a:off x="4313767" y="1724025"/>
            <a:ext cx="3562351" cy="4260849"/>
          </a:xfrm>
          <a:prstGeom prst="rect">
            <a:avLst/>
          </a:prstGeom>
        </p:spPr>
        <p:txBody>
          <a:bodyPr vert="horz" wrap="square" lIns="0" tIns="0" rIns="0" bIns="0" rtlCol="0" anchor="t" anchorCtr="0">
            <a:noAutofit/>
          </a:bodyPr>
          <a:lstStyle>
            <a:lvl1pPr>
              <a:defRPr lang="en-GB" dirty="0"/>
            </a:lvl1pPr>
            <a:lvl2pPr>
              <a:defRPr lang="en-GB" dirty="0"/>
            </a:lvl2pPr>
            <a:lvl3pPr>
              <a:defRPr lang="en-GB" dirty="0"/>
            </a:lvl3pPr>
            <a:lvl4pPr>
              <a:defRPr lang="en-GB" dirty="0"/>
            </a:lvl4pPr>
            <a:lvl5pPr>
              <a:defRPr lang="en-GB" dirty="0"/>
            </a:lvl5pPr>
            <a:lvl6pPr>
              <a:defRPr lang="en-GB" dirty="0"/>
            </a:lvl6pPr>
            <a:lvl7pPr>
              <a:defRPr lang="en-GB" dirty="0"/>
            </a:lvl7pPr>
            <a:lvl8pPr>
              <a:defRPr lang="en-GB" dirty="0"/>
            </a:lvl8pPr>
            <a:lvl9pPr>
              <a:defRPr lang="en-GB" dirty="0"/>
            </a:lvl9pPr>
          </a:lstStyle>
          <a:p>
            <a:pPr lvl="0"/>
            <a:r>
              <a:rPr lang="en-GB" noProof="0"/>
              <a:t>First Level</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Sixth level</a:t>
            </a:r>
          </a:p>
          <a:p>
            <a:pPr lvl="6"/>
            <a:r>
              <a:rPr lang="en-GB" noProof="0"/>
              <a:t>Seventh level</a:t>
            </a:r>
          </a:p>
          <a:p>
            <a:pPr lvl="7"/>
            <a:r>
              <a:rPr lang="en-GB" noProof="0"/>
              <a:t>Eight level</a:t>
            </a:r>
          </a:p>
          <a:p>
            <a:pPr lvl="8"/>
            <a:r>
              <a:rPr lang="en-GB" noProof="0"/>
              <a:t>Ninth level</a:t>
            </a:r>
          </a:p>
        </p:txBody>
      </p:sp>
      <p:sp>
        <p:nvSpPr>
          <p:cNvPr id="6" name="Content 2">
            <a:extLst>
              <a:ext uri="{FF2B5EF4-FFF2-40B4-BE49-F238E27FC236}">
                <a16:creationId xmlns:a16="http://schemas.microsoft.com/office/drawing/2014/main" id="{E86119EF-8777-30F3-9E63-01D4AD386DFA}"/>
              </a:ext>
            </a:extLst>
          </p:cNvPr>
          <p:cNvSpPr>
            <a:spLocks noGrp="1"/>
          </p:cNvSpPr>
          <p:nvPr>
            <p:ph sz="quarter" idx="15" hasCustomPrompt="1"/>
          </p:nvPr>
        </p:nvSpPr>
        <p:spPr>
          <a:xfrm>
            <a:off x="8120591" y="1724025"/>
            <a:ext cx="3562351" cy="4260849"/>
          </a:xfrm>
          <a:prstGeom prst="rect">
            <a:avLst/>
          </a:prstGeom>
        </p:spPr>
        <p:txBody>
          <a:bodyPr vert="horz" wrap="square" lIns="0" tIns="0" rIns="0" bIns="0" rtlCol="0" anchor="t" anchorCtr="0">
            <a:noAutofit/>
          </a:bodyPr>
          <a:lstStyle>
            <a:lvl1pPr>
              <a:defRPr lang="en-GB" dirty="0"/>
            </a:lvl1pPr>
            <a:lvl2pPr>
              <a:defRPr lang="en-GB" dirty="0"/>
            </a:lvl2pPr>
            <a:lvl3pPr>
              <a:defRPr lang="en-GB" dirty="0"/>
            </a:lvl3pPr>
            <a:lvl4pPr>
              <a:defRPr lang="en-GB" dirty="0"/>
            </a:lvl4pPr>
            <a:lvl5pPr>
              <a:defRPr lang="en-GB" dirty="0"/>
            </a:lvl5pPr>
            <a:lvl6pPr>
              <a:defRPr lang="en-GB" dirty="0"/>
            </a:lvl6pPr>
            <a:lvl7pPr>
              <a:defRPr lang="en-GB" dirty="0"/>
            </a:lvl7pPr>
            <a:lvl8pPr>
              <a:defRPr lang="en-GB" dirty="0"/>
            </a:lvl8pPr>
            <a:lvl9pPr>
              <a:defRPr lang="en-GB" dirty="0"/>
            </a:lvl9pPr>
          </a:lstStyle>
          <a:p>
            <a:pPr lvl="0"/>
            <a:r>
              <a:rPr lang="en-GB" noProof="0"/>
              <a:t>First Level</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Sixth level</a:t>
            </a:r>
          </a:p>
          <a:p>
            <a:pPr lvl="6"/>
            <a:r>
              <a:rPr lang="en-GB" noProof="0"/>
              <a:t>Seventh level</a:t>
            </a:r>
          </a:p>
          <a:p>
            <a:pPr lvl="7"/>
            <a:r>
              <a:rPr lang="en-GB" noProof="0"/>
              <a:t>Eight level</a:t>
            </a:r>
          </a:p>
          <a:p>
            <a:pPr lvl="8"/>
            <a:r>
              <a:rPr lang="en-GB" noProof="0"/>
              <a:t>Ninth level</a:t>
            </a:r>
          </a:p>
        </p:txBody>
      </p:sp>
      <p:sp>
        <p:nvSpPr>
          <p:cNvPr id="4" name="ChapterTitle">
            <a:extLst>
              <a:ext uri="{FF2B5EF4-FFF2-40B4-BE49-F238E27FC236}">
                <a16:creationId xmlns:a16="http://schemas.microsoft.com/office/drawing/2014/main" id="{21F7A1D3-0E32-2DE2-B028-940E24AF4AF0}"/>
              </a:ext>
            </a:extLst>
          </p:cNvPr>
          <p:cNvSpPr>
            <a:spLocks noGrp="1"/>
          </p:cNvSpPr>
          <p:nvPr>
            <p:ph type="body" sz="quarter" idx="21" hasCustomPrompt="1"/>
          </p:nvPr>
        </p:nvSpPr>
        <p:spPr>
          <a:xfrm>
            <a:off x="508000" y="240853"/>
            <a:ext cx="5465763" cy="153888"/>
          </a:xfrm>
          <a:prstGeom prst="rect">
            <a:avLst/>
          </a:prstGeom>
        </p:spPr>
        <p:txBody>
          <a:bodyPr>
            <a:noAutofit/>
          </a:bodyPr>
          <a:lstStyle>
            <a:lvl1pPr marL="0" indent="0">
              <a:buFont typeface="Arial" panose="020B0604020202020204" pitchFamily="34" charset="0"/>
              <a:buNone/>
              <a:defRPr sz="1000" b="0" baseline="0">
                <a:latin typeface="+mn-lt"/>
              </a:defRPr>
            </a:lvl1pPr>
          </a:lstStyle>
          <a:p>
            <a:pPr lvl="0"/>
            <a:r>
              <a:rPr lang="en-GB"/>
              <a:t>Chapter title (optional)</a:t>
            </a:r>
          </a:p>
        </p:txBody>
      </p:sp>
    </p:spTree>
    <p:extLst>
      <p:ext uri="{BB962C8B-B14F-4D97-AF65-F5344CB8AC3E}">
        <p14:creationId xmlns:p14="http://schemas.microsoft.com/office/powerpoint/2010/main" val="559791145"/>
      </p:ext>
    </p:extLst>
  </p:cSld>
  <p:clrMapOvr>
    <a:masterClrMapping/>
  </p:clrMapOvr>
  <p:hf hd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Picture and two text columns and bottom space">
    <p:spTree>
      <p:nvGrpSpPr>
        <p:cNvPr id="1" name=""/>
        <p:cNvGrpSpPr/>
        <p:nvPr/>
      </p:nvGrpSpPr>
      <p:grpSpPr>
        <a:xfrm>
          <a:off x="0" y="0"/>
          <a:ext cx="0" cy="0"/>
          <a:chOff x="0" y="0"/>
          <a:chExt cx="0" cy="0"/>
        </a:xfrm>
      </p:grpSpPr>
      <p:sp>
        <p:nvSpPr>
          <p:cNvPr id="3" name="Title"/>
          <p:cNvSpPr>
            <a:spLocks noGrp="1"/>
          </p:cNvSpPr>
          <p:nvPr>
            <p:ph type="title"/>
          </p:nvPr>
        </p:nvSpPr>
        <p:spPr/>
        <p:txBody>
          <a:bodyPr/>
          <a:lstStyle/>
          <a:p>
            <a:r>
              <a:rPr lang="pt-BR"/>
              <a:t>Clique para editar o título Mestre</a:t>
            </a:r>
            <a:endParaRPr lang="en-GB"/>
          </a:p>
        </p:txBody>
      </p:sp>
      <p:sp>
        <p:nvSpPr>
          <p:cNvPr id="7" name="Content 1"/>
          <p:cNvSpPr>
            <a:spLocks noGrp="1"/>
          </p:cNvSpPr>
          <p:nvPr>
            <p:ph sz="quarter" idx="12" hasCustomPrompt="1"/>
          </p:nvPr>
        </p:nvSpPr>
        <p:spPr>
          <a:xfrm>
            <a:off x="508003" y="1724025"/>
            <a:ext cx="3562351" cy="2435225"/>
          </a:xfrm>
          <a:prstGeom prst="rect">
            <a:avLst/>
          </a:prstGeom>
        </p:spPr>
        <p:txBody>
          <a:bodyPr vert="horz" wrap="square" lIns="0" tIns="0" rIns="0" bIns="0" rtlCol="0" anchor="t" anchorCtr="0">
            <a:noAutofit/>
          </a:bodyPr>
          <a:lstStyle>
            <a:lvl1pPr>
              <a:defRPr lang="en-GB" dirty="0"/>
            </a:lvl1pPr>
            <a:lvl2pPr>
              <a:defRPr lang="en-GB" dirty="0"/>
            </a:lvl2pPr>
            <a:lvl3pPr>
              <a:defRPr lang="en-GB" dirty="0"/>
            </a:lvl3pPr>
            <a:lvl4pPr>
              <a:defRPr lang="en-GB" dirty="0"/>
            </a:lvl4pPr>
            <a:lvl5pPr>
              <a:defRPr lang="en-GB" dirty="0"/>
            </a:lvl5pPr>
            <a:lvl6pPr>
              <a:defRPr lang="en-GB" dirty="0"/>
            </a:lvl6pPr>
            <a:lvl7pPr>
              <a:defRPr lang="en-GB" dirty="0"/>
            </a:lvl7pPr>
            <a:lvl8pPr>
              <a:defRPr lang="en-GB" dirty="0"/>
            </a:lvl8pPr>
            <a:lvl9pPr>
              <a:defRPr lang="en-GB" dirty="0"/>
            </a:lvl9pPr>
          </a:lstStyle>
          <a:p>
            <a:pPr lvl="0"/>
            <a:r>
              <a:rPr lang="en-GB"/>
              <a:t>First Level</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 level</a:t>
            </a:r>
          </a:p>
          <a:p>
            <a:pPr lvl="8"/>
            <a:r>
              <a:rPr lang="en-GB"/>
              <a:t>Ninth level</a:t>
            </a:r>
          </a:p>
        </p:txBody>
      </p:sp>
      <p:sp>
        <p:nvSpPr>
          <p:cNvPr id="6" name="Content 2">
            <a:extLst>
              <a:ext uri="{FF2B5EF4-FFF2-40B4-BE49-F238E27FC236}">
                <a16:creationId xmlns:a16="http://schemas.microsoft.com/office/drawing/2014/main" id="{E86119EF-8777-30F3-9E63-01D4AD386DFA}"/>
              </a:ext>
            </a:extLst>
          </p:cNvPr>
          <p:cNvSpPr>
            <a:spLocks noGrp="1"/>
          </p:cNvSpPr>
          <p:nvPr>
            <p:ph sz="quarter" idx="15" hasCustomPrompt="1"/>
          </p:nvPr>
        </p:nvSpPr>
        <p:spPr>
          <a:xfrm>
            <a:off x="4314827" y="1724025"/>
            <a:ext cx="3562351" cy="2435225"/>
          </a:xfrm>
          <a:prstGeom prst="rect">
            <a:avLst/>
          </a:prstGeom>
        </p:spPr>
        <p:txBody>
          <a:bodyPr vert="horz" wrap="square" lIns="0" tIns="0" rIns="0" bIns="0" rtlCol="0" anchor="t" anchorCtr="0">
            <a:noAutofit/>
          </a:bodyPr>
          <a:lstStyle>
            <a:lvl1pPr>
              <a:defRPr lang="en-GB" dirty="0"/>
            </a:lvl1pPr>
            <a:lvl2pPr>
              <a:defRPr lang="en-GB" dirty="0"/>
            </a:lvl2pPr>
            <a:lvl3pPr>
              <a:defRPr lang="en-GB" dirty="0"/>
            </a:lvl3pPr>
            <a:lvl4pPr>
              <a:defRPr lang="en-GB" dirty="0"/>
            </a:lvl4pPr>
            <a:lvl5pPr>
              <a:defRPr lang="en-GB" dirty="0"/>
            </a:lvl5pPr>
            <a:lvl6pPr>
              <a:defRPr lang="en-GB" dirty="0"/>
            </a:lvl6pPr>
            <a:lvl7pPr>
              <a:defRPr lang="en-GB" dirty="0"/>
            </a:lvl7pPr>
            <a:lvl8pPr>
              <a:defRPr lang="en-GB" dirty="0"/>
            </a:lvl8pPr>
            <a:lvl9pPr>
              <a:defRPr lang="en-GB" dirty="0"/>
            </a:lvl9pPr>
          </a:lstStyle>
          <a:p>
            <a:pPr lvl="0"/>
            <a:r>
              <a:rPr lang="en-GB"/>
              <a:t>First Level</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 level</a:t>
            </a:r>
          </a:p>
          <a:p>
            <a:pPr lvl="8"/>
            <a:r>
              <a:rPr lang="en-GB"/>
              <a:t>Ninth level</a:t>
            </a:r>
          </a:p>
        </p:txBody>
      </p:sp>
      <p:sp>
        <p:nvSpPr>
          <p:cNvPr id="12" name="Picture Placeholder 1">
            <a:extLst>
              <a:ext uri="{FF2B5EF4-FFF2-40B4-BE49-F238E27FC236}">
                <a16:creationId xmlns:a16="http://schemas.microsoft.com/office/drawing/2014/main" id="{21B442E8-0380-3C1C-881D-356BB6C0A116}"/>
              </a:ext>
            </a:extLst>
          </p:cNvPr>
          <p:cNvSpPr>
            <a:spLocks noGrp="1"/>
          </p:cNvSpPr>
          <p:nvPr>
            <p:ph type="pic" sz="quarter" idx="21" hasCustomPrompt="1"/>
          </p:nvPr>
        </p:nvSpPr>
        <p:spPr>
          <a:xfrm>
            <a:off x="8120543" y="1724025"/>
            <a:ext cx="3560810" cy="2435225"/>
          </a:xfrm>
          <a:custGeom>
            <a:avLst/>
            <a:gdLst>
              <a:gd name="connsiteX0" fmla="*/ 218329 w 3560810"/>
              <a:gd name="connsiteY0" fmla="*/ 0 h 2435225"/>
              <a:gd name="connsiteX1" fmla="*/ 1058667 w 3560810"/>
              <a:gd name="connsiteY1" fmla="*/ 0 h 2435225"/>
              <a:gd name="connsiteX2" fmla="*/ 2502624 w 3560810"/>
              <a:gd name="connsiteY2" fmla="*/ 0 h 2435225"/>
              <a:gd name="connsiteX3" fmla="*/ 3342962 w 3560810"/>
              <a:gd name="connsiteY3" fmla="*/ 0 h 2435225"/>
              <a:gd name="connsiteX4" fmla="*/ 3556856 w 3560810"/>
              <a:gd name="connsiteY4" fmla="*/ 174328 h 2435225"/>
              <a:gd name="connsiteX5" fmla="*/ 3560810 w 3560810"/>
              <a:gd name="connsiteY5" fmla="*/ 213556 h 2435225"/>
              <a:gd name="connsiteX6" fmla="*/ 3560484 w 3560810"/>
              <a:gd name="connsiteY6" fmla="*/ 1448383 h 2435225"/>
              <a:gd name="connsiteX7" fmla="*/ 2573642 w 3560810"/>
              <a:gd name="connsiteY7" fmla="*/ 2435225 h 2435225"/>
              <a:gd name="connsiteX8" fmla="*/ 1733304 w 3560810"/>
              <a:gd name="connsiteY8" fmla="*/ 2435225 h 2435225"/>
              <a:gd name="connsiteX9" fmla="*/ 1058667 w 3560810"/>
              <a:gd name="connsiteY9" fmla="*/ 2435225 h 2435225"/>
              <a:gd name="connsiteX10" fmla="*/ 218329 w 3560810"/>
              <a:gd name="connsiteY10" fmla="*/ 2435225 h 2435225"/>
              <a:gd name="connsiteX11" fmla="*/ 0 w 3560810"/>
              <a:gd name="connsiteY11" fmla="*/ 2216896 h 2435225"/>
              <a:gd name="connsiteX12" fmla="*/ 0 w 3560810"/>
              <a:gd name="connsiteY12" fmla="*/ 1866310 h 2435225"/>
              <a:gd name="connsiteX13" fmla="*/ 0 w 3560810"/>
              <a:gd name="connsiteY13" fmla="*/ 1866303 h 2435225"/>
              <a:gd name="connsiteX14" fmla="*/ 0 w 3560810"/>
              <a:gd name="connsiteY14" fmla="*/ 218329 h 2435225"/>
              <a:gd name="connsiteX15" fmla="*/ 218329 w 3560810"/>
              <a:gd name="connsiteY15" fmla="*/ 0 h 2435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560810" h="2435225">
                <a:moveTo>
                  <a:pt x="218329" y="0"/>
                </a:moveTo>
                <a:lnTo>
                  <a:pt x="1058667" y="0"/>
                </a:lnTo>
                <a:lnTo>
                  <a:pt x="2502624" y="0"/>
                </a:lnTo>
                <a:lnTo>
                  <a:pt x="3342962" y="0"/>
                </a:lnTo>
                <a:cubicBezTo>
                  <a:pt x="3448470" y="0"/>
                  <a:pt x="3536497" y="74839"/>
                  <a:pt x="3556856" y="174328"/>
                </a:cubicBezTo>
                <a:lnTo>
                  <a:pt x="3560810" y="213556"/>
                </a:lnTo>
                <a:lnTo>
                  <a:pt x="3560484" y="1448383"/>
                </a:lnTo>
                <a:cubicBezTo>
                  <a:pt x="3560484" y="1993400"/>
                  <a:pt x="3118659" y="2435225"/>
                  <a:pt x="2573642" y="2435225"/>
                </a:cubicBezTo>
                <a:lnTo>
                  <a:pt x="1733304" y="2435225"/>
                </a:lnTo>
                <a:lnTo>
                  <a:pt x="1058667" y="2435225"/>
                </a:lnTo>
                <a:lnTo>
                  <a:pt x="218329" y="2435225"/>
                </a:lnTo>
                <a:cubicBezTo>
                  <a:pt x="97749" y="2435225"/>
                  <a:pt x="0" y="2337476"/>
                  <a:pt x="0" y="2216896"/>
                </a:cubicBezTo>
                <a:lnTo>
                  <a:pt x="0" y="1866310"/>
                </a:lnTo>
                <a:lnTo>
                  <a:pt x="0" y="1866303"/>
                </a:lnTo>
                <a:lnTo>
                  <a:pt x="0" y="218329"/>
                </a:lnTo>
                <a:cubicBezTo>
                  <a:pt x="0" y="97749"/>
                  <a:pt x="97749" y="0"/>
                  <a:pt x="218329" y="0"/>
                </a:cubicBezTo>
                <a:close/>
              </a:path>
            </a:pathLst>
          </a:custGeom>
          <a:solidFill>
            <a:schemeClr val="bg2"/>
          </a:solidFill>
        </p:spPr>
        <p:txBody>
          <a:bodyPr wrap="square">
            <a:noAutofit/>
          </a:bodyPr>
          <a:lstStyle>
            <a:lvl1pPr algn="ctr">
              <a:defRPr b="0"/>
            </a:lvl1pPr>
          </a:lstStyle>
          <a:p>
            <a:r>
              <a:rPr lang="en-GB"/>
              <a:t>To insert photo, please select placeholder, then access BrandCentral through the </a:t>
            </a:r>
            <a:r>
              <a:rPr lang="en-GB" err="1"/>
              <a:t>BrandCentral</a:t>
            </a:r>
            <a:r>
              <a:rPr lang="en-GB"/>
              <a:t> ribbon</a:t>
            </a:r>
          </a:p>
        </p:txBody>
      </p:sp>
      <p:sp>
        <p:nvSpPr>
          <p:cNvPr id="4" name="ChapterTitle">
            <a:extLst>
              <a:ext uri="{FF2B5EF4-FFF2-40B4-BE49-F238E27FC236}">
                <a16:creationId xmlns:a16="http://schemas.microsoft.com/office/drawing/2014/main" id="{E710332A-2F64-8EF3-2221-F66BB26E01E8}"/>
              </a:ext>
            </a:extLst>
          </p:cNvPr>
          <p:cNvSpPr>
            <a:spLocks noGrp="1"/>
          </p:cNvSpPr>
          <p:nvPr>
            <p:ph type="body" sz="quarter" idx="24" hasCustomPrompt="1"/>
          </p:nvPr>
        </p:nvSpPr>
        <p:spPr>
          <a:xfrm>
            <a:off x="508000" y="240853"/>
            <a:ext cx="5465763" cy="153888"/>
          </a:xfrm>
          <a:prstGeom prst="rect">
            <a:avLst/>
          </a:prstGeom>
        </p:spPr>
        <p:txBody>
          <a:bodyPr>
            <a:noAutofit/>
          </a:bodyPr>
          <a:lstStyle>
            <a:lvl1pPr marL="0" indent="0">
              <a:buFont typeface="Arial" panose="020B0604020202020204" pitchFamily="34" charset="0"/>
              <a:buNone/>
              <a:defRPr sz="1000" b="0" baseline="0">
                <a:latin typeface="+mn-lt"/>
              </a:defRPr>
            </a:lvl1pPr>
          </a:lstStyle>
          <a:p>
            <a:pPr lvl="0"/>
            <a:r>
              <a:rPr lang="en-GB"/>
              <a:t>Chapter title (optional)</a:t>
            </a:r>
          </a:p>
        </p:txBody>
      </p:sp>
    </p:spTree>
    <p:extLst>
      <p:ext uri="{BB962C8B-B14F-4D97-AF65-F5344CB8AC3E}">
        <p14:creationId xmlns:p14="http://schemas.microsoft.com/office/powerpoint/2010/main" val="1572897506"/>
      </p:ext>
    </p:extLst>
  </p:cSld>
  <p:clrMapOvr>
    <a:masterClrMapping/>
  </p:clrMapOvr>
  <p:hf hd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ree column pictures and text">
    <p:spTree>
      <p:nvGrpSpPr>
        <p:cNvPr id="1" name=""/>
        <p:cNvGrpSpPr/>
        <p:nvPr/>
      </p:nvGrpSpPr>
      <p:grpSpPr>
        <a:xfrm>
          <a:off x="0" y="0"/>
          <a:ext cx="0" cy="0"/>
          <a:chOff x="0" y="0"/>
          <a:chExt cx="0" cy="0"/>
        </a:xfrm>
      </p:grpSpPr>
      <p:sp>
        <p:nvSpPr>
          <p:cNvPr id="3" name="Title"/>
          <p:cNvSpPr>
            <a:spLocks noGrp="1"/>
          </p:cNvSpPr>
          <p:nvPr>
            <p:ph type="title"/>
          </p:nvPr>
        </p:nvSpPr>
        <p:spPr/>
        <p:txBody>
          <a:bodyPr/>
          <a:lstStyle/>
          <a:p>
            <a:r>
              <a:rPr lang="pt-BR"/>
              <a:t>Clique para editar o título Mestre</a:t>
            </a:r>
            <a:endParaRPr lang="en-GB"/>
          </a:p>
        </p:txBody>
      </p:sp>
      <p:sp>
        <p:nvSpPr>
          <p:cNvPr id="7" name="Content 1"/>
          <p:cNvSpPr>
            <a:spLocks noGrp="1"/>
          </p:cNvSpPr>
          <p:nvPr>
            <p:ph sz="quarter" idx="12" hasCustomPrompt="1"/>
          </p:nvPr>
        </p:nvSpPr>
        <p:spPr>
          <a:xfrm>
            <a:off x="508001" y="4159249"/>
            <a:ext cx="3562351" cy="1825626"/>
          </a:xfrm>
          <a:prstGeom prst="rect">
            <a:avLst/>
          </a:prstGeom>
        </p:spPr>
        <p:txBody>
          <a:bodyPr vert="horz" wrap="square" lIns="0" tIns="0" rIns="0" bIns="0" rtlCol="0" anchor="t" anchorCtr="0">
            <a:noAutofit/>
          </a:bodyPr>
          <a:lstStyle>
            <a:lvl1pPr>
              <a:defRPr lang="en-GB" dirty="0"/>
            </a:lvl1pPr>
            <a:lvl2pPr>
              <a:defRPr lang="en-GB" dirty="0"/>
            </a:lvl2pPr>
            <a:lvl3pPr>
              <a:defRPr lang="en-GB" dirty="0"/>
            </a:lvl3pPr>
            <a:lvl4pPr>
              <a:defRPr lang="en-GB" dirty="0"/>
            </a:lvl4pPr>
            <a:lvl5pPr>
              <a:defRPr lang="en-GB" dirty="0"/>
            </a:lvl5pPr>
            <a:lvl6pPr>
              <a:defRPr lang="en-GB" dirty="0"/>
            </a:lvl6pPr>
            <a:lvl7pPr>
              <a:defRPr lang="en-GB" dirty="0"/>
            </a:lvl7pPr>
            <a:lvl8pPr>
              <a:defRPr lang="en-GB" dirty="0"/>
            </a:lvl8pPr>
            <a:lvl9pPr>
              <a:defRPr lang="en-GB" dirty="0"/>
            </a:lvl9pPr>
          </a:lstStyle>
          <a:p>
            <a:pPr lvl="0"/>
            <a:r>
              <a:rPr lang="en-GB"/>
              <a:t>First Level</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 level</a:t>
            </a:r>
          </a:p>
          <a:p>
            <a:pPr lvl="8"/>
            <a:r>
              <a:rPr lang="en-GB"/>
              <a:t>Ninth level</a:t>
            </a:r>
          </a:p>
        </p:txBody>
      </p:sp>
      <p:sp>
        <p:nvSpPr>
          <p:cNvPr id="9" name="Picture Placeholder 1">
            <a:extLst>
              <a:ext uri="{FF2B5EF4-FFF2-40B4-BE49-F238E27FC236}">
                <a16:creationId xmlns:a16="http://schemas.microsoft.com/office/drawing/2014/main" id="{3D3DB0AB-9BFF-CD61-DB1D-CDEE17051B5E}"/>
              </a:ext>
            </a:extLst>
          </p:cNvPr>
          <p:cNvSpPr>
            <a:spLocks noGrp="1"/>
          </p:cNvSpPr>
          <p:nvPr>
            <p:ph type="pic" sz="quarter" idx="17" hasCustomPrompt="1"/>
          </p:nvPr>
        </p:nvSpPr>
        <p:spPr>
          <a:xfrm>
            <a:off x="507999" y="1724025"/>
            <a:ext cx="3562351" cy="2190750"/>
          </a:xfrm>
          <a:prstGeom prst="rect">
            <a:avLst/>
          </a:prstGeom>
          <a:solidFill>
            <a:schemeClr val="bg2"/>
          </a:solidFill>
        </p:spPr>
        <p:txBody>
          <a:bodyPr vert="horz" wrap="square" lIns="0" tIns="0" rIns="0" bIns="0" rtlCol="0" anchor="t" anchorCtr="0">
            <a:noAutofit/>
          </a:bodyPr>
          <a:lstStyle>
            <a:lvl1pPr algn="ctr">
              <a:defRPr lang="en-GB" sz="1600" b="0"/>
            </a:lvl1pPr>
            <a:lvl2pPr algn="ctr">
              <a:defRPr/>
            </a:lvl2pPr>
            <a:lvl3pPr algn="ctr">
              <a:defRPr/>
            </a:lvl3pPr>
            <a:lvl4pPr algn="ctr">
              <a:defRPr/>
            </a:lvl4pPr>
            <a:lvl5pPr algn="ctr">
              <a:defRPr/>
            </a:lvl5pPr>
            <a:lvl6pPr algn="ctr">
              <a:defRPr/>
            </a:lvl6pPr>
            <a:lvl7pPr algn="ctr">
              <a:defRPr/>
            </a:lvl7pPr>
            <a:lvl8pPr algn="ctr">
              <a:defRPr/>
            </a:lvl8pPr>
            <a:lvl9pPr algn="ctr">
              <a:defRPr/>
            </a:lvl9pPr>
          </a:lstStyle>
          <a:p>
            <a:pPr lvl="0"/>
            <a:r>
              <a:rPr lang="en-GB"/>
              <a:t>To insert photo, please select placeholder, then access </a:t>
            </a:r>
            <a:r>
              <a:rPr lang="en-GB" err="1"/>
              <a:t>BrandCentral</a:t>
            </a:r>
            <a:r>
              <a:rPr lang="en-GB"/>
              <a:t> through the </a:t>
            </a:r>
            <a:r>
              <a:rPr lang="en-GB" err="1"/>
              <a:t>BrandCentral</a:t>
            </a:r>
            <a:r>
              <a:rPr lang="en-GB"/>
              <a:t> ribbon</a:t>
            </a:r>
          </a:p>
        </p:txBody>
      </p:sp>
      <p:sp>
        <p:nvSpPr>
          <p:cNvPr id="6" name="Content 2">
            <a:extLst>
              <a:ext uri="{FF2B5EF4-FFF2-40B4-BE49-F238E27FC236}">
                <a16:creationId xmlns:a16="http://schemas.microsoft.com/office/drawing/2014/main" id="{E86119EF-8777-30F3-9E63-01D4AD386DFA}"/>
              </a:ext>
            </a:extLst>
          </p:cNvPr>
          <p:cNvSpPr>
            <a:spLocks noGrp="1"/>
          </p:cNvSpPr>
          <p:nvPr>
            <p:ph sz="quarter" idx="15" hasCustomPrompt="1"/>
          </p:nvPr>
        </p:nvSpPr>
        <p:spPr>
          <a:xfrm>
            <a:off x="4314825" y="4159249"/>
            <a:ext cx="3562351" cy="1825626"/>
          </a:xfrm>
          <a:prstGeom prst="rect">
            <a:avLst/>
          </a:prstGeom>
        </p:spPr>
        <p:txBody>
          <a:bodyPr vert="horz" wrap="square" lIns="0" tIns="0" rIns="0" bIns="0" rtlCol="0" anchor="t" anchorCtr="0">
            <a:noAutofit/>
          </a:bodyPr>
          <a:lstStyle>
            <a:lvl1pPr>
              <a:defRPr lang="en-GB" dirty="0"/>
            </a:lvl1pPr>
            <a:lvl2pPr>
              <a:defRPr lang="en-GB" dirty="0"/>
            </a:lvl2pPr>
            <a:lvl3pPr>
              <a:defRPr lang="en-GB" dirty="0"/>
            </a:lvl3pPr>
            <a:lvl4pPr>
              <a:defRPr lang="en-GB" dirty="0"/>
            </a:lvl4pPr>
            <a:lvl5pPr>
              <a:defRPr lang="en-GB" dirty="0"/>
            </a:lvl5pPr>
            <a:lvl6pPr>
              <a:defRPr lang="en-GB" dirty="0"/>
            </a:lvl6pPr>
            <a:lvl7pPr>
              <a:defRPr lang="en-GB" dirty="0"/>
            </a:lvl7pPr>
            <a:lvl8pPr>
              <a:defRPr lang="en-GB" dirty="0"/>
            </a:lvl8pPr>
            <a:lvl9pPr>
              <a:defRPr lang="en-GB" dirty="0"/>
            </a:lvl9pPr>
          </a:lstStyle>
          <a:p>
            <a:pPr lvl="0"/>
            <a:r>
              <a:rPr lang="en-GB"/>
              <a:t>First Level</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 level</a:t>
            </a:r>
          </a:p>
          <a:p>
            <a:pPr lvl="8"/>
            <a:r>
              <a:rPr lang="en-GB"/>
              <a:t>Ninth level</a:t>
            </a:r>
          </a:p>
        </p:txBody>
      </p:sp>
      <p:sp>
        <p:nvSpPr>
          <p:cNvPr id="10" name="Picture Placeholder 2">
            <a:extLst>
              <a:ext uri="{FF2B5EF4-FFF2-40B4-BE49-F238E27FC236}">
                <a16:creationId xmlns:a16="http://schemas.microsoft.com/office/drawing/2014/main" id="{1025AE66-BD18-C353-03B1-F027E9D58750}"/>
              </a:ext>
            </a:extLst>
          </p:cNvPr>
          <p:cNvSpPr>
            <a:spLocks noGrp="1"/>
          </p:cNvSpPr>
          <p:nvPr>
            <p:ph type="pic" sz="quarter" idx="18" hasCustomPrompt="1"/>
          </p:nvPr>
        </p:nvSpPr>
        <p:spPr>
          <a:xfrm>
            <a:off x="4313767" y="1724025"/>
            <a:ext cx="3562351" cy="2190750"/>
          </a:xfrm>
          <a:prstGeom prst="rect">
            <a:avLst/>
          </a:prstGeom>
          <a:solidFill>
            <a:schemeClr val="bg2"/>
          </a:solidFill>
        </p:spPr>
        <p:txBody>
          <a:bodyPr vert="horz" wrap="square" lIns="0" tIns="0" rIns="0" bIns="0" rtlCol="0" anchor="t" anchorCtr="0">
            <a:noAutofit/>
          </a:bodyPr>
          <a:lstStyle>
            <a:lvl1pPr algn="ctr">
              <a:defRPr lang="en-GB" sz="1600" b="0"/>
            </a:lvl1pPr>
            <a:lvl2pPr algn="ctr">
              <a:defRPr/>
            </a:lvl2pPr>
            <a:lvl3pPr algn="ctr">
              <a:defRPr/>
            </a:lvl3pPr>
            <a:lvl4pPr algn="ctr">
              <a:defRPr/>
            </a:lvl4pPr>
            <a:lvl5pPr algn="ctr">
              <a:defRPr/>
            </a:lvl5pPr>
            <a:lvl6pPr algn="ctr">
              <a:defRPr/>
            </a:lvl6pPr>
            <a:lvl7pPr algn="ctr">
              <a:defRPr/>
            </a:lvl7pPr>
            <a:lvl8pPr algn="ctr">
              <a:defRPr/>
            </a:lvl8pPr>
            <a:lvl9pPr algn="ctr">
              <a:defRPr/>
            </a:lvl9pPr>
          </a:lstStyle>
          <a:p>
            <a:pPr lvl="0"/>
            <a:r>
              <a:rPr lang="en-GB"/>
              <a:t>To insert photo, please select placeholder, then access </a:t>
            </a:r>
            <a:r>
              <a:rPr lang="en-GB" err="1"/>
              <a:t>BrandCentral</a:t>
            </a:r>
            <a:r>
              <a:rPr lang="en-GB"/>
              <a:t> through the </a:t>
            </a:r>
            <a:r>
              <a:rPr lang="en-GB" err="1"/>
              <a:t>BrandCentral</a:t>
            </a:r>
            <a:r>
              <a:rPr lang="en-GB"/>
              <a:t> ribbon</a:t>
            </a:r>
          </a:p>
        </p:txBody>
      </p:sp>
      <p:sp>
        <p:nvSpPr>
          <p:cNvPr id="2" name="Content 3">
            <a:extLst>
              <a:ext uri="{FF2B5EF4-FFF2-40B4-BE49-F238E27FC236}">
                <a16:creationId xmlns:a16="http://schemas.microsoft.com/office/drawing/2014/main" id="{6177E45F-FC39-920F-EDA4-5D21BA3814C2}"/>
              </a:ext>
            </a:extLst>
          </p:cNvPr>
          <p:cNvSpPr>
            <a:spLocks noGrp="1"/>
          </p:cNvSpPr>
          <p:nvPr>
            <p:ph sz="quarter" idx="16" hasCustomPrompt="1"/>
          </p:nvPr>
        </p:nvSpPr>
        <p:spPr>
          <a:xfrm>
            <a:off x="8121650" y="4159249"/>
            <a:ext cx="3562351" cy="1825626"/>
          </a:xfrm>
          <a:prstGeom prst="rect">
            <a:avLst/>
          </a:prstGeom>
        </p:spPr>
        <p:txBody>
          <a:bodyPr vert="horz" wrap="square" lIns="0" tIns="0" rIns="0" bIns="0" rtlCol="0" anchor="t" anchorCtr="0">
            <a:noAutofit/>
          </a:bodyPr>
          <a:lstStyle>
            <a:lvl1pPr>
              <a:defRPr lang="en-GB" dirty="0"/>
            </a:lvl1pPr>
            <a:lvl2pPr>
              <a:defRPr lang="en-GB" dirty="0"/>
            </a:lvl2pPr>
            <a:lvl3pPr>
              <a:defRPr lang="en-GB" dirty="0"/>
            </a:lvl3pPr>
            <a:lvl4pPr>
              <a:defRPr lang="en-GB" dirty="0"/>
            </a:lvl4pPr>
            <a:lvl5pPr>
              <a:defRPr lang="en-GB" dirty="0"/>
            </a:lvl5pPr>
            <a:lvl6pPr>
              <a:defRPr lang="en-GB" dirty="0"/>
            </a:lvl6pPr>
            <a:lvl7pPr>
              <a:defRPr lang="en-GB" dirty="0"/>
            </a:lvl7pPr>
            <a:lvl8pPr>
              <a:defRPr lang="en-GB" dirty="0"/>
            </a:lvl8pPr>
            <a:lvl9pPr>
              <a:defRPr lang="en-GB" dirty="0"/>
            </a:lvl9pPr>
          </a:lstStyle>
          <a:p>
            <a:pPr lvl="0"/>
            <a:r>
              <a:rPr lang="en-GB"/>
              <a:t>First Level</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 level</a:t>
            </a:r>
          </a:p>
          <a:p>
            <a:pPr lvl="8"/>
            <a:r>
              <a:rPr lang="en-GB"/>
              <a:t>Ninth level</a:t>
            </a:r>
          </a:p>
        </p:txBody>
      </p:sp>
      <p:sp>
        <p:nvSpPr>
          <p:cNvPr id="11" name="Picture Placeholder 3">
            <a:extLst>
              <a:ext uri="{FF2B5EF4-FFF2-40B4-BE49-F238E27FC236}">
                <a16:creationId xmlns:a16="http://schemas.microsoft.com/office/drawing/2014/main" id="{C892E4BA-5711-DFCF-4D73-431C6B13084B}"/>
              </a:ext>
            </a:extLst>
          </p:cNvPr>
          <p:cNvSpPr>
            <a:spLocks noGrp="1"/>
          </p:cNvSpPr>
          <p:nvPr>
            <p:ph type="pic" sz="quarter" idx="19" hasCustomPrompt="1"/>
          </p:nvPr>
        </p:nvSpPr>
        <p:spPr>
          <a:xfrm>
            <a:off x="8121650" y="1724025"/>
            <a:ext cx="3562351" cy="2190750"/>
          </a:xfrm>
          <a:prstGeom prst="rect">
            <a:avLst/>
          </a:prstGeom>
          <a:solidFill>
            <a:schemeClr val="bg2"/>
          </a:solidFill>
        </p:spPr>
        <p:txBody>
          <a:bodyPr vert="horz" wrap="square" lIns="0" tIns="0" rIns="0" bIns="0" rtlCol="0" anchor="t" anchorCtr="0">
            <a:noAutofit/>
          </a:bodyPr>
          <a:lstStyle>
            <a:lvl1pPr algn="ctr">
              <a:defRPr lang="en-GB" sz="1600" b="0"/>
            </a:lvl1pPr>
            <a:lvl2pPr algn="ctr">
              <a:defRPr/>
            </a:lvl2pPr>
            <a:lvl3pPr algn="ctr">
              <a:defRPr/>
            </a:lvl3pPr>
            <a:lvl4pPr algn="ctr">
              <a:defRPr/>
            </a:lvl4pPr>
            <a:lvl5pPr algn="ctr">
              <a:defRPr/>
            </a:lvl5pPr>
            <a:lvl6pPr algn="ctr">
              <a:defRPr/>
            </a:lvl6pPr>
            <a:lvl7pPr algn="ctr">
              <a:defRPr/>
            </a:lvl7pPr>
            <a:lvl8pPr algn="ctr">
              <a:defRPr/>
            </a:lvl8pPr>
            <a:lvl9pPr algn="ctr">
              <a:defRPr/>
            </a:lvl9pPr>
          </a:lstStyle>
          <a:p>
            <a:pPr lvl="0"/>
            <a:r>
              <a:rPr lang="en-GB"/>
              <a:t>To insert photo, please select placeholder, then access </a:t>
            </a:r>
            <a:r>
              <a:rPr lang="en-GB" err="1"/>
              <a:t>BrandCentral</a:t>
            </a:r>
            <a:r>
              <a:rPr lang="en-GB"/>
              <a:t> through the </a:t>
            </a:r>
            <a:r>
              <a:rPr lang="en-GB" err="1"/>
              <a:t>BrandCentral</a:t>
            </a:r>
            <a:r>
              <a:rPr lang="en-GB"/>
              <a:t> ribbon</a:t>
            </a:r>
          </a:p>
        </p:txBody>
      </p:sp>
      <p:sp>
        <p:nvSpPr>
          <p:cNvPr id="4" name="ChapterTitle">
            <a:extLst>
              <a:ext uri="{FF2B5EF4-FFF2-40B4-BE49-F238E27FC236}">
                <a16:creationId xmlns:a16="http://schemas.microsoft.com/office/drawing/2014/main" id="{A9380B20-A01A-B615-E4AE-6E0247952D61}"/>
              </a:ext>
            </a:extLst>
          </p:cNvPr>
          <p:cNvSpPr>
            <a:spLocks noGrp="1"/>
          </p:cNvSpPr>
          <p:nvPr>
            <p:ph type="body" sz="quarter" idx="22" hasCustomPrompt="1"/>
          </p:nvPr>
        </p:nvSpPr>
        <p:spPr>
          <a:xfrm>
            <a:off x="508000" y="240853"/>
            <a:ext cx="5465763" cy="153888"/>
          </a:xfrm>
          <a:prstGeom prst="rect">
            <a:avLst/>
          </a:prstGeom>
        </p:spPr>
        <p:txBody>
          <a:bodyPr>
            <a:noAutofit/>
          </a:bodyPr>
          <a:lstStyle>
            <a:lvl1pPr marL="0" indent="0">
              <a:buFont typeface="Arial" panose="020B0604020202020204" pitchFamily="34" charset="0"/>
              <a:buNone/>
              <a:defRPr sz="1000" b="0" baseline="0">
                <a:latin typeface="+mn-lt"/>
              </a:defRPr>
            </a:lvl1pPr>
          </a:lstStyle>
          <a:p>
            <a:pPr lvl="0"/>
            <a:r>
              <a:rPr lang="en-GB"/>
              <a:t>Chapter title (optional)</a:t>
            </a:r>
          </a:p>
        </p:txBody>
      </p:sp>
    </p:spTree>
    <p:extLst>
      <p:ext uri="{BB962C8B-B14F-4D97-AF65-F5344CB8AC3E}">
        <p14:creationId xmlns:p14="http://schemas.microsoft.com/office/powerpoint/2010/main" val="2875895180"/>
      </p:ext>
    </p:extLst>
  </p:cSld>
  <p:clrMapOvr>
    <a:masterClrMapping/>
  </p:clrMapOvr>
  <p:hf hd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Four column pictures and text">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C6F474FC-E4EB-CD83-0A4F-AD1662ACD32C}"/>
              </a:ext>
            </a:extLst>
          </p:cNvPr>
          <p:cNvSpPr>
            <a:spLocks noGrp="1"/>
          </p:cNvSpPr>
          <p:nvPr>
            <p:ph type="title"/>
          </p:nvPr>
        </p:nvSpPr>
        <p:spPr/>
        <p:txBody>
          <a:bodyPr/>
          <a:lstStyle/>
          <a:p>
            <a:r>
              <a:rPr lang="pt-BR"/>
              <a:t>Clique para editar o título Mestre</a:t>
            </a:r>
            <a:endParaRPr lang="en-GB"/>
          </a:p>
        </p:txBody>
      </p:sp>
      <p:sp>
        <p:nvSpPr>
          <p:cNvPr id="12" name="Content 1">
            <a:extLst>
              <a:ext uri="{FF2B5EF4-FFF2-40B4-BE49-F238E27FC236}">
                <a16:creationId xmlns:a16="http://schemas.microsoft.com/office/drawing/2014/main" id="{BAECF42E-FD59-D809-A82F-B2E219E4B112}"/>
              </a:ext>
            </a:extLst>
          </p:cNvPr>
          <p:cNvSpPr>
            <a:spLocks noGrp="1"/>
          </p:cNvSpPr>
          <p:nvPr>
            <p:ph sz="quarter" idx="15" hasCustomPrompt="1"/>
          </p:nvPr>
        </p:nvSpPr>
        <p:spPr>
          <a:xfrm>
            <a:off x="508001" y="2924175"/>
            <a:ext cx="2609851" cy="3060699"/>
          </a:xfrm>
          <a:prstGeom prst="rect">
            <a:avLst/>
          </a:prstGeom>
        </p:spPr>
        <p:txBody>
          <a:bodyPr vert="horz" wrap="square" lIns="0" tIns="0" rIns="0" bIns="0" rtlCol="0" anchor="t" anchorCtr="0">
            <a:noAutofit/>
          </a:bodyPr>
          <a:lstStyle>
            <a:lvl1pPr>
              <a:defRPr lang="en-GB" dirty="0"/>
            </a:lvl1pPr>
            <a:lvl2pPr>
              <a:defRPr lang="en-GB" dirty="0"/>
            </a:lvl2pPr>
            <a:lvl3pPr>
              <a:defRPr lang="en-GB" dirty="0"/>
            </a:lvl3pPr>
            <a:lvl4pPr>
              <a:defRPr lang="en-GB" dirty="0"/>
            </a:lvl4pPr>
            <a:lvl5pPr>
              <a:defRPr lang="en-GB" dirty="0"/>
            </a:lvl5pPr>
            <a:lvl6pPr>
              <a:defRPr lang="en-GB" dirty="0"/>
            </a:lvl6pPr>
            <a:lvl7pPr>
              <a:defRPr lang="en-GB" dirty="0"/>
            </a:lvl7pPr>
            <a:lvl8pPr>
              <a:defRPr lang="en-GB" dirty="0"/>
            </a:lvl8pPr>
            <a:lvl9pPr>
              <a:defRPr lang="en-GB" dirty="0"/>
            </a:lvl9pPr>
          </a:lstStyle>
          <a:p>
            <a:pPr lvl="0"/>
            <a:r>
              <a:rPr lang="en-GB"/>
              <a:t>First Level</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 level</a:t>
            </a:r>
          </a:p>
          <a:p>
            <a:pPr lvl="8"/>
            <a:r>
              <a:rPr lang="en-GB"/>
              <a:t>Ninth level</a:t>
            </a:r>
          </a:p>
        </p:txBody>
      </p:sp>
      <p:sp>
        <p:nvSpPr>
          <p:cNvPr id="6" name="Picture Placeholder 1">
            <a:extLst>
              <a:ext uri="{FF2B5EF4-FFF2-40B4-BE49-F238E27FC236}">
                <a16:creationId xmlns:a16="http://schemas.microsoft.com/office/drawing/2014/main" id="{B152667A-5BD0-DF8E-312A-77C733412184}"/>
              </a:ext>
            </a:extLst>
          </p:cNvPr>
          <p:cNvSpPr>
            <a:spLocks noGrp="1"/>
          </p:cNvSpPr>
          <p:nvPr>
            <p:ph type="pic" sz="quarter" idx="22" hasCustomPrompt="1"/>
          </p:nvPr>
        </p:nvSpPr>
        <p:spPr>
          <a:xfrm>
            <a:off x="508001" y="1724024"/>
            <a:ext cx="2609851" cy="973139"/>
          </a:xfrm>
          <a:custGeom>
            <a:avLst/>
            <a:gdLst>
              <a:gd name="connsiteX0" fmla="*/ 0 w 2609851"/>
              <a:gd name="connsiteY0" fmla="*/ 0 h 973139"/>
              <a:gd name="connsiteX1" fmla="*/ 2609851 w 2609851"/>
              <a:gd name="connsiteY1" fmla="*/ 0 h 973139"/>
              <a:gd name="connsiteX2" fmla="*/ 2609851 w 2609851"/>
              <a:gd name="connsiteY2" fmla="*/ 973139 h 973139"/>
              <a:gd name="connsiteX3" fmla="*/ 0 w 2609851"/>
              <a:gd name="connsiteY3" fmla="*/ 973139 h 973139"/>
            </a:gdLst>
            <a:ahLst/>
            <a:cxnLst>
              <a:cxn ang="0">
                <a:pos x="connsiteX0" y="connsiteY0"/>
              </a:cxn>
              <a:cxn ang="0">
                <a:pos x="connsiteX1" y="connsiteY1"/>
              </a:cxn>
              <a:cxn ang="0">
                <a:pos x="connsiteX2" y="connsiteY2"/>
              </a:cxn>
              <a:cxn ang="0">
                <a:pos x="connsiteX3" y="connsiteY3"/>
              </a:cxn>
            </a:cxnLst>
            <a:rect l="l" t="t" r="r" b="b"/>
            <a:pathLst>
              <a:path w="2609851" h="973139">
                <a:moveTo>
                  <a:pt x="0" y="0"/>
                </a:moveTo>
                <a:lnTo>
                  <a:pt x="2609851" y="0"/>
                </a:lnTo>
                <a:lnTo>
                  <a:pt x="2609851" y="973139"/>
                </a:lnTo>
                <a:lnTo>
                  <a:pt x="0" y="973139"/>
                </a:lnTo>
                <a:close/>
              </a:path>
            </a:pathLst>
          </a:custGeom>
          <a:solidFill>
            <a:schemeClr val="bg2"/>
          </a:solidFill>
        </p:spPr>
        <p:txBody>
          <a:bodyPr vert="horz" wrap="square" lIns="0" tIns="0" rIns="0" bIns="0" rtlCol="0" anchor="ctr" anchorCtr="0">
            <a:noAutofit/>
          </a:bodyPr>
          <a:lstStyle>
            <a:lvl1pPr algn="ctr">
              <a:defRPr lang="en-GB" sz="1200" b="0" dirty="0"/>
            </a:lvl1pPr>
            <a:lvl2pPr algn="ctr">
              <a:defRPr/>
            </a:lvl2pPr>
            <a:lvl3pPr algn="ctr">
              <a:defRPr/>
            </a:lvl3pPr>
            <a:lvl4pPr algn="ctr">
              <a:defRPr/>
            </a:lvl4pPr>
            <a:lvl5pPr algn="ctr">
              <a:defRPr/>
            </a:lvl5pPr>
            <a:lvl6pPr algn="ctr">
              <a:defRPr/>
            </a:lvl6pPr>
            <a:lvl7pPr algn="ctr">
              <a:defRPr/>
            </a:lvl7pPr>
            <a:lvl8pPr algn="ctr">
              <a:defRPr/>
            </a:lvl8pPr>
            <a:lvl9pPr algn="ctr">
              <a:defRPr/>
            </a:lvl9pPr>
          </a:lstStyle>
          <a:p>
            <a:pPr lvl="0"/>
            <a:r>
              <a:rPr lang="en-GB"/>
              <a:t>To insert photo, please select placeholder, then access </a:t>
            </a:r>
            <a:r>
              <a:rPr lang="en-GB" err="1"/>
              <a:t>BrandCentral</a:t>
            </a:r>
            <a:r>
              <a:rPr lang="en-GB"/>
              <a:t> through the </a:t>
            </a:r>
            <a:r>
              <a:rPr lang="en-GB" err="1"/>
              <a:t>BrandCentral</a:t>
            </a:r>
            <a:r>
              <a:rPr lang="en-GB"/>
              <a:t> ribbon</a:t>
            </a:r>
          </a:p>
        </p:txBody>
      </p:sp>
      <p:sp>
        <p:nvSpPr>
          <p:cNvPr id="8" name="Content 2">
            <a:extLst>
              <a:ext uri="{FF2B5EF4-FFF2-40B4-BE49-F238E27FC236}">
                <a16:creationId xmlns:a16="http://schemas.microsoft.com/office/drawing/2014/main" id="{D02492FC-FC9B-262C-FAE5-076F7F3711BB}"/>
              </a:ext>
            </a:extLst>
          </p:cNvPr>
          <p:cNvSpPr>
            <a:spLocks noGrp="1"/>
          </p:cNvSpPr>
          <p:nvPr>
            <p:ph sz="quarter" idx="23" hasCustomPrompt="1"/>
          </p:nvPr>
        </p:nvSpPr>
        <p:spPr>
          <a:xfrm>
            <a:off x="3363384" y="2924175"/>
            <a:ext cx="2609851" cy="3060699"/>
          </a:xfrm>
          <a:prstGeom prst="rect">
            <a:avLst/>
          </a:prstGeom>
        </p:spPr>
        <p:txBody>
          <a:bodyPr vert="horz" wrap="square" lIns="0" tIns="0" rIns="0" bIns="0" rtlCol="0" anchor="t" anchorCtr="0">
            <a:noAutofit/>
          </a:bodyPr>
          <a:lstStyle>
            <a:lvl1pPr>
              <a:defRPr lang="en-GB" dirty="0"/>
            </a:lvl1pPr>
            <a:lvl2pPr>
              <a:defRPr lang="en-GB" dirty="0"/>
            </a:lvl2pPr>
            <a:lvl3pPr>
              <a:defRPr lang="en-GB" dirty="0"/>
            </a:lvl3pPr>
            <a:lvl4pPr>
              <a:defRPr lang="en-GB" dirty="0"/>
            </a:lvl4pPr>
            <a:lvl5pPr>
              <a:defRPr lang="en-GB" dirty="0"/>
            </a:lvl5pPr>
            <a:lvl6pPr>
              <a:defRPr lang="en-GB" dirty="0"/>
            </a:lvl6pPr>
            <a:lvl7pPr>
              <a:defRPr lang="en-GB" dirty="0"/>
            </a:lvl7pPr>
            <a:lvl8pPr>
              <a:defRPr lang="en-GB" dirty="0"/>
            </a:lvl8pPr>
            <a:lvl9pPr>
              <a:defRPr lang="en-GB" dirty="0"/>
            </a:lvl9pPr>
          </a:lstStyle>
          <a:p>
            <a:pPr lvl="0"/>
            <a:r>
              <a:rPr lang="en-GB"/>
              <a:t>First Level</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 level</a:t>
            </a:r>
          </a:p>
          <a:p>
            <a:pPr lvl="8"/>
            <a:r>
              <a:rPr lang="en-GB"/>
              <a:t>Ninth level</a:t>
            </a:r>
          </a:p>
        </p:txBody>
      </p:sp>
      <p:sp>
        <p:nvSpPr>
          <p:cNvPr id="10" name="Picture Placeholder 2">
            <a:extLst>
              <a:ext uri="{FF2B5EF4-FFF2-40B4-BE49-F238E27FC236}">
                <a16:creationId xmlns:a16="http://schemas.microsoft.com/office/drawing/2014/main" id="{B2CF99D9-B1BD-AE4B-AAAA-96FAB8CC86EF}"/>
              </a:ext>
            </a:extLst>
          </p:cNvPr>
          <p:cNvSpPr>
            <a:spLocks noGrp="1"/>
          </p:cNvSpPr>
          <p:nvPr>
            <p:ph type="pic" sz="quarter" idx="24" hasCustomPrompt="1"/>
          </p:nvPr>
        </p:nvSpPr>
        <p:spPr>
          <a:xfrm>
            <a:off x="3363912" y="1724024"/>
            <a:ext cx="2609851" cy="973139"/>
          </a:xfrm>
          <a:custGeom>
            <a:avLst/>
            <a:gdLst>
              <a:gd name="connsiteX0" fmla="*/ 0 w 2609851"/>
              <a:gd name="connsiteY0" fmla="*/ 0 h 973139"/>
              <a:gd name="connsiteX1" fmla="*/ 2609851 w 2609851"/>
              <a:gd name="connsiteY1" fmla="*/ 0 h 973139"/>
              <a:gd name="connsiteX2" fmla="*/ 2609851 w 2609851"/>
              <a:gd name="connsiteY2" fmla="*/ 973139 h 973139"/>
              <a:gd name="connsiteX3" fmla="*/ 0 w 2609851"/>
              <a:gd name="connsiteY3" fmla="*/ 973139 h 973139"/>
            </a:gdLst>
            <a:ahLst/>
            <a:cxnLst>
              <a:cxn ang="0">
                <a:pos x="connsiteX0" y="connsiteY0"/>
              </a:cxn>
              <a:cxn ang="0">
                <a:pos x="connsiteX1" y="connsiteY1"/>
              </a:cxn>
              <a:cxn ang="0">
                <a:pos x="connsiteX2" y="connsiteY2"/>
              </a:cxn>
              <a:cxn ang="0">
                <a:pos x="connsiteX3" y="connsiteY3"/>
              </a:cxn>
            </a:cxnLst>
            <a:rect l="l" t="t" r="r" b="b"/>
            <a:pathLst>
              <a:path w="2609851" h="973139">
                <a:moveTo>
                  <a:pt x="0" y="0"/>
                </a:moveTo>
                <a:lnTo>
                  <a:pt x="2609851" y="0"/>
                </a:lnTo>
                <a:lnTo>
                  <a:pt x="2609851" y="973139"/>
                </a:lnTo>
                <a:lnTo>
                  <a:pt x="0" y="973139"/>
                </a:lnTo>
                <a:close/>
              </a:path>
            </a:pathLst>
          </a:custGeom>
          <a:solidFill>
            <a:schemeClr val="bg2"/>
          </a:solidFill>
        </p:spPr>
        <p:txBody>
          <a:bodyPr vert="horz" wrap="square" lIns="0" tIns="0" rIns="0" bIns="0" rtlCol="0" anchor="ctr" anchorCtr="0">
            <a:noAutofit/>
          </a:bodyPr>
          <a:lstStyle>
            <a:lvl1pPr algn="ctr">
              <a:defRPr lang="en-GB" sz="1200" b="0" dirty="0"/>
            </a:lvl1pPr>
            <a:lvl2pPr algn="ctr">
              <a:defRPr/>
            </a:lvl2pPr>
            <a:lvl3pPr algn="ctr">
              <a:defRPr/>
            </a:lvl3pPr>
            <a:lvl4pPr algn="ctr">
              <a:defRPr/>
            </a:lvl4pPr>
            <a:lvl5pPr algn="ctr">
              <a:defRPr/>
            </a:lvl5pPr>
            <a:lvl6pPr algn="ctr">
              <a:defRPr/>
            </a:lvl6pPr>
            <a:lvl7pPr algn="ctr">
              <a:defRPr/>
            </a:lvl7pPr>
            <a:lvl8pPr algn="ctr">
              <a:defRPr/>
            </a:lvl8pPr>
            <a:lvl9pPr algn="ctr">
              <a:defRPr/>
            </a:lvl9pPr>
          </a:lstStyle>
          <a:p>
            <a:pPr lvl="0"/>
            <a:r>
              <a:rPr lang="en-GB"/>
              <a:t>To insert photo, please select placeholder, then access </a:t>
            </a:r>
            <a:r>
              <a:rPr lang="en-GB" err="1"/>
              <a:t>BrandCentral</a:t>
            </a:r>
            <a:r>
              <a:rPr lang="en-GB"/>
              <a:t> through the </a:t>
            </a:r>
            <a:r>
              <a:rPr lang="en-GB" err="1"/>
              <a:t>BrandCentral</a:t>
            </a:r>
            <a:r>
              <a:rPr lang="en-GB"/>
              <a:t> ribbon</a:t>
            </a:r>
          </a:p>
        </p:txBody>
      </p:sp>
      <p:sp>
        <p:nvSpPr>
          <p:cNvPr id="11" name="Content 3">
            <a:extLst>
              <a:ext uri="{FF2B5EF4-FFF2-40B4-BE49-F238E27FC236}">
                <a16:creationId xmlns:a16="http://schemas.microsoft.com/office/drawing/2014/main" id="{5FE724BF-5C20-B143-950B-EEC391B5DA98}"/>
              </a:ext>
            </a:extLst>
          </p:cNvPr>
          <p:cNvSpPr>
            <a:spLocks noGrp="1"/>
          </p:cNvSpPr>
          <p:nvPr>
            <p:ph sz="quarter" idx="25" hasCustomPrompt="1"/>
          </p:nvPr>
        </p:nvSpPr>
        <p:spPr>
          <a:xfrm>
            <a:off x="6218767" y="2924175"/>
            <a:ext cx="2609851" cy="3060699"/>
          </a:xfrm>
          <a:prstGeom prst="rect">
            <a:avLst/>
          </a:prstGeom>
        </p:spPr>
        <p:txBody>
          <a:bodyPr vert="horz" wrap="square" lIns="0" tIns="0" rIns="0" bIns="0" rtlCol="0" anchor="t" anchorCtr="0">
            <a:noAutofit/>
          </a:bodyPr>
          <a:lstStyle>
            <a:lvl1pPr>
              <a:defRPr lang="en-GB" dirty="0"/>
            </a:lvl1pPr>
            <a:lvl2pPr>
              <a:defRPr lang="en-GB" dirty="0"/>
            </a:lvl2pPr>
            <a:lvl3pPr>
              <a:defRPr lang="en-GB" dirty="0"/>
            </a:lvl3pPr>
            <a:lvl4pPr>
              <a:defRPr lang="en-GB" dirty="0"/>
            </a:lvl4pPr>
            <a:lvl5pPr>
              <a:defRPr lang="en-GB" dirty="0"/>
            </a:lvl5pPr>
            <a:lvl6pPr>
              <a:defRPr lang="en-GB" dirty="0"/>
            </a:lvl6pPr>
            <a:lvl7pPr>
              <a:defRPr lang="en-GB" dirty="0"/>
            </a:lvl7pPr>
            <a:lvl8pPr>
              <a:defRPr lang="en-GB" dirty="0"/>
            </a:lvl8pPr>
            <a:lvl9pPr>
              <a:defRPr lang="en-GB" dirty="0"/>
            </a:lvl9pPr>
          </a:lstStyle>
          <a:p>
            <a:pPr lvl="0"/>
            <a:r>
              <a:rPr lang="en-GB"/>
              <a:t>First Level</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 level</a:t>
            </a:r>
          </a:p>
          <a:p>
            <a:pPr lvl="8"/>
            <a:r>
              <a:rPr lang="en-GB"/>
              <a:t>Ninth level</a:t>
            </a:r>
          </a:p>
        </p:txBody>
      </p:sp>
      <p:sp>
        <p:nvSpPr>
          <p:cNvPr id="19" name="Picture Placeholder 3">
            <a:extLst>
              <a:ext uri="{FF2B5EF4-FFF2-40B4-BE49-F238E27FC236}">
                <a16:creationId xmlns:a16="http://schemas.microsoft.com/office/drawing/2014/main" id="{7AE0CCF2-06DF-4F65-89A7-4FAD71A8E489}"/>
              </a:ext>
            </a:extLst>
          </p:cNvPr>
          <p:cNvSpPr>
            <a:spLocks noGrp="1"/>
          </p:cNvSpPr>
          <p:nvPr>
            <p:ph type="pic" sz="quarter" idx="26" hasCustomPrompt="1"/>
          </p:nvPr>
        </p:nvSpPr>
        <p:spPr>
          <a:xfrm>
            <a:off x="6218239" y="1724024"/>
            <a:ext cx="2609851" cy="973139"/>
          </a:xfrm>
          <a:custGeom>
            <a:avLst/>
            <a:gdLst>
              <a:gd name="connsiteX0" fmla="*/ 0 w 2609851"/>
              <a:gd name="connsiteY0" fmla="*/ 0 h 973139"/>
              <a:gd name="connsiteX1" fmla="*/ 2609851 w 2609851"/>
              <a:gd name="connsiteY1" fmla="*/ 0 h 973139"/>
              <a:gd name="connsiteX2" fmla="*/ 2609851 w 2609851"/>
              <a:gd name="connsiteY2" fmla="*/ 973139 h 973139"/>
              <a:gd name="connsiteX3" fmla="*/ 0 w 2609851"/>
              <a:gd name="connsiteY3" fmla="*/ 973139 h 973139"/>
            </a:gdLst>
            <a:ahLst/>
            <a:cxnLst>
              <a:cxn ang="0">
                <a:pos x="connsiteX0" y="connsiteY0"/>
              </a:cxn>
              <a:cxn ang="0">
                <a:pos x="connsiteX1" y="connsiteY1"/>
              </a:cxn>
              <a:cxn ang="0">
                <a:pos x="connsiteX2" y="connsiteY2"/>
              </a:cxn>
              <a:cxn ang="0">
                <a:pos x="connsiteX3" y="connsiteY3"/>
              </a:cxn>
            </a:cxnLst>
            <a:rect l="l" t="t" r="r" b="b"/>
            <a:pathLst>
              <a:path w="2609851" h="973139">
                <a:moveTo>
                  <a:pt x="0" y="0"/>
                </a:moveTo>
                <a:lnTo>
                  <a:pt x="2609851" y="0"/>
                </a:lnTo>
                <a:lnTo>
                  <a:pt x="2609851" y="973139"/>
                </a:lnTo>
                <a:lnTo>
                  <a:pt x="0" y="973139"/>
                </a:lnTo>
                <a:close/>
              </a:path>
            </a:pathLst>
          </a:custGeom>
          <a:solidFill>
            <a:schemeClr val="bg2"/>
          </a:solidFill>
        </p:spPr>
        <p:txBody>
          <a:bodyPr vert="horz" wrap="square" lIns="0" tIns="0" rIns="0" bIns="0" rtlCol="0" anchor="ctr" anchorCtr="0">
            <a:noAutofit/>
          </a:bodyPr>
          <a:lstStyle>
            <a:lvl1pPr algn="ctr">
              <a:defRPr lang="en-GB" sz="1200" b="0" dirty="0"/>
            </a:lvl1pPr>
            <a:lvl2pPr algn="ctr">
              <a:defRPr/>
            </a:lvl2pPr>
            <a:lvl3pPr algn="ctr">
              <a:defRPr/>
            </a:lvl3pPr>
            <a:lvl4pPr algn="ctr">
              <a:defRPr/>
            </a:lvl4pPr>
            <a:lvl5pPr algn="ctr">
              <a:defRPr/>
            </a:lvl5pPr>
            <a:lvl6pPr algn="ctr">
              <a:defRPr/>
            </a:lvl6pPr>
            <a:lvl7pPr algn="ctr">
              <a:defRPr/>
            </a:lvl7pPr>
            <a:lvl8pPr algn="ctr">
              <a:defRPr/>
            </a:lvl8pPr>
            <a:lvl9pPr algn="ctr">
              <a:defRPr/>
            </a:lvl9pPr>
          </a:lstStyle>
          <a:p>
            <a:pPr lvl="0"/>
            <a:r>
              <a:rPr lang="en-GB"/>
              <a:t>To insert photo, please select placeholder, then access </a:t>
            </a:r>
            <a:r>
              <a:rPr lang="en-GB" err="1"/>
              <a:t>BrandCentral</a:t>
            </a:r>
            <a:r>
              <a:rPr lang="en-GB"/>
              <a:t> through the </a:t>
            </a:r>
            <a:r>
              <a:rPr lang="en-GB" err="1"/>
              <a:t>BrandCentral</a:t>
            </a:r>
            <a:r>
              <a:rPr lang="en-GB"/>
              <a:t> ribbon</a:t>
            </a:r>
          </a:p>
        </p:txBody>
      </p:sp>
      <p:sp>
        <p:nvSpPr>
          <p:cNvPr id="20" name="Content 4">
            <a:extLst>
              <a:ext uri="{FF2B5EF4-FFF2-40B4-BE49-F238E27FC236}">
                <a16:creationId xmlns:a16="http://schemas.microsoft.com/office/drawing/2014/main" id="{E1B3889D-77CC-F6F6-4CBC-46BED590DF4D}"/>
              </a:ext>
            </a:extLst>
          </p:cNvPr>
          <p:cNvSpPr>
            <a:spLocks noGrp="1"/>
          </p:cNvSpPr>
          <p:nvPr>
            <p:ph sz="quarter" idx="27" hasCustomPrompt="1"/>
          </p:nvPr>
        </p:nvSpPr>
        <p:spPr>
          <a:xfrm>
            <a:off x="9074149" y="2924175"/>
            <a:ext cx="2609851" cy="3060699"/>
          </a:xfrm>
          <a:prstGeom prst="rect">
            <a:avLst/>
          </a:prstGeom>
        </p:spPr>
        <p:txBody>
          <a:bodyPr vert="horz" wrap="square" lIns="0" tIns="0" rIns="0" bIns="0" rtlCol="0" anchor="t" anchorCtr="0">
            <a:noAutofit/>
          </a:bodyPr>
          <a:lstStyle>
            <a:lvl1pPr>
              <a:defRPr lang="en-GB" dirty="0"/>
            </a:lvl1pPr>
            <a:lvl2pPr>
              <a:defRPr lang="en-GB" dirty="0"/>
            </a:lvl2pPr>
            <a:lvl3pPr>
              <a:defRPr lang="en-GB" dirty="0"/>
            </a:lvl3pPr>
            <a:lvl4pPr>
              <a:defRPr lang="en-GB" dirty="0"/>
            </a:lvl4pPr>
            <a:lvl5pPr>
              <a:defRPr lang="en-GB" dirty="0"/>
            </a:lvl5pPr>
            <a:lvl6pPr>
              <a:defRPr lang="en-GB" dirty="0"/>
            </a:lvl6pPr>
            <a:lvl7pPr>
              <a:defRPr lang="en-GB" dirty="0"/>
            </a:lvl7pPr>
            <a:lvl8pPr>
              <a:defRPr lang="en-GB" dirty="0"/>
            </a:lvl8pPr>
            <a:lvl9pPr>
              <a:defRPr lang="en-GB" dirty="0"/>
            </a:lvl9pPr>
          </a:lstStyle>
          <a:p>
            <a:pPr lvl="0"/>
            <a:r>
              <a:rPr lang="en-GB"/>
              <a:t>First Level</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 level</a:t>
            </a:r>
          </a:p>
          <a:p>
            <a:pPr lvl="8"/>
            <a:r>
              <a:rPr lang="en-GB"/>
              <a:t>Ninth level</a:t>
            </a:r>
          </a:p>
        </p:txBody>
      </p:sp>
      <p:sp>
        <p:nvSpPr>
          <p:cNvPr id="21" name="Picture Placeholder 4">
            <a:extLst>
              <a:ext uri="{FF2B5EF4-FFF2-40B4-BE49-F238E27FC236}">
                <a16:creationId xmlns:a16="http://schemas.microsoft.com/office/drawing/2014/main" id="{ED7641BD-C95C-3CAD-7935-BF087E831FE9}"/>
              </a:ext>
            </a:extLst>
          </p:cNvPr>
          <p:cNvSpPr>
            <a:spLocks noGrp="1"/>
          </p:cNvSpPr>
          <p:nvPr>
            <p:ph type="pic" sz="quarter" idx="28" hasCustomPrompt="1"/>
          </p:nvPr>
        </p:nvSpPr>
        <p:spPr>
          <a:xfrm>
            <a:off x="9074149" y="1724024"/>
            <a:ext cx="2609851" cy="973139"/>
          </a:xfrm>
          <a:custGeom>
            <a:avLst/>
            <a:gdLst>
              <a:gd name="connsiteX0" fmla="*/ 0 w 2609851"/>
              <a:gd name="connsiteY0" fmla="*/ 0 h 973139"/>
              <a:gd name="connsiteX1" fmla="*/ 2609851 w 2609851"/>
              <a:gd name="connsiteY1" fmla="*/ 0 h 973139"/>
              <a:gd name="connsiteX2" fmla="*/ 2609851 w 2609851"/>
              <a:gd name="connsiteY2" fmla="*/ 973139 h 973139"/>
              <a:gd name="connsiteX3" fmla="*/ 0 w 2609851"/>
              <a:gd name="connsiteY3" fmla="*/ 973139 h 973139"/>
            </a:gdLst>
            <a:ahLst/>
            <a:cxnLst>
              <a:cxn ang="0">
                <a:pos x="connsiteX0" y="connsiteY0"/>
              </a:cxn>
              <a:cxn ang="0">
                <a:pos x="connsiteX1" y="connsiteY1"/>
              </a:cxn>
              <a:cxn ang="0">
                <a:pos x="connsiteX2" y="connsiteY2"/>
              </a:cxn>
              <a:cxn ang="0">
                <a:pos x="connsiteX3" y="connsiteY3"/>
              </a:cxn>
            </a:cxnLst>
            <a:rect l="l" t="t" r="r" b="b"/>
            <a:pathLst>
              <a:path w="2609851" h="973139">
                <a:moveTo>
                  <a:pt x="0" y="0"/>
                </a:moveTo>
                <a:lnTo>
                  <a:pt x="2609851" y="0"/>
                </a:lnTo>
                <a:lnTo>
                  <a:pt x="2609851" y="973139"/>
                </a:lnTo>
                <a:lnTo>
                  <a:pt x="0" y="973139"/>
                </a:lnTo>
                <a:close/>
              </a:path>
            </a:pathLst>
          </a:custGeom>
          <a:solidFill>
            <a:schemeClr val="bg2"/>
          </a:solidFill>
        </p:spPr>
        <p:txBody>
          <a:bodyPr vert="horz" wrap="square" lIns="0" tIns="0" rIns="0" bIns="0" rtlCol="0" anchor="ctr" anchorCtr="0">
            <a:noAutofit/>
          </a:bodyPr>
          <a:lstStyle>
            <a:lvl1pPr algn="ctr">
              <a:defRPr lang="en-GB" sz="1200" b="0" dirty="0"/>
            </a:lvl1pPr>
            <a:lvl2pPr algn="ctr">
              <a:defRPr/>
            </a:lvl2pPr>
            <a:lvl3pPr algn="ctr">
              <a:defRPr/>
            </a:lvl3pPr>
            <a:lvl4pPr algn="ctr">
              <a:defRPr/>
            </a:lvl4pPr>
            <a:lvl5pPr algn="ctr">
              <a:defRPr/>
            </a:lvl5pPr>
            <a:lvl6pPr algn="ctr">
              <a:defRPr/>
            </a:lvl6pPr>
            <a:lvl7pPr algn="ctr">
              <a:defRPr/>
            </a:lvl7pPr>
            <a:lvl8pPr algn="ctr">
              <a:defRPr/>
            </a:lvl8pPr>
            <a:lvl9pPr algn="ctr">
              <a:defRPr/>
            </a:lvl9pPr>
          </a:lstStyle>
          <a:p>
            <a:pPr lvl="0"/>
            <a:r>
              <a:rPr lang="en-GB"/>
              <a:t>To insert photo, please select placeholder, then access </a:t>
            </a:r>
            <a:r>
              <a:rPr lang="en-GB" err="1"/>
              <a:t>BrandCentral</a:t>
            </a:r>
            <a:r>
              <a:rPr lang="en-GB"/>
              <a:t> through the </a:t>
            </a:r>
            <a:r>
              <a:rPr lang="en-GB" err="1"/>
              <a:t>BrandCentral</a:t>
            </a:r>
            <a:r>
              <a:rPr lang="en-GB"/>
              <a:t> ribbon</a:t>
            </a:r>
          </a:p>
        </p:txBody>
      </p:sp>
      <p:sp>
        <p:nvSpPr>
          <p:cNvPr id="4" name="ChapterTitle">
            <a:extLst>
              <a:ext uri="{FF2B5EF4-FFF2-40B4-BE49-F238E27FC236}">
                <a16:creationId xmlns:a16="http://schemas.microsoft.com/office/drawing/2014/main" id="{D9127533-0792-FC6E-9BE8-A36EBBC25A69}"/>
              </a:ext>
            </a:extLst>
          </p:cNvPr>
          <p:cNvSpPr>
            <a:spLocks noGrp="1"/>
          </p:cNvSpPr>
          <p:nvPr>
            <p:ph type="body" sz="quarter" idx="12" hasCustomPrompt="1"/>
          </p:nvPr>
        </p:nvSpPr>
        <p:spPr>
          <a:xfrm>
            <a:off x="508000" y="240853"/>
            <a:ext cx="5465763" cy="153888"/>
          </a:xfrm>
          <a:prstGeom prst="rect">
            <a:avLst/>
          </a:prstGeom>
        </p:spPr>
        <p:txBody>
          <a:bodyPr>
            <a:noAutofit/>
          </a:bodyPr>
          <a:lstStyle>
            <a:lvl1pPr marL="0" indent="0">
              <a:buFont typeface="Arial" panose="020B0604020202020204" pitchFamily="34" charset="0"/>
              <a:buNone/>
              <a:defRPr sz="1000" b="0" baseline="0">
                <a:latin typeface="+mn-lt"/>
              </a:defRPr>
            </a:lvl1pPr>
          </a:lstStyle>
          <a:p>
            <a:pPr lvl="0"/>
            <a:r>
              <a:rPr lang="en-GB"/>
              <a:t>Chapter title (optional)</a:t>
            </a:r>
          </a:p>
        </p:txBody>
      </p:sp>
    </p:spTree>
    <p:extLst>
      <p:ext uri="{BB962C8B-B14F-4D97-AF65-F5344CB8AC3E}">
        <p14:creationId xmlns:p14="http://schemas.microsoft.com/office/powerpoint/2010/main" val="416809913"/>
      </p:ext>
    </p:extLst>
  </p:cSld>
  <p:clrMapOvr>
    <a:masterClrMapping/>
  </p:clrMapOvr>
  <p:hf hd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Four column">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C6F474FC-E4EB-CD83-0A4F-AD1662ACD32C}"/>
              </a:ext>
            </a:extLst>
          </p:cNvPr>
          <p:cNvSpPr>
            <a:spLocks noGrp="1"/>
          </p:cNvSpPr>
          <p:nvPr>
            <p:ph type="title"/>
          </p:nvPr>
        </p:nvSpPr>
        <p:spPr/>
        <p:txBody>
          <a:bodyPr/>
          <a:lstStyle/>
          <a:p>
            <a:r>
              <a:rPr lang="pt-BR"/>
              <a:t>Clique para editar o título Mestre</a:t>
            </a:r>
            <a:endParaRPr lang="en-GB"/>
          </a:p>
        </p:txBody>
      </p:sp>
      <p:sp>
        <p:nvSpPr>
          <p:cNvPr id="7" name="Content 1"/>
          <p:cNvSpPr>
            <a:spLocks noGrp="1"/>
          </p:cNvSpPr>
          <p:nvPr>
            <p:ph sz="quarter" idx="12" hasCustomPrompt="1"/>
          </p:nvPr>
        </p:nvSpPr>
        <p:spPr>
          <a:xfrm>
            <a:off x="508001" y="1724024"/>
            <a:ext cx="2609851" cy="4260849"/>
          </a:xfrm>
          <a:prstGeom prst="rect">
            <a:avLst/>
          </a:prstGeom>
        </p:spPr>
        <p:txBody>
          <a:bodyPr vert="horz" wrap="square" lIns="0" tIns="0" rIns="0" bIns="0" rtlCol="0" anchor="t" anchorCtr="0">
            <a:noAutofit/>
          </a:bodyPr>
          <a:lstStyle>
            <a:lvl1pPr>
              <a:defRPr lang="en-GB" dirty="0"/>
            </a:lvl1pPr>
            <a:lvl2pPr>
              <a:defRPr lang="en-GB" dirty="0"/>
            </a:lvl2pPr>
            <a:lvl3pPr>
              <a:defRPr lang="en-GB" dirty="0"/>
            </a:lvl3pPr>
            <a:lvl4pPr>
              <a:defRPr lang="en-GB" dirty="0"/>
            </a:lvl4pPr>
            <a:lvl5pPr>
              <a:defRPr lang="en-GB" dirty="0"/>
            </a:lvl5pPr>
            <a:lvl6pPr>
              <a:defRPr lang="en-GB" dirty="0"/>
            </a:lvl6pPr>
            <a:lvl7pPr>
              <a:defRPr lang="en-GB" dirty="0"/>
            </a:lvl7pPr>
            <a:lvl8pPr>
              <a:defRPr lang="en-GB" dirty="0"/>
            </a:lvl8pPr>
            <a:lvl9pPr>
              <a:defRPr lang="en-GB" dirty="0"/>
            </a:lvl9pPr>
          </a:lstStyle>
          <a:p>
            <a:pPr lvl="0"/>
            <a:r>
              <a:rPr lang="en-GB"/>
              <a:t>First Level</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 level</a:t>
            </a:r>
          </a:p>
          <a:p>
            <a:pPr lvl="8"/>
            <a:r>
              <a:rPr lang="en-GB"/>
              <a:t>Ninth level</a:t>
            </a:r>
          </a:p>
        </p:txBody>
      </p:sp>
      <p:sp>
        <p:nvSpPr>
          <p:cNvPr id="6" name="Content 2">
            <a:extLst>
              <a:ext uri="{FF2B5EF4-FFF2-40B4-BE49-F238E27FC236}">
                <a16:creationId xmlns:a16="http://schemas.microsoft.com/office/drawing/2014/main" id="{E86119EF-8777-30F3-9E63-01D4AD386DFA}"/>
              </a:ext>
            </a:extLst>
          </p:cNvPr>
          <p:cNvSpPr>
            <a:spLocks noGrp="1"/>
          </p:cNvSpPr>
          <p:nvPr>
            <p:ph sz="quarter" idx="15" hasCustomPrompt="1"/>
          </p:nvPr>
        </p:nvSpPr>
        <p:spPr>
          <a:xfrm>
            <a:off x="3363384" y="1724024"/>
            <a:ext cx="2609851" cy="4260849"/>
          </a:xfrm>
          <a:prstGeom prst="rect">
            <a:avLst/>
          </a:prstGeom>
        </p:spPr>
        <p:txBody>
          <a:bodyPr vert="horz" wrap="square" lIns="0" tIns="0" rIns="0" bIns="0" rtlCol="0" anchor="t" anchorCtr="0">
            <a:noAutofit/>
          </a:bodyPr>
          <a:lstStyle>
            <a:lvl1pPr>
              <a:defRPr lang="en-GB" dirty="0"/>
            </a:lvl1pPr>
            <a:lvl2pPr>
              <a:defRPr lang="en-GB" dirty="0"/>
            </a:lvl2pPr>
            <a:lvl3pPr>
              <a:defRPr lang="en-GB" dirty="0"/>
            </a:lvl3pPr>
            <a:lvl4pPr>
              <a:defRPr lang="en-GB" dirty="0"/>
            </a:lvl4pPr>
            <a:lvl5pPr>
              <a:defRPr lang="en-GB" dirty="0"/>
            </a:lvl5pPr>
            <a:lvl6pPr>
              <a:defRPr lang="en-GB" dirty="0"/>
            </a:lvl6pPr>
            <a:lvl7pPr>
              <a:defRPr lang="en-GB" dirty="0"/>
            </a:lvl7pPr>
            <a:lvl8pPr>
              <a:defRPr lang="en-GB" dirty="0"/>
            </a:lvl8pPr>
            <a:lvl9pPr>
              <a:defRPr lang="en-GB" dirty="0"/>
            </a:lvl9pPr>
          </a:lstStyle>
          <a:p>
            <a:pPr lvl="0"/>
            <a:r>
              <a:rPr lang="en-GB"/>
              <a:t>First Level</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 level</a:t>
            </a:r>
          </a:p>
          <a:p>
            <a:pPr lvl="8"/>
            <a:r>
              <a:rPr lang="en-GB"/>
              <a:t>Ninth level</a:t>
            </a:r>
          </a:p>
        </p:txBody>
      </p:sp>
      <p:sp>
        <p:nvSpPr>
          <p:cNvPr id="2" name="Content 3">
            <a:extLst>
              <a:ext uri="{FF2B5EF4-FFF2-40B4-BE49-F238E27FC236}">
                <a16:creationId xmlns:a16="http://schemas.microsoft.com/office/drawing/2014/main" id="{6177E45F-FC39-920F-EDA4-5D21BA3814C2}"/>
              </a:ext>
            </a:extLst>
          </p:cNvPr>
          <p:cNvSpPr>
            <a:spLocks noGrp="1"/>
          </p:cNvSpPr>
          <p:nvPr>
            <p:ph sz="quarter" idx="16" hasCustomPrompt="1"/>
          </p:nvPr>
        </p:nvSpPr>
        <p:spPr>
          <a:xfrm>
            <a:off x="6218767" y="1724024"/>
            <a:ext cx="2609851" cy="4260849"/>
          </a:xfrm>
          <a:prstGeom prst="rect">
            <a:avLst/>
          </a:prstGeom>
        </p:spPr>
        <p:txBody>
          <a:bodyPr vert="horz" wrap="square" lIns="0" tIns="0" rIns="0" bIns="0" rtlCol="0" anchor="t" anchorCtr="0">
            <a:noAutofit/>
          </a:bodyPr>
          <a:lstStyle>
            <a:lvl1pPr>
              <a:defRPr lang="en-GB" dirty="0"/>
            </a:lvl1pPr>
            <a:lvl2pPr>
              <a:defRPr lang="en-GB" dirty="0"/>
            </a:lvl2pPr>
            <a:lvl3pPr>
              <a:defRPr lang="en-GB" dirty="0"/>
            </a:lvl3pPr>
            <a:lvl4pPr>
              <a:defRPr lang="en-GB" dirty="0"/>
            </a:lvl4pPr>
            <a:lvl5pPr>
              <a:defRPr lang="en-GB" dirty="0"/>
            </a:lvl5pPr>
            <a:lvl6pPr>
              <a:defRPr lang="en-GB" dirty="0"/>
            </a:lvl6pPr>
            <a:lvl7pPr>
              <a:defRPr lang="en-GB" dirty="0"/>
            </a:lvl7pPr>
            <a:lvl8pPr>
              <a:defRPr lang="en-GB" dirty="0"/>
            </a:lvl8pPr>
            <a:lvl9pPr>
              <a:defRPr lang="en-GB" dirty="0"/>
            </a:lvl9pPr>
          </a:lstStyle>
          <a:p>
            <a:pPr lvl="0"/>
            <a:r>
              <a:rPr lang="en-GB"/>
              <a:t>First Level</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 level</a:t>
            </a:r>
          </a:p>
          <a:p>
            <a:pPr lvl="8"/>
            <a:r>
              <a:rPr lang="en-GB"/>
              <a:t>Ninth level</a:t>
            </a:r>
          </a:p>
        </p:txBody>
      </p:sp>
      <p:sp>
        <p:nvSpPr>
          <p:cNvPr id="8" name="Content 4">
            <a:extLst>
              <a:ext uri="{FF2B5EF4-FFF2-40B4-BE49-F238E27FC236}">
                <a16:creationId xmlns:a16="http://schemas.microsoft.com/office/drawing/2014/main" id="{08082B98-B350-34D1-0826-CE1F3BBF7750}"/>
              </a:ext>
            </a:extLst>
          </p:cNvPr>
          <p:cNvSpPr>
            <a:spLocks noGrp="1"/>
          </p:cNvSpPr>
          <p:nvPr>
            <p:ph sz="quarter" idx="17" hasCustomPrompt="1"/>
          </p:nvPr>
        </p:nvSpPr>
        <p:spPr>
          <a:xfrm>
            <a:off x="9074149" y="1724024"/>
            <a:ext cx="2609851" cy="4260849"/>
          </a:xfrm>
          <a:prstGeom prst="rect">
            <a:avLst/>
          </a:prstGeom>
        </p:spPr>
        <p:txBody>
          <a:bodyPr vert="horz" wrap="square" lIns="0" tIns="0" rIns="0" bIns="0" rtlCol="0" anchor="t" anchorCtr="0">
            <a:noAutofit/>
          </a:bodyPr>
          <a:lstStyle>
            <a:lvl1pPr>
              <a:defRPr lang="en-GB" dirty="0"/>
            </a:lvl1pPr>
            <a:lvl2pPr>
              <a:defRPr lang="en-GB" dirty="0"/>
            </a:lvl2pPr>
            <a:lvl3pPr>
              <a:defRPr lang="en-GB" dirty="0"/>
            </a:lvl3pPr>
            <a:lvl4pPr>
              <a:defRPr lang="en-GB" dirty="0"/>
            </a:lvl4pPr>
            <a:lvl5pPr>
              <a:defRPr lang="en-GB" dirty="0"/>
            </a:lvl5pPr>
            <a:lvl6pPr>
              <a:defRPr lang="en-GB" dirty="0"/>
            </a:lvl6pPr>
            <a:lvl7pPr>
              <a:defRPr lang="en-GB" dirty="0"/>
            </a:lvl7pPr>
            <a:lvl8pPr>
              <a:defRPr lang="en-GB" dirty="0"/>
            </a:lvl8pPr>
            <a:lvl9pPr>
              <a:defRPr lang="en-GB" dirty="0"/>
            </a:lvl9pPr>
          </a:lstStyle>
          <a:p>
            <a:pPr lvl="0"/>
            <a:r>
              <a:rPr lang="en-GB"/>
              <a:t>First Level</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 level</a:t>
            </a:r>
          </a:p>
          <a:p>
            <a:pPr lvl="8"/>
            <a:r>
              <a:rPr lang="en-GB"/>
              <a:t>Ninth level</a:t>
            </a:r>
          </a:p>
        </p:txBody>
      </p:sp>
      <p:sp>
        <p:nvSpPr>
          <p:cNvPr id="4" name="ChapterTitle">
            <a:extLst>
              <a:ext uri="{FF2B5EF4-FFF2-40B4-BE49-F238E27FC236}">
                <a16:creationId xmlns:a16="http://schemas.microsoft.com/office/drawing/2014/main" id="{1D1A5127-1DFD-DF20-4395-A64130C7FA8B}"/>
              </a:ext>
            </a:extLst>
          </p:cNvPr>
          <p:cNvSpPr>
            <a:spLocks noGrp="1"/>
          </p:cNvSpPr>
          <p:nvPr>
            <p:ph type="body" sz="quarter" idx="20" hasCustomPrompt="1"/>
          </p:nvPr>
        </p:nvSpPr>
        <p:spPr>
          <a:xfrm>
            <a:off x="508000" y="240853"/>
            <a:ext cx="5465763" cy="153888"/>
          </a:xfrm>
          <a:prstGeom prst="rect">
            <a:avLst/>
          </a:prstGeom>
        </p:spPr>
        <p:txBody>
          <a:bodyPr>
            <a:noAutofit/>
          </a:bodyPr>
          <a:lstStyle>
            <a:lvl1pPr marL="0" indent="0">
              <a:buFont typeface="Arial" panose="020B0604020202020204" pitchFamily="34" charset="0"/>
              <a:buNone/>
              <a:defRPr sz="1000" b="0" baseline="0">
                <a:latin typeface="+mn-lt"/>
              </a:defRPr>
            </a:lvl1pPr>
          </a:lstStyle>
          <a:p>
            <a:pPr lvl="0"/>
            <a:r>
              <a:rPr lang="en-GB"/>
              <a:t>Chapter title (optional)</a:t>
            </a:r>
          </a:p>
        </p:txBody>
      </p:sp>
    </p:spTree>
    <p:extLst>
      <p:ext uri="{BB962C8B-B14F-4D97-AF65-F5344CB8AC3E}">
        <p14:creationId xmlns:p14="http://schemas.microsoft.com/office/powerpoint/2010/main" val="3654296599"/>
      </p:ext>
    </p:extLst>
  </p:cSld>
  <p:clrMapOvr>
    <a:masterClrMapping/>
  </p:clrMapOvr>
  <p:hf hd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Four column with title boxes">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C6F474FC-E4EB-CD83-0A4F-AD1662ACD32C}"/>
              </a:ext>
            </a:extLst>
          </p:cNvPr>
          <p:cNvSpPr>
            <a:spLocks noGrp="1"/>
          </p:cNvSpPr>
          <p:nvPr>
            <p:ph type="title"/>
          </p:nvPr>
        </p:nvSpPr>
        <p:spPr/>
        <p:txBody>
          <a:bodyPr/>
          <a:lstStyle/>
          <a:p>
            <a:r>
              <a:rPr lang="pt-BR"/>
              <a:t>Clique para editar o título Mestre</a:t>
            </a:r>
            <a:endParaRPr lang="en-GB"/>
          </a:p>
        </p:txBody>
      </p:sp>
      <p:sp>
        <p:nvSpPr>
          <p:cNvPr id="7" name="Text 1"/>
          <p:cNvSpPr>
            <a:spLocks noGrp="1"/>
          </p:cNvSpPr>
          <p:nvPr>
            <p:ph type="body" sz="quarter" idx="12" hasCustomPrompt="1"/>
          </p:nvPr>
        </p:nvSpPr>
        <p:spPr>
          <a:xfrm>
            <a:off x="508001" y="1724024"/>
            <a:ext cx="2609851" cy="973139"/>
          </a:xfrm>
          <a:prstGeom prst="rect">
            <a:avLst/>
          </a:prstGeom>
          <a:solidFill>
            <a:schemeClr val="bg2"/>
          </a:solidFill>
        </p:spPr>
        <p:txBody>
          <a:bodyPr vert="horz" wrap="square" lIns="108000" tIns="108000" rIns="108000" bIns="108000" rtlCol="0" anchor="t" anchorCtr="0">
            <a:noAutofit/>
          </a:bodyPr>
          <a:lstStyle>
            <a:lvl1pPr>
              <a:defRPr lang="en-GB" noProof="0" dirty="0"/>
            </a:lvl1pPr>
            <a:lvl2pPr>
              <a:defRPr lang="en-GB" noProof="0" dirty="0"/>
            </a:lvl2pPr>
            <a:lvl3pPr>
              <a:defRPr lang="en-GB" noProof="0" dirty="0"/>
            </a:lvl3pPr>
            <a:lvl4pPr>
              <a:defRPr lang="en-GB" noProof="0" dirty="0"/>
            </a:lvl4pPr>
            <a:lvl5pPr>
              <a:defRPr lang="en-GB" noProof="0" dirty="0"/>
            </a:lvl5pPr>
            <a:lvl6pPr>
              <a:defRPr lang="en-GB" noProof="0" dirty="0"/>
            </a:lvl6pPr>
            <a:lvl7pPr>
              <a:defRPr lang="en-GB" noProof="0" dirty="0"/>
            </a:lvl7pPr>
            <a:lvl8pPr>
              <a:defRPr lang="en-GB" noProof="0" dirty="0"/>
            </a:lvl8pPr>
            <a:lvl9pPr>
              <a:defRPr lang="en-GB" noProof="0" dirty="0"/>
            </a:lvl9pPr>
          </a:lstStyle>
          <a:p>
            <a:pPr lvl="0"/>
            <a:r>
              <a:rPr lang="en-GB" noProof="0"/>
              <a:t>First Level</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Sixth level</a:t>
            </a:r>
          </a:p>
          <a:p>
            <a:pPr lvl="6"/>
            <a:r>
              <a:rPr lang="en-GB" noProof="0"/>
              <a:t>Seventh level</a:t>
            </a:r>
          </a:p>
          <a:p>
            <a:pPr lvl="7"/>
            <a:r>
              <a:rPr lang="en-GB" noProof="0"/>
              <a:t>Eight level</a:t>
            </a:r>
          </a:p>
          <a:p>
            <a:pPr lvl="8"/>
            <a:r>
              <a:rPr lang="en-GB" noProof="0"/>
              <a:t>Ninth level</a:t>
            </a:r>
          </a:p>
        </p:txBody>
      </p:sp>
      <p:sp>
        <p:nvSpPr>
          <p:cNvPr id="12" name="Content 1">
            <a:extLst>
              <a:ext uri="{FF2B5EF4-FFF2-40B4-BE49-F238E27FC236}">
                <a16:creationId xmlns:a16="http://schemas.microsoft.com/office/drawing/2014/main" id="{BAECF42E-FD59-D809-A82F-B2E219E4B112}"/>
              </a:ext>
            </a:extLst>
          </p:cNvPr>
          <p:cNvSpPr>
            <a:spLocks noGrp="1"/>
          </p:cNvSpPr>
          <p:nvPr>
            <p:ph sz="quarter" idx="15" hasCustomPrompt="1"/>
          </p:nvPr>
        </p:nvSpPr>
        <p:spPr>
          <a:xfrm>
            <a:off x="508001" y="2924175"/>
            <a:ext cx="2609851" cy="3060699"/>
          </a:xfrm>
          <a:prstGeom prst="rect">
            <a:avLst/>
          </a:prstGeom>
        </p:spPr>
        <p:txBody>
          <a:bodyPr vert="horz" wrap="square" lIns="0" tIns="0" rIns="0" bIns="0" rtlCol="0" anchor="t" anchorCtr="0">
            <a:noAutofit/>
          </a:bodyPr>
          <a:lstStyle>
            <a:lvl1pPr>
              <a:defRPr lang="en-GB" dirty="0"/>
            </a:lvl1pPr>
            <a:lvl2pPr>
              <a:defRPr lang="en-GB" dirty="0"/>
            </a:lvl2pPr>
            <a:lvl3pPr>
              <a:defRPr lang="en-GB" dirty="0"/>
            </a:lvl3pPr>
            <a:lvl4pPr>
              <a:defRPr lang="en-GB" dirty="0"/>
            </a:lvl4pPr>
            <a:lvl5pPr>
              <a:defRPr lang="en-GB" dirty="0"/>
            </a:lvl5pPr>
            <a:lvl6pPr>
              <a:defRPr lang="en-GB" dirty="0"/>
            </a:lvl6pPr>
            <a:lvl7pPr>
              <a:defRPr lang="en-GB" dirty="0"/>
            </a:lvl7pPr>
            <a:lvl8pPr>
              <a:defRPr lang="en-GB" dirty="0"/>
            </a:lvl8pPr>
            <a:lvl9pPr>
              <a:defRPr lang="en-GB" dirty="0"/>
            </a:lvl9pPr>
          </a:lstStyle>
          <a:p>
            <a:pPr lvl="0"/>
            <a:r>
              <a:rPr lang="en-GB"/>
              <a:t>First Level</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 level</a:t>
            </a:r>
          </a:p>
          <a:p>
            <a:pPr lvl="8"/>
            <a:r>
              <a:rPr lang="en-GB"/>
              <a:t>Ninth level</a:t>
            </a:r>
          </a:p>
        </p:txBody>
      </p:sp>
      <p:sp>
        <p:nvSpPr>
          <p:cNvPr id="13" name="Text 2">
            <a:extLst>
              <a:ext uri="{FF2B5EF4-FFF2-40B4-BE49-F238E27FC236}">
                <a16:creationId xmlns:a16="http://schemas.microsoft.com/office/drawing/2014/main" id="{F03EDDD8-3FC6-140A-25AF-5B4F8A0544BC}"/>
              </a:ext>
            </a:extLst>
          </p:cNvPr>
          <p:cNvSpPr>
            <a:spLocks noGrp="1"/>
          </p:cNvSpPr>
          <p:nvPr>
            <p:ph type="body" sz="quarter" idx="16" hasCustomPrompt="1"/>
          </p:nvPr>
        </p:nvSpPr>
        <p:spPr>
          <a:xfrm>
            <a:off x="3360102" y="1724024"/>
            <a:ext cx="2609851" cy="973139"/>
          </a:xfrm>
          <a:prstGeom prst="rect">
            <a:avLst/>
          </a:prstGeom>
          <a:solidFill>
            <a:schemeClr val="bg2"/>
          </a:solidFill>
        </p:spPr>
        <p:txBody>
          <a:bodyPr vert="horz" wrap="square" lIns="108000" tIns="108000" rIns="108000" bIns="108000" rtlCol="0" anchor="t" anchorCtr="0">
            <a:noAutofit/>
          </a:bodyPr>
          <a:lstStyle>
            <a:lvl1pPr>
              <a:defRPr lang="en-GB" noProof="0" dirty="0"/>
            </a:lvl1pPr>
            <a:lvl2pPr>
              <a:defRPr lang="en-GB" noProof="0" dirty="0"/>
            </a:lvl2pPr>
            <a:lvl3pPr>
              <a:defRPr lang="en-GB" noProof="0" dirty="0"/>
            </a:lvl3pPr>
            <a:lvl4pPr>
              <a:defRPr lang="en-GB" noProof="0" dirty="0"/>
            </a:lvl4pPr>
            <a:lvl5pPr>
              <a:defRPr lang="en-GB" noProof="0" dirty="0"/>
            </a:lvl5pPr>
            <a:lvl6pPr>
              <a:defRPr lang="en-GB" noProof="0" dirty="0"/>
            </a:lvl6pPr>
            <a:lvl7pPr>
              <a:defRPr lang="en-GB" noProof="0" dirty="0"/>
            </a:lvl7pPr>
            <a:lvl8pPr>
              <a:defRPr lang="en-GB" noProof="0" dirty="0"/>
            </a:lvl8pPr>
            <a:lvl9pPr>
              <a:defRPr lang="en-GB" noProof="0" dirty="0"/>
            </a:lvl9pPr>
          </a:lstStyle>
          <a:p>
            <a:pPr lvl="0"/>
            <a:r>
              <a:rPr lang="en-GB" noProof="0"/>
              <a:t>First Level</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Sixth level</a:t>
            </a:r>
          </a:p>
          <a:p>
            <a:pPr lvl="6"/>
            <a:r>
              <a:rPr lang="en-GB" noProof="0"/>
              <a:t>Seventh level</a:t>
            </a:r>
          </a:p>
          <a:p>
            <a:pPr lvl="7"/>
            <a:r>
              <a:rPr lang="en-GB" noProof="0"/>
              <a:t>Eight level</a:t>
            </a:r>
          </a:p>
          <a:p>
            <a:pPr lvl="8"/>
            <a:r>
              <a:rPr lang="en-GB" noProof="0"/>
              <a:t>Ninth level</a:t>
            </a:r>
          </a:p>
        </p:txBody>
      </p:sp>
      <p:sp>
        <p:nvSpPr>
          <p:cNvPr id="14" name="Content 2">
            <a:extLst>
              <a:ext uri="{FF2B5EF4-FFF2-40B4-BE49-F238E27FC236}">
                <a16:creationId xmlns:a16="http://schemas.microsoft.com/office/drawing/2014/main" id="{EA38B840-8B22-DF9F-E9B2-3A822CFF3EE9}"/>
              </a:ext>
            </a:extLst>
          </p:cNvPr>
          <p:cNvSpPr>
            <a:spLocks noGrp="1"/>
          </p:cNvSpPr>
          <p:nvPr>
            <p:ph sz="quarter" idx="17" hasCustomPrompt="1"/>
          </p:nvPr>
        </p:nvSpPr>
        <p:spPr>
          <a:xfrm>
            <a:off x="3363384" y="2924175"/>
            <a:ext cx="2609851" cy="3060699"/>
          </a:xfrm>
          <a:prstGeom prst="rect">
            <a:avLst/>
          </a:prstGeom>
        </p:spPr>
        <p:txBody>
          <a:bodyPr vert="horz" wrap="square" lIns="0" tIns="0" rIns="0" bIns="0" rtlCol="0" anchor="t" anchorCtr="0">
            <a:noAutofit/>
          </a:bodyPr>
          <a:lstStyle>
            <a:lvl1pPr>
              <a:defRPr lang="en-GB" dirty="0"/>
            </a:lvl1pPr>
            <a:lvl2pPr>
              <a:defRPr lang="en-GB" dirty="0"/>
            </a:lvl2pPr>
            <a:lvl3pPr>
              <a:defRPr lang="en-GB" dirty="0"/>
            </a:lvl3pPr>
            <a:lvl4pPr>
              <a:defRPr lang="en-GB" dirty="0"/>
            </a:lvl4pPr>
            <a:lvl5pPr>
              <a:defRPr lang="en-GB" dirty="0"/>
            </a:lvl5pPr>
            <a:lvl6pPr>
              <a:defRPr lang="en-GB" dirty="0"/>
            </a:lvl6pPr>
            <a:lvl7pPr>
              <a:defRPr lang="en-GB" dirty="0"/>
            </a:lvl7pPr>
            <a:lvl8pPr>
              <a:defRPr lang="en-GB" dirty="0"/>
            </a:lvl8pPr>
            <a:lvl9pPr>
              <a:defRPr lang="en-GB" dirty="0"/>
            </a:lvl9pPr>
          </a:lstStyle>
          <a:p>
            <a:pPr lvl="0"/>
            <a:r>
              <a:rPr lang="en-GB"/>
              <a:t>First Level</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 level</a:t>
            </a:r>
          </a:p>
          <a:p>
            <a:pPr lvl="8"/>
            <a:r>
              <a:rPr lang="en-GB"/>
              <a:t>Ninth level</a:t>
            </a:r>
          </a:p>
        </p:txBody>
      </p:sp>
      <p:sp>
        <p:nvSpPr>
          <p:cNvPr id="15" name="Text 3">
            <a:extLst>
              <a:ext uri="{FF2B5EF4-FFF2-40B4-BE49-F238E27FC236}">
                <a16:creationId xmlns:a16="http://schemas.microsoft.com/office/drawing/2014/main" id="{E9674224-A689-FF2B-EB7F-B16098C6EC00}"/>
              </a:ext>
            </a:extLst>
          </p:cNvPr>
          <p:cNvSpPr>
            <a:spLocks noGrp="1"/>
          </p:cNvSpPr>
          <p:nvPr>
            <p:ph type="body" sz="quarter" idx="18" hasCustomPrompt="1"/>
          </p:nvPr>
        </p:nvSpPr>
        <p:spPr>
          <a:xfrm>
            <a:off x="6212204" y="1724024"/>
            <a:ext cx="2609851" cy="973139"/>
          </a:xfrm>
          <a:prstGeom prst="rect">
            <a:avLst/>
          </a:prstGeom>
          <a:solidFill>
            <a:schemeClr val="bg2"/>
          </a:solidFill>
        </p:spPr>
        <p:txBody>
          <a:bodyPr vert="horz" wrap="square" lIns="108000" tIns="108000" rIns="108000" bIns="108000" rtlCol="0" anchor="t" anchorCtr="0">
            <a:noAutofit/>
          </a:bodyPr>
          <a:lstStyle>
            <a:lvl1pPr>
              <a:defRPr lang="en-GB" noProof="0" dirty="0"/>
            </a:lvl1pPr>
            <a:lvl2pPr>
              <a:defRPr lang="en-GB" noProof="0" dirty="0"/>
            </a:lvl2pPr>
            <a:lvl3pPr>
              <a:defRPr lang="en-GB" noProof="0" dirty="0"/>
            </a:lvl3pPr>
            <a:lvl4pPr>
              <a:defRPr lang="en-GB" noProof="0" dirty="0"/>
            </a:lvl4pPr>
            <a:lvl5pPr>
              <a:defRPr lang="en-GB" noProof="0" dirty="0"/>
            </a:lvl5pPr>
            <a:lvl6pPr>
              <a:defRPr lang="en-GB" noProof="0" dirty="0"/>
            </a:lvl6pPr>
            <a:lvl7pPr>
              <a:defRPr lang="en-GB" noProof="0" dirty="0"/>
            </a:lvl7pPr>
            <a:lvl8pPr>
              <a:defRPr lang="en-GB" noProof="0" dirty="0"/>
            </a:lvl8pPr>
            <a:lvl9pPr>
              <a:defRPr lang="en-GB" noProof="0" dirty="0"/>
            </a:lvl9pPr>
          </a:lstStyle>
          <a:p>
            <a:pPr lvl="0"/>
            <a:r>
              <a:rPr lang="en-GB" noProof="0"/>
              <a:t>First Level</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Sixth level</a:t>
            </a:r>
          </a:p>
          <a:p>
            <a:pPr lvl="6"/>
            <a:r>
              <a:rPr lang="en-GB" noProof="0"/>
              <a:t>Seventh level</a:t>
            </a:r>
          </a:p>
          <a:p>
            <a:pPr lvl="7"/>
            <a:r>
              <a:rPr lang="en-GB" noProof="0"/>
              <a:t>Eight level</a:t>
            </a:r>
          </a:p>
          <a:p>
            <a:pPr lvl="8"/>
            <a:r>
              <a:rPr lang="en-GB" noProof="0"/>
              <a:t>Ninth level</a:t>
            </a:r>
          </a:p>
        </p:txBody>
      </p:sp>
      <p:sp>
        <p:nvSpPr>
          <p:cNvPr id="16" name="Content 3">
            <a:extLst>
              <a:ext uri="{FF2B5EF4-FFF2-40B4-BE49-F238E27FC236}">
                <a16:creationId xmlns:a16="http://schemas.microsoft.com/office/drawing/2014/main" id="{794132B6-137E-0DD3-E988-6236C8D264CA}"/>
              </a:ext>
            </a:extLst>
          </p:cNvPr>
          <p:cNvSpPr>
            <a:spLocks noGrp="1"/>
          </p:cNvSpPr>
          <p:nvPr>
            <p:ph sz="quarter" idx="19" hasCustomPrompt="1"/>
          </p:nvPr>
        </p:nvSpPr>
        <p:spPr>
          <a:xfrm>
            <a:off x="6218767" y="2924175"/>
            <a:ext cx="2609851" cy="3060699"/>
          </a:xfrm>
          <a:prstGeom prst="rect">
            <a:avLst/>
          </a:prstGeom>
        </p:spPr>
        <p:txBody>
          <a:bodyPr vert="horz" wrap="square" lIns="0" tIns="0" rIns="0" bIns="0" rtlCol="0" anchor="t" anchorCtr="0">
            <a:noAutofit/>
          </a:bodyPr>
          <a:lstStyle>
            <a:lvl1pPr>
              <a:defRPr lang="en-GB" dirty="0"/>
            </a:lvl1pPr>
            <a:lvl2pPr>
              <a:defRPr lang="en-GB" dirty="0"/>
            </a:lvl2pPr>
            <a:lvl3pPr>
              <a:defRPr lang="en-GB" dirty="0"/>
            </a:lvl3pPr>
            <a:lvl4pPr>
              <a:defRPr lang="en-GB" dirty="0"/>
            </a:lvl4pPr>
            <a:lvl5pPr>
              <a:defRPr lang="en-GB" dirty="0"/>
            </a:lvl5pPr>
            <a:lvl6pPr>
              <a:defRPr lang="en-GB" dirty="0"/>
            </a:lvl6pPr>
            <a:lvl7pPr>
              <a:defRPr lang="en-GB" dirty="0"/>
            </a:lvl7pPr>
            <a:lvl8pPr>
              <a:defRPr lang="en-GB" dirty="0"/>
            </a:lvl8pPr>
            <a:lvl9pPr>
              <a:defRPr lang="en-GB" dirty="0"/>
            </a:lvl9pPr>
          </a:lstStyle>
          <a:p>
            <a:pPr lvl="0"/>
            <a:r>
              <a:rPr lang="en-GB"/>
              <a:t>First Level</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 level</a:t>
            </a:r>
          </a:p>
          <a:p>
            <a:pPr lvl="8"/>
            <a:r>
              <a:rPr lang="en-GB"/>
              <a:t>Ninth level</a:t>
            </a:r>
          </a:p>
        </p:txBody>
      </p:sp>
      <p:sp>
        <p:nvSpPr>
          <p:cNvPr id="17" name="Text 4">
            <a:extLst>
              <a:ext uri="{FF2B5EF4-FFF2-40B4-BE49-F238E27FC236}">
                <a16:creationId xmlns:a16="http://schemas.microsoft.com/office/drawing/2014/main" id="{53A9BFE2-4615-AF28-DAFD-26EA25E009E9}"/>
              </a:ext>
            </a:extLst>
          </p:cNvPr>
          <p:cNvSpPr>
            <a:spLocks noGrp="1"/>
          </p:cNvSpPr>
          <p:nvPr>
            <p:ph type="body" sz="quarter" idx="20" hasCustomPrompt="1"/>
          </p:nvPr>
        </p:nvSpPr>
        <p:spPr>
          <a:xfrm>
            <a:off x="9074150" y="1724024"/>
            <a:ext cx="2609851" cy="973139"/>
          </a:xfrm>
          <a:prstGeom prst="rect">
            <a:avLst/>
          </a:prstGeom>
          <a:solidFill>
            <a:schemeClr val="bg2"/>
          </a:solidFill>
        </p:spPr>
        <p:txBody>
          <a:bodyPr vert="horz" wrap="square" lIns="108000" tIns="108000" rIns="108000" bIns="108000" rtlCol="0" anchor="t" anchorCtr="0">
            <a:noAutofit/>
          </a:bodyPr>
          <a:lstStyle>
            <a:lvl1pPr>
              <a:defRPr lang="en-GB" noProof="0" dirty="0"/>
            </a:lvl1pPr>
            <a:lvl2pPr>
              <a:defRPr lang="en-GB" noProof="0" dirty="0"/>
            </a:lvl2pPr>
            <a:lvl3pPr>
              <a:defRPr lang="en-GB" noProof="0" dirty="0"/>
            </a:lvl3pPr>
            <a:lvl4pPr>
              <a:defRPr lang="en-GB" noProof="0" dirty="0"/>
            </a:lvl4pPr>
            <a:lvl5pPr>
              <a:defRPr lang="en-GB" noProof="0" dirty="0"/>
            </a:lvl5pPr>
            <a:lvl6pPr>
              <a:defRPr lang="en-GB" noProof="0" dirty="0"/>
            </a:lvl6pPr>
            <a:lvl7pPr>
              <a:defRPr lang="en-GB" noProof="0" dirty="0"/>
            </a:lvl7pPr>
            <a:lvl8pPr>
              <a:defRPr lang="en-GB" noProof="0" dirty="0"/>
            </a:lvl8pPr>
            <a:lvl9pPr>
              <a:defRPr lang="en-GB" noProof="0" dirty="0"/>
            </a:lvl9pPr>
          </a:lstStyle>
          <a:p>
            <a:pPr lvl="0"/>
            <a:r>
              <a:rPr lang="en-GB" noProof="0"/>
              <a:t>First Level</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Sixth level</a:t>
            </a:r>
          </a:p>
          <a:p>
            <a:pPr lvl="6"/>
            <a:r>
              <a:rPr lang="en-GB" noProof="0"/>
              <a:t>Seventh level</a:t>
            </a:r>
          </a:p>
          <a:p>
            <a:pPr lvl="7"/>
            <a:r>
              <a:rPr lang="en-GB" noProof="0"/>
              <a:t>Eight level</a:t>
            </a:r>
          </a:p>
          <a:p>
            <a:pPr lvl="8"/>
            <a:r>
              <a:rPr lang="en-GB" noProof="0"/>
              <a:t>Ninth level</a:t>
            </a:r>
          </a:p>
        </p:txBody>
      </p:sp>
      <p:sp>
        <p:nvSpPr>
          <p:cNvPr id="18" name="Content 4">
            <a:extLst>
              <a:ext uri="{FF2B5EF4-FFF2-40B4-BE49-F238E27FC236}">
                <a16:creationId xmlns:a16="http://schemas.microsoft.com/office/drawing/2014/main" id="{FCC25EE5-EBA4-7260-6D99-656309E62D9F}"/>
              </a:ext>
            </a:extLst>
          </p:cNvPr>
          <p:cNvSpPr>
            <a:spLocks noGrp="1"/>
          </p:cNvSpPr>
          <p:nvPr>
            <p:ph sz="quarter" idx="21" hasCustomPrompt="1"/>
          </p:nvPr>
        </p:nvSpPr>
        <p:spPr>
          <a:xfrm>
            <a:off x="9074150" y="2924175"/>
            <a:ext cx="2609851" cy="3060699"/>
          </a:xfrm>
          <a:prstGeom prst="rect">
            <a:avLst/>
          </a:prstGeom>
        </p:spPr>
        <p:txBody>
          <a:bodyPr vert="horz" wrap="square" lIns="0" tIns="0" rIns="0" bIns="0" rtlCol="0" anchor="t" anchorCtr="0">
            <a:noAutofit/>
          </a:bodyPr>
          <a:lstStyle>
            <a:lvl1pPr>
              <a:defRPr lang="en-GB" dirty="0"/>
            </a:lvl1pPr>
            <a:lvl2pPr>
              <a:defRPr lang="en-GB" dirty="0"/>
            </a:lvl2pPr>
            <a:lvl3pPr>
              <a:defRPr lang="en-GB" dirty="0"/>
            </a:lvl3pPr>
            <a:lvl4pPr>
              <a:defRPr lang="en-GB" dirty="0"/>
            </a:lvl4pPr>
            <a:lvl5pPr>
              <a:defRPr lang="en-GB" dirty="0"/>
            </a:lvl5pPr>
            <a:lvl6pPr>
              <a:defRPr lang="en-GB" dirty="0"/>
            </a:lvl6pPr>
            <a:lvl7pPr>
              <a:defRPr lang="en-GB" dirty="0"/>
            </a:lvl7pPr>
            <a:lvl8pPr>
              <a:defRPr lang="en-GB" dirty="0"/>
            </a:lvl8pPr>
            <a:lvl9pPr>
              <a:defRPr lang="en-GB" dirty="0"/>
            </a:lvl9pPr>
          </a:lstStyle>
          <a:p>
            <a:pPr lvl="0"/>
            <a:r>
              <a:rPr lang="en-GB"/>
              <a:t>First Level</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 level</a:t>
            </a:r>
          </a:p>
          <a:p>
            <a:pPr lvl="8"/>
            <a:r>
              <a:rPr lang="en-GB"/>
              <a:t>Ninth level</a:t>
            </a:r>
          </a:p>
        </p:txBody>
      </p:sp>
      <p:sp>
        <p:nvSpPr>
          <p:cNvPr id="4" name="ChapterTitle">
            <a:extLst>
              <a:ext uri="{FF2B5EF4-FFF2-40B4-BE49-F238E27FC236}">
                <a16:creationId xmlns:a16="http://schemas.microsoft.com/office/drawing/2014/main" id="{F39C0DA4-94E0-A68F-CF3C-12A28721B7C7}"/>
              </a:ext>
            </a:extLst>
          </p:cNvPr>
          <p:cNvSpPr>
            <a:spLocks noGrp="1"/>
          </p:cNvSpPr>
          <p:nvPr>
            <p:ph type="body" sz="quarter" idx="24" hasCustomPrompt="1"/>
          </p:nvPr>
        </p:nvSpPr>
        <p:spPr>
          <a:xfrm>
            <a:off x="508000" y="240853"/>
            <a:ext cx="5465763" cy="153888"/>
          </a:xfrm>
          <a:prstGeom prst="rect">
            <a:avLst/>
          </a:prstGeom>
        </p:spPr>
        <p:txBody>
          <a:bodyPr>
            <a:noAutofit/>
          </a:bodyPr>
          <a:lstStyle>
            <a:lvl1pPr marL="0" indent="0">
              <a:buFont typeface="Arial" panose="020B0604020202020204" pitchFamily="34" charset="0"/>
              <a:buNone/>
              <a:defRPr sz="1000" b="0" baseline="0">
                <a:latin typeface="+mn-lt"/>
              </a:defRPr>
            </a:lvl1pPr>
          </a:lstStyle>
          <a:p>
            <a:pPr lvl="0"/>
            <a:r>
              <a:rPr lang="en-GB"/>
              <a:t>Chapter title (optional)</a:t>
            </a:r>
          </a:p>
        </p:txBody>
      </p:sp>
    </p:spTree>
    <p:extLst>
      <p:ext uri="{BB962C8B-B14F-4D97-AF65-F5344CB8AC3E}">
        <p14:creationId xmlns:p14="http://schemas.microsoft.com/office/powerpoint/2010/main" val="2576635736"/>
      </p:ext>
    </p:extLst>
  </p:cSld>
  <p:clrMapOvr>
    <a:masterClrMapping/>
  </p:clrMapOvr>
  <p:hf hd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 column with landscape photo">
    <p:spTree>
      <p:nvGrpSpPr>
        <p:cNvPr id="1" name=""/>
        <p:cNvGrpSpPr/>
        <p:nvPr/>
      </p:nvGrpSpPr>
      <p:grpSpPr>
        <a:xfrm>
          <a:off x="0" y="0"/>
          <a:ext cx="0" cy="0"/>
          <a:chOff x="0" y="0"/>
          <a:chExt cx="0" cy="0"/>
        </a:xfrm>
      </p:grpSpPr>
      <p:sp>
        <p:nvSpPr>
          <p:cNvPr id="3" name="Title"/>
          <p:cNvSpPr>
            <a:spLocks noGrp="1"/>
          </p:cNvSpPr>
          <p:nvPr>
            <p:ph type="title"/>
          </p:nvPr>
        </p:nvSpPr>
        <p:spPr/>
        <p:txBody>
          <a:bodyPr/>
          <a:lstStyle/>
          <a:p>
            <a:r>
              <a:rPr lang="pt-BR" noProof="0"/>
              <a:t>Clique para editar o título Mestre</a:t>
            </a:r>
            <a:endParaRPr lang="en-GB" noProof="0"/>
          </a:p>
        </p:txBody>
      </p:sp>
      <p:sp>
        <p:nvSpPr>
          <p:cNvPr id="4" name="Footer">
            <a:extLst>
              <a:ext uri="{FF2B5EF4-FFF2-40B4-BE49-F238E27FC236}">
                <a16:creationId xmlns:a16="http://schemas.microsoft.com/office/drawing/2014/main" id="{76F9D32F-58FC-35C1-7177-D4794D6C55AA}"/>
              </a:ext>
            </a:extLst>
          </p:cNvPr>
          <p:cNvSpPr>
            <a:spLocks noGrp="1"/>
          </p:cNvSpPr>
          <p:nvPr>
            <p:ph type="ftr" sz="quarter" idx="13"/>
          </p:nvPr>
        </p:nvSpPr>
        <p:spPr>
          <a:xfrm>
            <a:off x="7210426" y="6460293"/>
            <a:ext cx="4032249" cy="143720"/>
          </a:xfrm>
          <a:prstGeom prst="rect">
            <a:avLst/>
          </a:prstGeom>
        </p:spPr>
        <p:txBody>
          <a:bodyPr/>
          <a:lstStyle>
            <a:lvl1pPr>
              <a:defRPr lang="en-GB" noProof="0" dirty="0"/>
            </a:lvl1pPr>
          </a:lstStyle>
          <a:p>
            <a:endParaRPr lang="en-GB"/>
          </a:p>
        </p:txBody>
      </p:sp>
      <p:sp>
        <p:nvSpPr>
          <p:cNvPr id="5" name="SlideNumber">
            <a:extLst>
              <a:ext uri="{FF2B5EF4-FFF2-40B4-BE49-F238E27FC236}">
                <a16:creationId xmlns:a16="http://schemas.microsoft.com/office/drawing/2014/main" id="{A87403F4-0649-8638-E5FB-974F7C77D8CD}"/>
              </a:ext>
            </a:extLst>
          </p:cNvPr>
          <p:cNvSpPr>
            <a:spLocks noGrp="1"/>
          </p:cNvSpPr>
          <p:nvPr>
            <p:ph type="sldNum" sz="quarter" idx="14"/>
          </p:nvPr>
        </p:nvSpPr>
        <p:spPr>
          <a:xfrm>
            <a:off x="11412536" y="6460293"/>
            <a:ext cx="271463" cy="143720"/>
          </a:xfrm>
          <a:prstGeom prst="rect">
            <a:avLst/>
          </a:prstGeom>
        </p:spPr>
        <p:txBody>
          <a:bodyPr/>
          <a:lstStyle>
            <a:lvl1pPr>
              <a:defRPr lang="en-GB" noProof="0"/>
            </a:lvl1pPr>
          </a:lstStyle>
          <a:p>
            <a:fld id="{1AB31D9B-80B6-41F8-B283-556E26E6158E}" type="slidenum">
              <a:rPr lang="en-GB"/>
              <a:pPr/>
              <a:t>‹nº›</a:t>
            </a:fld>
            <a:endParaRPr lang="en-GB"/>
          </a:p>
        </p:txBody>
      </p:sp>
      <p:sp>
        <p:nvSpPr>
          <p:cNvPr id="9" name="Content 1">
            <a:extLst>
              <a:ext uri="{FF2B5EF4-FFF2-40B4-BE49-F238E27FC236}">
                <a16:creationId xmlns:a16="http://schemas.microsoft.com/office/drawing/2014/main" id="{C4186A8E-7BF1-1F46-843E-9C6F60106A4F}"/>
              </a:ext>
            </a:extLst>
          </p:cNvPr>
          <p:cNvSpPr>
            <a:spLocks noGrp="1"/>
          </p:cNvSpPr>
          <p:nvPr>
            <p:ph sz="quarter" idx="16" hasCustomPrompt="1"/>
          </p:nvPr>
        </p:nvSpPr>
        <p:spPr>
          <a:xfrm>
            <a:off x="508001" y="3914775"/>
            <a:ext cx="5465234" cy="2070100"/>
          </a:xfrm>
          <a:custGeom>
            <a:avLst/>
            <a:gdLst>
              <a:gd name="connsiteX0" fmla="*/ 0 w 4098925"/>
              <a:gd name="connsiteY0" fmla="*/ 0 h 4525962"/>
              <a:gd name="connsiteX1" fmla="*/ 4098925 w 4098925"/>
              <a:gd name="connsiteY1" fmla="*/ 0 h 4525962"/>
              <a:gd name="connsiteX2" fmla="*/ 4098925 w 4098925"/>
              <a:gd name="connsiteY2" fmla="*/ 4525962 h 4525962"/>
              <a:gd name="connsiteX3" fmla="*/ 0 w 4098925"/>
              <a:gd name="connsiteY3" fmla="*/ 4525962 h 4525962"/>
            </a:gdLst>
            <a:ahLst/>
            <a:cxnLst>
              <a:cxn ang="0">
                <a:pos x="connsiteX0" y="connsiteY0"/>
              </a:cxn>
              <a:cxn ang="0">
                <a:pos x="connsiteX1" y="connsiteY1"/>
              </a:cxn>
              <a:cxn ang="0">
                <a:pos x="connsiteX2" y="connsiteY2"/>
              </a:cxn>
              <a:cxn ang="0">
                <a:pos x="connsiteX3" y="connsiteY3"/>
              </a:cxn>
            </a:cxnLst>
            <a:rect l="l" t="t" r="r" b="b"/>
            <a:pathLst>
              <a:path w="4098925" h="4525962">
                <a:moveTo>
                  <a:pt x="0" y="0"/>
                </a:moveTo>
                <a:lnTo>
                  <a:pt x="4098925" y="0"/>
                </a:lnTo>
                <a:lnTo>
                  <a:pt x="4098925" y="4525962"/>
                </a:lnTo>
                <a:lnTo>
                  <a:pt x="0" y="4525962"/>
                </a:lnTo>
                <a:close/>
              </a:path>
            </a:pathLst>
          </a:custGeom>
        </p:spPr>
        <p:txBody>
          <a:bodyPr wrap="square">
            <a:noAutofit/>
          </a:bodyPr>
          <a:lstStyle/>
          <a:p>
            <a:pPr lvl="0"/>
            <a:r>
              <a:rPr lang="en-GB" noProof="0"/>
              <a:t>First Level</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Sixth level</a:t>
            </a:r>
          </a:p>
          <a:p>
            <a:pPr lvl="6"/>
            <a:r>
              <a:rPr lang="en-GB" noProof="0"/>
              <a:t>Seventh level</a:t>
            </a:r>
          </a:p>
          <a:p>
            <a:pPr lvl="7"/>
            <a:r>
              <a:rPr lang="en-GB" noProof="0"/>
              <a:t>Eight level</a:t>
            </a:r>
          </a:p>
          <a:p>
            <a:pPr lvl="8"/>
            <a:r>
              <a:rPr lang="en-GB" noProof="0"/>
              <a:t>Ninth level</a:t>
            </a:r>
          </a:p>
        </p:txBody>
      </p:sp>
      <p:sp>
        <p:nvSpPr>
          <p:cNvPr id="10" name="Content 1">
            <a:extLst>
              <a:ext uri="{FF2B5EF4-FFF2-40B4-BE49-F238E27FC236}">
                <a16:creationId xmlns:a16="http://schemas.microsoft.com/office/drawing/2014/main" id="{D656E51E-4D5D-1182-FBB2-19246EA650BA}"/>
              </a:ext>
            </a:extLst>
          </p:cNvPr>
          <p:cNvSpPr>
            <a:spLocks noGrp="1"/>
          </p:cNvSpPr>
          <p:nvPr>
            <p:ph sz="quarter" idx="17" hasCustomPrompt="1"/>
          </p:nvPr>
        </p:nvSpPr>
        <p:spPr>
          <a:xfrm>
            <a:off x="6216651" y="3914775"/>
            <a:ext cx="5465234" cy="2070100"/>
          </a:xfrm>
          <a:custGeom>
            <a:avLst/>
            <a:gdLst>
              <a:gd name="connsiteX0" fmla="*/ 0 w 4098925"/>
              <a:gd name="connsiteY0" fmla="*/ 0 h 4525962"/>
              <a:gd name="connsiteX1" fmla="*/ 4098925 w 4098925"/>
              <a:gd name="connsiteY1" fmla="*/ 0 h 4525962"/>
              <a:gd name="connsiteX2" fmla="*/ 4098925 w 4098925"/>
              <a:gd name="connsiteY2" fmla="*/ 4525962 h 4525962"/>
              <a:gd name="connsiteX3" fmla="*/ 0 w 4098925"/>
              <a:gd name="connsiteY3" fmla="*/ 4525962 h 4525962"/>
            </a:gdLst>
            <a:ahLst/>
            <a:cxnLst>
              <a:cxn ang="0">
                <a:pos x="connsiteX0" y="connsiteY0"/>
              </a:cxn>
              <a:cxn ang="0">
                <a:pos x="connsiteX1" y="connsiteY1"/>
              </a:cxn>
              <a:cxn ang="0">
                <a:pos x="connsiteX2" y="connsiteY2"/>
              </a:cxn>
              <a:cxn ang="0">
                <a:pos x="connsiteX3" y="connsiteY3"/>
              </a:cxn>
            </a:cxnLst>
            <a:rect l="l" t="t" r="r" b="b"/>
            <a:pathLst>
              <a:path w="4098925" h="4525962">
                <a:moveTo>
                  <a:pt x="0" y="0"/>
                </a:moveTo>
                <a:lnTo>
                  <a:pt x="4098925" y="0"/>
                </a:lnTo>
                <a:lnTo>
                  <a:pt x="4098925" y="4525962"/>
                </a:lnTo>
                <a:lnTo>
                  <a:pt x="0" y="4525962"/>
                </a:lnTo>
                <a:close/>
              </a:path>
            </a:pathLst>
          </a:custGeom>
        </p:spPr>
        <p:txBody>
          <a:bodyPr wrap="square">
            <a:noAutofit/>
          </a:bodyPr>
          <a:lstStyle/>
          <a:p>
            <a:pPr lvl="0"/>
            <a:r>
              <a:rPr lang="en-GB" noProof="0"/>
              <a:t>First Level</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Sixth level</a:t>
            </a:r>
          </a:p>
          <a:p>
            <a:pPr lvl="6"/>
            <a:r>
              <a:rPr lang="en-GB" noProof="0"/>
              <a:t>Seventh level</a:t>
            </a:r>
          </a:p>
          <a:p>
            <a:pPr lvl="7"/>
            <a:r>
              <a:rPr lang="en-GB" noProof="0"/>
              <a:t>Eight level</a:t>
            </a:r>
          </a:p>
          <a:p>
            <a:pPr lvl="8"/>
            <a:r>
              <a:rPr lang="en-GB" noProof="0"/>
              <a:t>Ninth level</a:t>
            </a:r>
          </a:p>
        </p:txBody>
      </p:sp>
      <p:sp>
        <p:nvSpPr>
          <p:cNvPr id="6" name="Picture Placeholder 5">
            <a:extLst>
              <a:ext uri="{FF2B5EF4-FFF2-40B4-BE49-F238E27FC236}">
                <a16:creationId xmlns:a16="http://schemas.microsoft.com/office/drawing/2014/main" id="{15583CD1-0DA9-F2B3-B5E5-172BA466C24C}"/>
              </a:ext>
            </a:extLst>
          </p:cNvPr>
          <p:cNvSpPr>
            <a:spLocks noGrp="1"/>
          </p:cNvSpPr>
          <p:nvPr>
            <p:ph type="pic" sz="quarter" idx="18" hasCustomPrompt="1"/>
          </p:nvPr>
        </p:nvSpPr>
        <p:spPr>
          <a:xfrm>
            <a:off x="505884" y="1724025"/>
            <a:ext cx="11178116" cy="1909762"/>
          </a:xfrm>
          <a:solidFill>
            <a:schemeClr val="bg2"/>
          </a:solidFill>
        </p:spPr>
        <p:txBody>
          <a:bodyPr/>
          <a:lstStyle>
            <a:lvl1pPr algn="ctr">
              <a:defRPr b="0"/>
            </a:lvl1pPr>
          </a:lstStyle>
          <a:p>
            <a:r>
              <a:rPr lang="en-GB" noProof="0"/>
              <a:t>To insert photo, please select placeholder, then access BrandCentral through the BrandCentral ribbon</a:t>
            </a:r>
          </a:p>
        </p:txBody>
      </p:sp>
      <p:sp>
        <p:nvSpPr>
          <p:cNvPr id="2" name="ChapterTitle">
            <a:extLst>
              <a:ext uri="{FF2B5EF4-FFF2-40B4-BE49-F238E27FC236}">
                <a16:creationId xmlns:a16="http://schemas.microsoft.com/office/drawing/2014/main" id="{10C60878-0DE8-407B-4A54-B7AF2BFCE3A6}"/>
              </a:ext>
            </a:extLst>
          </p:cNvPr>
          <p:cNvSpPr>
            <a:spLocks noGrp="1"/>
          </p:cNvSpPr>
          <p:nvPr>
            <p:ph type="body" sz="quarter" idx="24" hasCustomPrompt="1"/>
          </p:nvPr>
        </p:nvSpPr>
        <p:spPr>
          <a:xfrm>
            <a:off x="508000" y="240853"/>
            <a:ext cx="5465763" cy="153888"/>
          </a:xfrm>
          <a:prstGeom prst="rect">
            <a:avLst/>
          </a:prstGeom>
        </p:spPr>
        <p:txBody>
          <a:bodyPr>
            <a:noAutofit/>
          </a:bodyPr>
          <a:lstStyle>
            <a:lvl1pPr marL="0" indent="0">
              <a:buFont typeface="Arial" panose="020B0604020202020204" pitchFamily="34" charset="0"/>
              <a:buNone/>
              <a:defRPr sz="1000" b="0" baseline="0">
                <a:latin typeface="+mn-lt"/>
              </a:defRPr>
            </a:lvl1pPr>
          </a:lstStyle>
          <a:p>
            <a:pPr lvl="0"/>
            <a:r>
              <a:rPr lang="en-GB"/>
              <a:t>Chapter title (optional)</a:t>
            </a:r>
          </a:p>
        </p:txBody>
      </p:sp>
    </p:spTree>
    <p:extLst>
      <p:ext uri="{BB962C8B-B14F-4D97-AF65-F5344CB8AC3E}">
        <p14:creationId xmlns:p14="http://schemas.microsoft.com/office/powerpoint/2010/main" val="478865383"/>
      </p:ext>
    </p:extLst>
  </p:cSld>
  <p:clrMapOvr>
    <a:masterClrMapping/>
  </p:clrMapOvr>
  <p:hf hdr="0" dt="0"/>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Letter">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E580F41F-EB28-1BAB-5A8B-FEBAEA61525D}"/>
              </a:ext>
            </a:extLst>
          </p:cNvPr>
          <p:cNvSpPr>
            <a:spLocks noGrp="1"/>
          </p:cNvSpPr>
          <p:nvPr>
            <p:ph type="body" sz="quarter" idx="15" hasCustomPrompt="1"/>
          </p:nvPr>
        </p:nvSpPr>
        <p:spPr>
          <a:xfrm>
            <a:off x="507999" y="2943806"/>
            <a:ext cx="5465232" cy="2373007"/>
          </a:xfrm>
          <a:prstGeom prst="rect">
            <a:avLst/>
          </a:prstGeom>
        </p:spPr>
        <p:txBody>
          <a:bodyPr/>
          <a:lstStyle>
            <a:lvl1pPr>
              <a:defRPr sz="1000"/>
            </a:lvl1pPr>
            <a:lvl2pPr>
              <a:defRPr sz="900"/>
            </a:lvl2pPr>
            <a:lvl3pPr>
              <a:defRPr sz="900"/>
            </a:lvl3pPr>
            <a:lvl4pPr>
              <a:defRPr sz="900"/>
            </a:lvl4pPr>
            <a:lvl5pPr>
              <a:defRPr sz="900"/>
            </a:lvl5pPr>
            <a:lvl6pPr>
              <a:defRPr sz="900"/>
            </a:lvl6pPr>
            <a:lvl7pPr>
              <a:defRPr sz="900"/>
            </a:lvl7pPr>
            <a:lvl8pPr>
              <a:defRPr sz="900"/>
            </a:lvl8pPr>
            <a:lvl9pPr>
              <a:defRPr sz="900"/>
            </a:lvl9pPr>
          </a:lstStyle>
          <a:p>
            <a:pPr lvl="0"/>
            <a:r>
              <a:rPr lang="en-GB"/>
              <a:t>First Level</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 level</a:t>
            </a:r>
          </a:p>
          <a:p>
            <a:pPr lvl="8"/>
            <a:r>
              <a:rPr lang="en-GB"/>
              <a:t>Ninth level</a:t>
            </a:r>
          </a:p>
        </p:txBody>
      </p:sp>
      <p:sp>
        <p:nvSpPr>
          <p:cNvPr id="9" name="Text Placeholder 7">
            <a:extLst>
              <a:ext uri="{FF2B5EF4-FFF2-40B4-BE49-F238E27FC236}">
                <a16:creationId xmlns:a16="http://schemas.microsoft.com/office/drawing/2014/main" id="{6F235668-E936-06F6-5C09-17C11D45E755}"/>
              </a:ext>
            </a:extLst>
          </p:cNvPr>
          <p:cNvSpPr>
            <a:spLocks noGrp="1"/>
          </p:cNvSpPr>
          <p:nvPr>
            <p:ph type="body" sz="quarter" idx="16" hasCustomPrompt="1"/>
          </p:nvPr>
        </p:nvSpPr>
        <p:spPr>
          <a:xfrm>
            <a:off x="6218770" y="2943807"/>
            <a:ext cx="5465233" cy="2206526"/>
          </a:xfrm>
          <a:prstGeom prst="rect">
            <a:avLst/>
          </a:prstGeom>
        </p:spPr>
        <p:txBody>
          <a:bodyPr/>
          <a:lstStyle>
            <a:lvl1pPr>
              <a:defRPr sz="1000"/>
            </a:lvl1pPr>
            <a:lvl2pPr>
              <a:defRPr sz="900"/>
            </a:lvl2pPr>
            <a:lvl3pPr>
              <a:defRPr sz="900"/>
            </a:lvl3pPr>
            <a:lvl4pPr>
              <a:defRPr sz="900"/>
            </a:lvl4pPr>
            <a:lvl5pPr>
              <a:defRPr sz="900"/>
            </a:lvl5pPr>
            <a:lvl6pPr>
              <a:defRPr sz="900"/>
            </a:lvl6pPr>
            <a:lvl7pPr>
              <a:defRPr sz="900"/>
            </a:lvl7pPr>
            <a:lvl8pPr>
              <a:defRPr sz="900"/>
            </a:lvl8pPr>
            <a:lvl9pPr>
              <a:defRPr sz="900"/>
            </a:lvl9pPr>
          </a:lstStyle>
          <a:p>
            <a:pPr lvl="0"/>
            <a:r>
              <a:rPr lang="en-GB"/>
              <a:t>First Level</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 level</a:t>
            </a:r>
          </a:p>
          <a:p>
            <a:pPr lvl="8"/>
            <a:r>
              <a:rPr lang="en-GB"/>
              <a:t>Ninth level</a:t>
            </a:r>
          </a:p>
        </p:txBody>
      </p:sp>
      <p:sp>
        <p:nvSpPr>
          <p:cNvPr id="11" name="Text Placeholder 7">
            <a:extLst>
              <a:ext uri="{FF2B5EF4-FFF2-40B4-BE49-F238E27FC236}">
                <a16:creationId xmlns:a16="http://schemas.microsoft.com/office/drawing/2014/main" id="{ECCEF31D-6A6E-19DE-EA52-6C099A58ED52}"/>
              </a:ext>
            </a:extLst>
          </p:cNvPr>
          <p:cNvSpPr>
            <a:spLocks noGrp="1"/>
          </p:cNvSpPr>
          <p:nvPr>
            <p:ph type="body" sz="quarter" idx="17"/>
          </p:nvPr>
        </p:nvSpPr>
        <p:spPr>
          <a:xfrm>
            <a:off x="507997" y="1348356"/>
            <a:ext cx="3027516" cy="928256"/>
          </a:xfrm>
          <a:prstGeom prst="rect">
            <a:avLst/>
          </a:prstGeom>
        </p:spPr>
        <p:txBody>
          <a:bodyPr/>
          <a:lstStyle>
            <a:lvl1pPr>
              <a:spcAft>
                <a:spcPts val="0"/>
              </a:spcAft>
              <a:defRPr sz="900">
                <a:solidFill>
                  <a:schemeClr val="tx1"/>
                </a:solidFill>
              </a:defRPr>
            </a:lvl1pPr>
            <a:lvl2pPr>
              <a:spcAft>
                <a:spcPts val="0"/>
              </a:spcAft>
              <a:defRPr sz="900" b="0">
                <a:solidFill>
                  <a:schemeClr val="tx1"/>
                </a:solidFill>
              </a:defRPr>
            </a:lvl2pPr>
            <a:lvl3pPr>
              <a:spcAft>
                <a:spcPts val="0"/>
              </a:spcAft>
              <a:defRPr sz="1100"/>
            </a:lvl3pPr>
            <a:lvl4pPr>
              <a:spcAft>
                <a:spcPts val="0"/>
              </a:spcAft>
              <a:defRPr sz="1100"/>
            </a:lvl4pPr>
            <a:lvl5pPr>
              <a:spcAft>
                <a:spcPts val="0"/>
              </a:spcAft>
              <a:defRPr sz="1100"/>
            </a:lvl5pPr>
          </a:lstStyle>
          <a:p>
            <a:pPr lvl="0"/>
            <a:r>
              <a:rPr lang="pt-BR"/>
              <a:t>Clique para editar os estilos de texto Mestres</a:t>
            </a:r>
          </a:p>
          <a:p>
            <a:pPr lvl="1"/>
            <a:r>
              <a:rPr lang="pt-BR"/>
              <a:t>Segundo nível</a:t>
            </a:r>
          </a:p>
        </p:txBody>
      </p:sp>
      <p:sp>
        <p:nvSpPr>
          <p:cNvPr id="12" name="Text Placeholder 7">
            <a:extLst>
              <a:ext uri="{FF2B5EF4-FFF2-40B4-BE49-F238E27FC236}">
                <a16:creationId xmlns:a16="http://schemas.microsoft.com/office/drawing/2014/main" id="{44CB9065-2981-725C-301A-CCBC3E99D6E8}"/>
              </a:ext>
            </a:extLst>
          </p:cNvPr>
          <p:cNvSpPr>
            <a:spLocks noGrp="1"/>
          </p:cNvSpPr>
          <p:nvPr>
            <p:ph type="body" sz="quarter" idx="18"/>
          </p:nvPr>
        </p:nvSpPr>
        <p:spPr>
          <a:xfrm>
            <a:off x="8828088" y="1348356"/>
            <a:ext cx="2855912" cy="928256"/>
          </a:xfrm>
          <a:prstGeom prst="rect">
            <a:avLst/>
          </a:prstGeom>
        </p:spPr>
        <p:txBody>
          <a:bodyPr/>
          <a:lstStyle>
            <a:lvl1pPr>
              <a:spcAft>
                <a:spcPts val="0"/>
              </a:spcAft>
              <a:defRPr sz="900">
                <a:solidFill>
                  <a:schemeClr val="tx1"/>
                </a:solidFill>
              </a:defRPr>
            </a:lvl1pPr>
            <a:lvl2pPr>
              <a:spcAft>
                <a:spcPts val="0"/>
              </a:spcAft>
              <a:defRPr sz="900" b="0">
                <a:solidFill>
                  <a:schemeClr val="tx1"/>
                </a:solidFill>
              </a:defRPr>
            </a:lvl2pPr>
            <a:lvl3pPr>
              <a:spcAft>
                <a:spcPts val="0"/>
              </a:spcAft>
              <a:defRPr sz="1100"/>
            </a:lvl3pPr>
            <a:lvl4pPr>
              <a:spcAft>
                <a:spcPts val="0"/>
              </a:spcAft>
              <a:defRPr sz="1100"/>
            </a:lvl4pPr>
            <a:lvl5pPr>
              <a:spcAft>
                <a:spcPts val="0"/>
              </a:spcAft>
              <a:defRPr sz="1100"/>
            </a:lvl5pPr>
          </a:lstStyle>
          <a:p>
            <a:pPr lvl="0"/>
            <a:r>
              <a:rPr lang="pt-BR"/>
              <a:t>Clique para editar os estilos de texto Mestres</a:t>
            </a:r>
          </a:p>
          <a:p>
            <a:pPr lvl="1"/>
            <a:r>
              <a:rPr lang="pt-BR"/>
              <a:t>Segundo nível</a:t>
            </a:r>
          </a:p>
        </p:txBody>
      </p:sp>
      <p:sp>
        <p:nvSpPr>
          <p:cNvPr id="13" name="Text Placeholder 7">
            <a:extLst>
              <a:ext uri="{FF2B5EF4-FFF2-40B4-BE49-F238E27FC236}">
                <a16:creationId xmlns:a16="http://schemas.microsoft.com/office/drawing/2014/main" id="{ADC83765-B3F9-0C17-C360-4E77C4436855}"/>
              </a:ext>
            </a:extLst>
          </p:cNvPr>
          <p:cNvSpPr>
            <a:spLocks noGrp="1"/>
          </p:cNvSpPr>
          <p:nvPr>
            <p:ph type="body" sz="quarter" idx="19" hasCustomPrompt="1"/>
          </p:nvPr>
        </p:nvSpPr>
        <p:spPr>
          <a:xfrm>
            <a:off x="507998" y="2641205"/>
            <a:ext cx="5465823" cy="221777"/>
          </a:xfrm>
          <a:prstGeom prst="rect">
            <a:avLst/>
          </a:prstGeom>
        </p:spPr>
        <p:txBody>
          <a:bodyPr/>
          <a:lstStyle>
            <a:lvl1pPr>
              <a:defRPr sz="900">
                <a:solidFill>
                  <a:schemeClr val="tx1"/>
                </a:solidFill>
              </a:defRPr>
            </a:lvl1pPr>
            <a:lvl2pPr>
              <a:defRPr sz="900"/>
            </a:lvl2pPr>
            <a:lvl3pPr>
              <a:defRPr sz="900"/>
            </a:lvl3pPr>
            <a:lvl4pPr>
              <a:defRPr sz="900"/>
            </a:lvl4pPr>
            <a:lvl5pPr>
              <a:defRPr sz="900"/>
            </a:lvl5pPr>
          </a:lstStyle>
          <a:p>
            <a:pPr lvl="0"/>
            <a:r>
              <a:rPr lang="en-GB"/>
              <a:t>Salutation</a:t>
            </a:r>
          </a:p>
        </p:txBody>
      </p:sp>
      <p:sp>
        <p:nvSpPr>
          <p:cNvPr id="15" name="Text Placeholder 7">
            <a:extLst>
              <a:ext uri="{FF2B5EF4-FFF2-40B4-BE49-F238E27FC236}">
                <a16:creationId xmlns:a16="http://schemas.microsoft.com/office/drawing/2014/main" id="{EE0656AB-B32B-BE45-0026-E4822D30290A}"/>
              </a:ext>
            </a:extLst>
          </p:cNvPr>
          <p:cNvSpPr>
            <a:spLocks noGrp="1"/>
          </p:cNvSpPr>
          <p:nvPr>
            <p:ph type="body" sz="quarter" idx="20" hasCustomPrompt="1"/>
          </p:nvPr>
        </p:nvSpPr>
        <p:spPr>
          <a:xfrm>
            <a:off x="507997" y="2363935"/>
            <a:ext cx="5465824" cy="221778"/>
          </a:xfrm>
          <a:prstGeom prst="rect">
            <a:avLst/>
          </a:prstGeom>
        </p:spPr>
        <p:txBody>
          <a:bodyPr/>
          <a:lstStyle>
            <a:lvl1pPr>
              <a:spcAft>
                <a:spcPts val="0"/>
              </a:spcAft>
              <a:defRPr sz="900" b="0">
                <a:solidFill>
                  <a:schemeClr val="tx1"/>
                </a:solidFill>
              </a:defRPr>
            </a:lvl1pPr>
            <a:lvl2pPr>
              <a:spcAft>
                <a:spcPts val="0"/>
              </a:spcAft>
              <a:defRPr sz="1100" b="0"/>
            </a:lvl2pPr>
            <a:lvl3pPr>
              <a:spcAft>
                <a:spcPts val="0"/>
              </a:spcAft>
              <a:defRPr sz="1100" b="0"/>
            </a:lvl3pPr>
            <a:lvl4pPr>
              <a:spcAft>
                <a:spcPts val="0"/>
              </a:spcAft>
              <a:defRPr sz="1100" b="0"/>
            </a:lvl4pPr>
            <a:lvl5pPr>
              <a:spcAft>
                <a:spcPts val="0"/>
              </a:spcAft>
              <a:defRPr sz="1100" b="0"/>
            </a:lvl5pPr>
          </a:lstStyle>
          <a:p>
            <a:pPr lvl="0"/>
            <a:r>
              <a:rPr lang="en-GB"/>
              <a:t>Date</a:t>
            </a:r>
          </a:p>
        </p:txBody>
      </p:sp>
      <p:sp>
        <p:nvSpPr>
          <p:cNvPr id="16" name="Text Placeholder 7">
            <a:extLst>
              <a:ext uri="{FF2B5EF4-FFF2-40B4-BE49-F238E27FC236}">
                <a16:creationId xmlns:a16="http://schemas.microsoft.com/office/drawing/2014/main" id="{653ABA60-6969-0228-ABF7-8E5B77204590}"/>
              </a:ext>
            </a:extLst>
          </p:cNvPr>
          <p:cNvSpPr>
            <a:spLocks noGrp="1"/>
          </p:cNvSpPr>
          <p:nvPr>
            <p:ph type="body" sz="quarter" idx="21"/>
          </p:nvPr>
        </p:nvSpPr>
        <p:spPr>
          <a:xfrm>
            <a:off x="6216651" y="5258076"/>
            <a:ext cx="5467349" cy="339725"/>
          </a:xfrm>
          <a:prstGeom prst="rect">
            <a:avLst/>
          </a:prstGeom>
        </p:spPr>
        <p:txBody>
          <a:bodyPr/>
          <a:lstStyle>
            <a:lvl1pPr>
              <a:spcAft>
                <a:spcPts val="0"/>
              </a:spcAft>
              <a:defRPr sz="1100">
                <a:solidFill>
                  <a:schemeClr val="accent1"/>
                </a:solidFill>
              </a:defRPr>
            </a:lvl1pPr>
            <a:lvl2pPr>
              <a:spcAft>
                <a:spcPts val="0"/>
              </a:spcAft>
              <a:defRPr sz="1100" b="1">
                <a:solidFill>
                  <a:schemeClr val="tx1"/>
                </a:solidFill>
              </a:defRPr>
            </a:lvl2pPr>
            <a:lvl3pPr>
              <a:spcAft>
                <a:spcPts val="0"/>
              </a:spcAft>
              <a:defRPr sz="1100"/>
            </a:lvl3pPr>
            <a:lvl4pPr>
              <a:spcAft>
                <a:spcPts val="0"/>
              </a:spcAft>
              <a:defRPr sz="1100"/>
            </a:lvl4pPr>
            <a:lvl5pPr>
              <a:spcAft>
                <a:spcPts val="0"/>
              </a:spcAft>
              <a:defRPr sz="1100"/>
            </a:lvl5pPr>
          </a:lstStyle>
          <a:p>
            <a:pPr lvl="0"/>
            <a:r>
              <a:rPr lang="pt-BR"/>
              <a:t>Clique para editar os estilos de texto Mestres</a:t>
            </a:r>
          </a:p>
          <a:p>
            <a:pPr lvl="1"/>
            <a:r>
              <a:rPr lang="pt-BR"/>
              <a:t>Segundo nível</a:t>
            </a:r>
          </a:p>
        </p:txBody>
      </p:sp>
      <p:sp>
        <p:nvSpPr>
          <p:cNvPr id="18" name="Picture Placeholder 17">
            <a:extLst>
              <a:ext uri="{FF2B5EF4-FFF2-40B4-BE49-F238E27FC236}">
                <a16:creationId xmlns:a16="http://schemas.microsoft.com/office/drawing/2014/main" id="{82EA53CF-1198-E571-D5D9-67CD49680D6F}"/>
              </a:ext>
            </a:extLst>
          </p:cNvPr>
          <p:cNvSpPr>
            <a:spLocks noGrp="1"/>
          </p:cNvSpPr>
          <p:nvPr>
            <p:ph type="pic" sz="quarter" idx="22" hasCustomPrompt="1"/>
          </p:nvPr>
        </p:nvSpPr>
        <p:spPr>
          <a:xfrm>
            <a:off x="6216651" y="5597800"/>
            <a:ext cx="2611967" cy="571501"/>
          </a:xfrm>
          <a:prstGeom prst="rect">
            <a:avLst/>
          </a:prstGeom>
        </p:spPr>
        <p:txBody>
          <a:bodyPr anchor="ctr"/>
          <a:lstStyle>
            <a:lvl1pPr algn="ctr">
              <a:defRPr sz="1200" b="0"/>
            </a:lvl1pPr>
          </a:lstStyle>
          <a:p>
            <a:r>
              <a:rPr lang="en-GB"/>
              <a:t>Signature</a:t>
            </a:r>
          </a:p>
        </p:txBody>
      </p:sp>
      <p:pic>
        <p:nvPicPr>
          <p:cNvPr id="5" name="GT#standard_16x9_top">
            <a:extLst>
              <a:ext uri="{FF2B5EF4-FFF2-40B4-BE49-F238E27FC236}">
                <a16:creationId xmlns:a16="http://schemas.microsoft.com/office/drawing/2014/main" id="{2CC9CE32-F1B6-E79B-80AF-0AAF14C6EA4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66191" y="134404"/>
            <a:ext cx="3675628" cy="1174159"/>
          </a:xfrm>
          <a:prstGeom prst="rect">
            <a:avLst/>
          </a:prstGeom>
        </p:spPr>
      </p:pic>
    </p:spTree>
    <p:extLst>
      <p:ext uri="{BB962C8B-B14F-4D97-AF65-F5344CB8AC3E}">
        <p14:creationId xmlns:p14="http://schemas.microsoft.com/office/powerpoint/2010/main" val="1126727786"/>
      </p:ext>
    </p:extLst>
  </p:cSld>
  <p:clrMapOvr>
    <a:masterClrMapping/>
  </p:clrMapOvr>
  <p:hf hd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wo CVs">
    <p:spTree>
      <p:nvGrpSpPr>
        <p:cNvPr id="1" name=""/>
        <p:cNvGrpSpPr/>
        <p:nvPr/>
      </p:nvGrpSpPr>
      <p:grpSpPr>
        <a:xfrm>
          <a:off x="0" y="0"/>
          <a:ext cx="0" cy="0"/>
          <a:chOff x="0" y="0"/>
          <a:chExt cx="0" cy="0"/>
        </a:xfrm>
      </p:grpSpPr>
      <p:sp>
        <p:nvSpPr>
          <p:cNvPr id="7" name="Text 1"/>
          <p:cNvSpPr>
            <a:spLocks noGrp="1"/>
          </p:cNvSpPr>
          <p:nvPr>
            <p:ph type="body" sz="quarter" idx="12" hasCustomPrompt="1"/>
          </p:nvPr>
        </p:nvSpPr>
        <p:spPr>
          <a:xfrm>
            <a:off x="508001" y="2924175"/>
            <a:ext cx="5465762" cy="3060700"/>
          </a:xfrm>
          <a:prstGeom prst="rect">
            <a:avLst/>
          </a:prstGeom>
        </p:spPr>
        <p:txBody>
          <a:bodyPr vert="horz" wrap="square" lIns="0" tIns="0" rIns="0" bIns="0" rtlCol="0" anchor="t" anchorCtr="0">
            <a:noAutofit/>
          </a:bodyPr>
          <a:lstStyle>
            <a:lvl1pPr>
              <a:defRPr lang="en-GB" dirty="0"/>
            </a:lvl1pPr>
            <a:lvl2pPr>
              <a:defRPr lang="en-GB" dirty="0"/>
            </a:lvl2pPr>
            <a:lvl3pPr>
              <a:defRPr lang="en-GB" dirty="0"/>
            </a:lvl3pPr>
            <a:lvl4pPr>
              <a:defRPr lang="en-GB" dirty="0"/>
            </a:lvl4pPr>
            <a:lvl5pPr>
              <a:defRPr lang="en-GB" dirty="0"/>
            </a:lvl5pPr>
            <a:lvl6pPr>
              <a:defRPr lang="en-GB" dirty="0"/>
            </a:lvl6pPr>
            <a:lvl7pPr>
              <a:defRPr lang="en-GB" dirty="0"/>
            </a:lvl7pPr>
            <a:lvl8pPr>
              <a:defRPr lang="en-GB" dirty="0"/>
            </a:lvl8pPr>
            <a:lvl9pPr>
              <a:defRPr lang="en-GB" dirty="0"/>
            </a:lvl9pPr>
          </a:lstStyle>
          <a:p>
            <a:pPr lvl="0"/>
            <a:r>
              <a:rPr lang="en-GB"/>
              <a:t>First Level</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 level</a:t>
            </a:r>
          </a:p>
          <a:p>
            <a:pPr lvl="8"/>
            <a:r>
              <a:rPr lang="en-GB"/>
              <a:t>Ninth level</a:t>
            </a:r>
          </a:p>
        </p:txBody>
      </p:sp>
      <p:sp>
        <p:nvSpPr>
          <p:cNvPr id="3" name="Title"/>
          <p:cNvSpPr>
            <a:spLocks noGrp="1"/>
          </p:cNvSpPr>
          <p:nvPr>
            <p:ph type="title"/>
          </p:nvPr>
        </p:nvSpPr>
        <p:spPr/>
        <p:txBody>
          <a:bodyPr/>
          <a:lstStyle/>
          <a:p>
            <a:r>
              <a:rPr lang="pt-BR"/>
              <a:t>Clique para editar o título Mestre</a:t>
            </a:r>
            <a:endParaRPr lang="en-GB"/>
          </a:p>
        </p:txBody>
      </p:sp>
      <p:sp>
        <p:nvSpPr>
          <p:cNvPr id="8" name="Text 1">
            <a:extLst>
              <a:ext uri="{FF2B5EF4-FFF2-40B4-BE49-F238E27FC236}">
                <a16:creationId xmlns:a16="http://schemas.microsoft.com/office/drawing/2014/main" id="{EC4A0402-7396-053D-AA37-CDFAF3B9632F}"/>
              </a:ext>
            </a:extLst>
          </p:cNvPr>
          <p:cNvSpPr>
            <a:spLocks noGrp="1"/>
          </p:cNvSpPr>
          <p:nvPr>
            <p:ph type="body" sz="quarter" idx="15" hasCustomPrompt="1"/>
          </p:nvPr>
        </p:nvSpPr>
        <p:spPr>
          <a:xfrm>
            <a:off x="1666875" y="1725613"/>
            <a:ext cx="4306887" cy="971550"/>
          </a:xfrm>
          <a:prstGeom prst="rect">
            <a:avLst/>
          </a:prstGeom>
        </p:spPr>
        <p:txBody>
          <a:bodyPr vert="horz" wrap="square" lIns="0" tIns="0" rIns="0" bIns="0" rtlCol="0" anchor="t" anchorCtr="0">
            <a:noAutofit/>
          </a:bodyPr>
          <a:lstStyle>
            <a:lvl1pPr>
              <a:spcAft>
                <a:spcPts val="0"/>
              </a:spcAft>
              <a:defRPr lang="en-GB" sz="1000" dirty="0">
                <a:solidFill>
                  <a:schemeClr val="accent1"/>
                </a:solidFill>
              </a:defRPr>
            </a:lvl1pPr>
            <a:lvl2pPr>
              <a:spcAft>
                <a:spcPts val="400"/>
              </a:spcAft>
              <a:defRPr lang="en-GB" sz="1000" b="0" dirty="0"/>
            </a:lvl2pPr>
            <a:lvl3pPr>
              <a:spcAft>
                <a:spcPts val="0"/>
              </a:spcAft>
              <a:defRPr lang="en-GB" sz="1000" b="0" dirty="0"/>
            </a:lvl3pPr>
            <a:lvl4pPr>
              <a:spcAft>
                <a:spcPts val="0"/>
              </a:spcAft>
              <a:defRPr lang="en-GB" sz="1000" i="1" dirty="0"/>
            </a:lvl4pPr>
            <a:lvl5pPr>
              <a:spcAft>
                <a:spcPts val="0"/>
              </a:spcAft>
              <a:defRPr lang="en-GB" sz="1000" dirty="0"/>
            </a:lvl5pPr>
            <a:lvl6pPr>
              <a:spcAft>
                <a:spcPts val="0"/>
              </a:spcAft>
              <a:defRPr lang="en-GB" sz="1000" dirty="0"/>
            </a:lvl6pPr>
            <a:lvl7pPr>
              <a:spcAft>
                <a:spcPts val="0"/>
              </a:spcAft>
              <a:defRPr lang="en-GB" sz="1000" dirty="0"/>
            </a:lvl7pPr>
            <a:lvl8pPr marL="183600" indent="-183600">
              <a:spcAft>
                <a:spcPts val="0"/>
              </a:spcAft>
              <a:defRPr lang="en-GB" sz="1000" dirty="0"/>
            </a:lvl8pPr>
            <a:lvl9pPr marL="360000" indent="-176400">
              <a:spcAft>
                <a:spcPts val="0"/>
              </a:spcAft>
              <a:defRPr lang="en-GB" sz="1000" dirty="0"/>
            </a:lvl9pPr>
          </a:lstStyle>
          <a:p>
            <a:pPr lvl="0"/>
            <a:r>
              <a:rPr lang="en-GB" noProof="0"/>
              <a:t>First Level</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Sixth level</a:t>
            </a:r>
          </a:p>
          <a:p>
            <a:pPr lvl="6"/>
            <a:r>
              <a:rPr lang="en-GB" noProof="0"/>
              <a:t>Seventh level</a:t>
            </a:r>
          </a:p>
          <a:p>
            <a:pPr lvl="7"/>
            <a:r>
              <a:rPr lang="en-GB" noProof="0"/>
              <a:t>Eight level</a:t>
            </a:r>
          </a:p>
          <a:p>
            <a:pPr lvl="8"/>
            <a:r>
              <a:rPr lang="en-GB" noProof="0"/>
              <a:t>Ninth level</a:t>
            </a:r>
          </a:p>
        </p:txBody>
      </p:sp>
      <p:sp>
        <p:nvSpPr>
          <p:cNvPr id="11" name="Picture Placeholder 10">
            <a:extLst>
              <a:ext uri="{FF2B5EF4-FFF2-40B4-BE49-F238E27FC236}">
                <a16:creationId xmlns:a16="http://schemas.microsoft.com/office/drawing/2014/main" id="{7E8AEB13-3929-5620-674D-79DA562D3C91}"/>
              </a:ext>
            </a:extLst>
          </p:cNvPr>
          <p:cNvSpPr>
            <a:spLocks noGrp="1" noChangeAspect="1"/>
          </p:cNvSpPr>
          <p:nvPr>
            <p:ph type="pic" sz="quarter" idx="16" hasCustomPrompt="1"/>
          </p:nvPr>
        </p:nvSpPr>
        <p:spPr>
          <a:xfrm>
            <a:off x="507999" y="1725613"/>
            <a:ext cx="971551" cy="971550"/>
          </a:xfrm>
          <a:prstGeom prst="ellipse">
            <a:avLst/>
          </a:prstGeom>
          <a:solidFill>
            <a:schemeClr val="bg2"/>
          </a:solidFill>
          <a:ln>
            <a:solidFill>
              <a:schemeClr val="accent1"/>
            </a:solidFill>
          </a:ln>
        </p:spPr>
        <p:txBody>
          <a:bodyPr anchor="ctr"/>
          <a:lstStyle>
            <a:lvl1pPr algn="ctr">
              <a:defRPr sz="1000"/>
            </a:lvl1pPr>
          </a:lstStyle>
          <a:p>
            <a:r>
              <a:rPr lang="en-GB"/>
              <a:t>Insert headshot</a:t>
            </a:r>
          </a:p>
        </p:txBody>
      </p:sp>
      <p:sp>
        <p:nvSpPr>
          <p:cNvPr id="12" name="Text 1">
            <a:extLst>
              <a:ext uri="{FF2B5EF4-FFF2-40B4-BE49-F238E27FC236}">
                <a16:creationId xmlns:a16="http://schemas.microsoft.com/office/drawing/2014/main" id="{66EA190D-24CE-F9D6-38E1-75AE92880124}"/>
              </a:ext>
            </a:extLst>
          </p:cNvPr>
          <p:cNvSpPr>
            <a:spLocks noGrp="1"/>
          </p:cNvSpPr>
          <p:nvPr>
            <p:ph type="body" sz="quarter" idx="17" hasCustomPrompt="1"/>
          </p:nvPr>
        </p:nvSpPr>
        <p:spPr>
          <a:xfrm>
            <a:off x="6216650" y="2924175"/>
            <a:ext cx="5465762" cy="3060700"/>
          </a:xfrm>
          <a:prstGeom prst="rect">
            <a:avLst/>
          </a:prstGeom>
        </p:spPr>
        <p:txBody>
          <a:bodyPr vert="horz" wrap="square" lIns="0" tIns="0" rIns="0" bIns="0" rtlCol="0" anchor="t" anchorCtr="0">
            <a:noAutofit/>
          </a:bodyPr>
          <a:lstStyle>
            <a:lvl1pPr>
              <a:defRPr lang="en-GB" dirty="0"/>
            </a:lvl1pPr>
            <a:lvl2pPr>
              <a:defRPr lang="en-GB" dirty="0"/>
            </a:lvl2pPr>
            <a:lvl3pPr>
              <a:defRPr lang="en-GB" dirty="0"/>
            </a:lvl3pPr>
            <a:lvl4pPr>
              <a:defRPr lang="en-GB" dirty="0"/>
            </a:lvl4pPr>
            <a:lvl5pPr>
              <a:defRPr lang="en-GB" dirty="0"/>
            </a:lvl5pPr>
            <a:lvl6pPr>
              <a:defRPr lang="en-GB" dirty="0"/>
            </a:lvl6pPr>
            <a:lvl7pPr>
              <a:defRPr lang="en-GB" dirty="0"/>
            </a:lvl7pPr>
            <a:lvl8pPr>
              <a:defRPr lang="en-GB" dirty="0"/>
            </a:lvl8pPr>
            <a:lvl9pPr>
              <a:defRPr lang="en-GB" dirty="0"/>
            </a:lvl9pPr>
          </a:lstStyle>
          <a:p>
            <a:pPr lvl="0"/>
            <a:r>
              <a:rPr lang="en-GB"/>
              <a:t>First Level</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 level</a:t>
            </a:r>
          </a:p>
          <a:p>
            <a:pPr lvl="8"/>
            <a:r>
              <a:rPr lang="en-GB"/>
              <a:t>Ninth level</a:t>
            </a:r>
          </a:p>
        </p:txBody>
      </p:sp>
      <p:sp>
        <p:nvSpPr>
          <p:cNvPr id="13" name="Text 1">
            <a:extLst>
              <a:ext uri="{FF2B5EF4-FFF2-40B4-BE49-F238E27FC236}">
                <a16:creationId xmlns:a16="http://schemas.microsoft.com/office/drawing/2014/main" id="{5F2D8555-3EED-3F06-4941-3218CDDC6288}"/>
              </a:ext>
            </a:extLst>
          </p:cNvPr>
          <p:cNvSpPr>
            <a:spLocks noGrp="1"/>
          </p:cNvSpPr>
          <p:nvPr>
            <p:ph type="body" sz="quarter" idx="18" hasCustomPrompt="1"/>
          </p:nvPr>
        </p:nvSpPr>
        <p:spPr>
          <a:xfrm>
            <a:off x="7375524" y="1725613"/>
            <a:ext cx="4306887" cy="971550"/>
          </a:xfrm>
          <a:prstGeom prst="rect">
            <a:avLst/>
          </a:prstGeom>
        </p:spPr>
        <p:txBody>
          <a:bodyPr vert="horz" wrap="square" lIns="0" tIns="0" rIns="0" bIns="0" rtlCol="0" anchor="t" anchorCtr="0">
            <a:noAutofit/>
          </a:bodyPr>
          <a:lstStyle>
            <a:lvl1pPr>
              <a:spcAft>
                <a:spcPts val="0"/>
              </a:spcAft>
              <a:defRPr lang="en-GB" sz="1000" dirty="0">
                <a:solidFill>
                  <a:schemeClr val="accent1"/>
                </a:solidFill>
              </a:defRPr>
            </a:lvl1pPr>
            <a:lvl2pPr>
              <a:spcAft>
                <a:spcPts val="400"/>
              </a:spcAft>
              <a:defRPr lang="en-GB" sz="1000" b="0" dirty="0"/>
            </a:lvl2pPr>
            <a:lvl3pPr>
              <a:spcAft>
                <a:spcPts val="0"/>
              </a:spcAft>
              <a:defRPr lang="en-GB" sz="1000" b="0" dirty="0"/>
            </a:lvl3pPr>
            <a:lvl4pPr>
              <a:spcAft>
                <a:spcPts val="0"/>
              </a:spcAft>
              <a:defRPr lang="en-GB" sz="1000" i="1" dirty="0"/>
            </a:lvl4pPr>
            <a:lvl5pPr>
              <a:spcAft>
                <a:spcPts val="0"/>
              </a:spcAft>
              <a:defRPr lang="en-GB" sz="1000" dirty="0"/>
            </a:lvl5pPr>
            <a:lvl6pPr>
              <a:spcAft>
                <a:spcPts val="0"/>
              </a:spcAft>
              <a:defRPr lang="en-GB" sz="1000" dirty="0"/>
            </a:lvl6pPr>
            <a:lvl7pPr>
              <a:spcAft>
                <a:spcPts val="0"/>
              </a:spcAft>
              <a:defRPr lang="en-GB" sz="1000" dirty="0"/>
            </a:lvl7pPr>
            <a:lvl8pPr marL="183600" indent="-183600">
              <a:spcAft>
                <a:spcPts val="0"/>
              </a:spcAft>
              <a:defRPr lang="en-GB" sz="1000" dirty="0"/>
            </a:lvl8pPr>
            <a:lvl9pPr marL="360000" indent="-176400">
              <a:spcAft>
                <a:spcPts val="0"/>
              </a:spcAft>
              <a:defRPr lang="en-GB" sz="1000" dirty="0"/>
            </a:lvl9pPr>
          </a:lstStyle>
          <a:p>
            <a:pPr lvl="0"/>
            <a:r>
              <a:rPr lang="en-GB" noProof="0"/>
              <a:t>First Level</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Sixth level</a:t>
            </a:r>
          </a:p>
          <a:p>
            <a:pPr lvl="6"/>
            <a:r>
              <a:rPr lang="en-GB" noProof="0"/>
              <a:t>Seventh level</a:t>
            </a:r>
          </a:p>
          <a:p>
            <a:pPr lvl="7"/>
            <a:r>
              <a:rPr lang="en-GB" noProof="0"/>
              <a:t>Eight level</a:t>
            </a:r>
          </a:p>
          <a:p>
            <a:pPr lvl="8"/>
            <a:r>
              <a:rPr lang="en-GB" noProof="0"/>
              <a:t>Ninth level</a:t>
            </a:r>
          </a:p>
        </p:txBody>
      </p:sp>
      <p:sp>
        <p:nvSpPr>
          <p:cNvPr id="14" name="Picture Placeholder 10">
            <a:extLst>
              <a:ext uri="{FF2B5EF4-FFF2-40B4-BE49-F238E27FC236}">
                <a16:creationId xmlns:a16="http://schemas.microsoft.com/office/drawing/2014/main" id="{70A67C77-C47A-6FD7-6D5F-A58534922092}"/>
              </a:ext>
            </a:extLst>
          </p:cNvPr>
          <p:cNvSpPr>
            <a:spLocks noGrp="1" noChangeAspect="1"/>
          </p:cNvSpPr>
          <p:nvPr>
            <p:ph type="pic" sz="quarter" idx="19" hasCustomPrompt="1"/>
          </p:nvPr>
        </p:nvSpPr>
        <p:spPr>
          <a:xfrm>
            <a:off x="6216648" y="1725613"/>
            <a:ext cx="971551" cy="971550"/>
          </a:xfrm>
          <a:prstGeom prst="ellipse">
            <a:avLst/>
          </a:prstGeom>
          <a:solidFill>
            <a:schemeClr val="bg2"/>
          </a:solidFill>
          <a:ln>
            <a:solidFill>
              <a:schemeClr val="accent1"/>
            </a:solidFill>
          </a:ln>
        </p:spPr>
        <p:txBody>
          <a:bodyPr anchor="ctr"/>
          <a:lstStyle>
            <a:lvl1pPr algn="ctr">
              <a:defRPr sz="1000"/>
            </a:lvl1pPr>
          </a:lstStyle>
          <a:p>
            <a:r>
              <a:rPr lang="en-GB"/>
              <a:t>Insert headshot</a:t>
            </a:r>
          </a:p>
        </p:txBody>
      </p:sp>
      <p:sp>
        <p:nvSpPr>
          <p:cNvPr id="2" name="ChapterTitle">
            <a:extLst>
              <a:ext uri="{FF2B5EF4-FFF2-40B4-BE49-F238E27FC236}">
                <a16:creationId xmlns:a16="http://schemas.microsoft.com/office/drawing/2014/main" id="{E7DE8C5E-70BC-B6DE-9E53-8A06173B86FB}"/>
              </a:ext>
            </a:extLst>
          </p:cNvPr>
          <p:cNvSpPr>
            <a:spLocks noGrp="1"/>
          </p:cNvSpPr>
          <p:nvPr>
            <p:ph type="body" sz="quarter" idx="22" hasCustomPrompt="1"/>
          </p:nvPr>
        </p:nvSpPr>
        <p:spPr>
          <a:xfrm>
            <a:off x="508000" y="240853"/>
            <a:ext cx="5465763" cy="153888"/>
          </a:xfrm>
          <a:prstGeom prst="rect">
            <a:avLst/>
          </a:prstGeom>
        </p:spPr>
        <p:txBody>
          <a:bodyPr>
            <a:noAutofit/>
          </a:bodyPr>
          <a:lstStyle>
            <a:lvl1pPr marL="0" indent="0">
              <a:buFont typeface="Arial" panose="020B0604020202020204" pitchFamily="34" charset="0"/>
              <a:buNone/>
              <a:defRPr sz="1000" b="0" baseline="0">
                <a:latin typeface="+mn-lt"/>
              </a:defRPr>
            </a:lvl1pPr>
          </a:lstStyle>
          <a:p>
            <a:pPr lvl="0"/>
            <a:r>
              <a:rPr lang="en-GB"/>
              <a:t>Chapter title (optional)</a:t>
            </a:r>
          </a:p>
        </p:txBody>
      </p:sp>
    </p:spTree>
    <p:extLst>
      <p:ext uri="{BB962C8B-B14F-4D97-AF65-F5344CB8AC3E}">
        <p14:creationId xmlns:p14="http://schemas.microsoft.com/office/powerpoint/2010/main" val="1365216477"/>
      </p:ext>
    </p:extLst>
  </p:cSld>
  <p:clrMapOvr>
    <a:masterClrMapping/>
  </p:clrMapOvr>
  <p:hf hd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hree CVs">
    <p:spTree>
      <p:nvGrpSpPr>
        <p:cNvPr id="1" name=""/>
        <p:cNvGrpSpPr/>
        <p:nvPr/>
      </p:nvGrpSpPr>
      <p:grpSpPr>
        <a:xfrm>
          <a:off x="0" y="0"/>
          <a:ext cx="0" cy="0"/>
          <a:chOff x="0" y="0"/>
          <a:chExt cx="0" cy="0"/>
        </a:xfrm>
      </p:grpSpPr>
      <p:pic>
        <p:nvPicPr>
          <p:cNvPr id="5" name="Picture 6">
            <a:extLst>
              <a:ext uri="{FF2B5EF4-FFF2-40B4-BE49-F238E27FC236}">
                <a16:creationId xmlns:a16="http://schemas.microsoft.com/office/drawing/2014/main" id="{FF7E34E9-5FA3-03E4-7425-9124105ABE9C}"/>
              </a:ext>
            </a:extLst>
          </p:cNvPr>
          <p:cNvPicPr>
            <a:picLocks noChangeAspect="1"/>
          </p:cNvPicPr>
          <p:nvPr userDrawn="1"/>
        </p:nvPicPr>
        <p:blipFill>
          <a:blip r:embed="rId2" cstate="screen">
            <a:alphaModFix amt="30000"/>
            <a:extLst>
              <a:ext uri="{28A0092B-C50C-407E-A947-70E740481C1C}">
                <a14:useLocalDpi xmlns:a14="http://schemas.microsoft.com/office/drawing/2010/main"/>
              </a:ext>
            </a:extLst>
          </a:blip>
          <a:srcRect/>
          <a:stretch>
            <a:fillRect/>
          </a:stretch>
        </p:blipFill>
        <p:spPr>
          <a:xfrm>
            <a:off x="953" y="535"/>
            <a:ext cx="12191047" cy="6876000"/>
          </a:xfrm>
          <a:prstGeom prst="rect">
            <a:avLst/>
          </a:prstGeom>
        </p:spPr>
      </p:pic>
      <p:sp>
        <p:nvSpPr>
          <p:cNvPr id="7" name="Text 1"/>
          <p:cNvSpPr>
            <a:spLocks noGrp="1"/>
          </p:cNvSpPr>
          <p:nvPr>
            <p:ph type="body" sz="quarter" idx="12" hasCustomPrompt="1"/>
          </p:nvPr>
        </p:nvSpPr>
        <p:spPr>
          <a:xfrm>
            <a:off x="4313238" y="1724025"/>
            <a:ext cx="7370762" cy="1216800"/>
          </a:xfrm>
          <a:prstGeom prst="rect">
            <a:avLst/>
          </a:prstGeom>
        </p:spPr>
        <p:txBody>
          <a:bodyPr vert="horz" wrap="square" lIns="0" tIns="0" rIns="0" bIns="0" rtlCol="0" anchor="t" anchorCtr="0">
            <a:noAutofit/>
          </a:bodyPr>
          <a:lstStyle>
            <a:lvl1pPr>
              <a:defRPr lang="en-GB" sz="1400" dirty="0"/>
            </a:lvl1pPr>
            <a:lvl2pPr>
              <a:defRPr lang="en-GB" sz="1100" dirty="0"/>
            </a:lvl2pPr>
            <a:lvl3pPr>
              <a:defRPr lang="en-GB" sz="1100" dirty="0"/>
            </a:lvl3pPr>
            <a:lvl4pPr>
              <a:defRPr lang="en-GB" sz="1100" dirty="0"/>
            </a:lvl4pPr>
            <a:lvl5pPr>
              <a:defRPr lang="en-GB" sz="1100" dirty="0"/>
            </a:lvl5pPr>
            <a:lvl6pPr>
              <a:defRPr lang="en-GB" sz="1050" dirty="0"/>
            </a:lvl6pPr>
            <a:lvl7pPr>
              <a:defRPr lang="en-GB" sz="1050" dirty="0"/>
            </a:lvl7pPr>
            <a:lvl8pPr>
              <a:defRPr lang="en-GB" sz="1100" dirty="0"/>
            </a:lvl8pPr>
            <a:lvl9pPr>
              <a:defRPr lang="en-GB" sz="1100" dirty="0"/>
            </a:lvl9pPr>
          </a:lstStyle>
          <a:p>
            <a:pPr lvl="0"/>
            <a:r>
              <a:rPr lang="en-GB" noProof="0"/>
              <a:t>First Level</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Sixth level</a:t>
            </a:r>
          </a:p>
          <a:p>
            <a:pPr lvl="6"/>
            <a:r>
              <a:rPr lang="en-GB" noProof="0"/>
              <a:t>Seventh level</a:t>
            </a:r>
          </a:p>
          <a:p>
            <a:pPr lvl="7"/>
            <a:r>
              <a:rPr lang="en-GB" noProof="0"/>
              <a:t>Eight level</a:t>
            </a:r>
          </a:p>
          <a:p>
            <a:pPr lvl="8"/>
            <a:r>
              <a:rPr lang="en-GB" noProof="0"/>
              <a:t>Ninth level</a:t>
            </a:r>
          </a:p>
        </p:txBody>
      </p:sp>
      <p:sp>
        <p:nvSpPr>
          <p:cNvPr id="3" name="Title"/>
          <p:cNvSpPr>
            <a:spLocks noGrp="1"/>
          </p:cNvSpPr>
          <p:nvPr>
            <p:ph type="title"/>
          </p:nvPr>
        </p:nvSpPr>
        <p:spPr/>
        <p:txBody>
          <a:bodyPr/>
          <a:lstStyle/>
          <a:p>
            <a:r>
              <a:rPr lang="pt-BR"/>
              <a:t>Clique para editar o título Mestre</a:t>
            </a:r>
            <a:endParaRPr lang="en-GB"/>
          </a:p>
        </p:txBody>
      </p:sp>
      <p:sp>
        <p:nvSpPr>
          <p:cNvPr id="8" name="Text 1">
            <a:extLst>
              <a:ext uri="{FF2B5EF4-FFF2-40B4-BE49-F238E27FC236}">
                <a16:creationId xmlns:a16="http://schemas.microsoft.com/office/drawing/2014/main" id="{EC4A0402-7396-053D-AA37-CDFAF3B9632F}"/>
              </a:ext>
            </a:extLst>
          </p:cNvPr>
          <p:cNvSpPr>
            <a:spLocks noGrp="1"/>
          </p:cNvSpPr>
          <p:nvPr>
            <p:ph type="body" sz="quarter" idx="15" hasCustomPrompt="1"/>
          </p:nvPr>
        </p:nvSpPr>
        <p:spPr>
          <a:xfrm>
            <a:off x="1666875" y="1724024"/>
            <a:ext cx="2403475" cy="884237"/>
          </a:xfrm>
          <a:prstGeom prst="rect">
            <a:avLst/>
          </a:prstGeom>
        </p:spPr>
        <p:txBody>
          <a:bodyPr vert="horz" wrap="square" lIns="0" tIns="0" rIns="0" bIns="0" rtlCol="0" anchor="t" anchorCtr="0">
            <a:noAutofit/>
          </a:bodyPr>
          <a:lstStyle>
            <a:lvl1pPr>
              <a:spcAft>
                <a:spcPts val="0"/>
              </a:spcAft>
              <a:defRPr lang="en-GB" sz="1000" dirty="0">
                <a:solidFill>
                  <a:schemeClr val="accent1"/>
                </a:solidFill>
              </a:defRPr>
            </a:lvl1pPr>
            <a:lvl2pPr>
              <a:spcAft>
                <a:spcPts val="400"/>
              </a:spcAft>
              <a:defRPr lang="en-GB" sz="1000" b="0" dirty="0"/>
            </a:lvl2pPr>
            <a:lvl3pPr>
              <a:spcAft>
                <a:spcPts val="0"/>
              </a:spcAft>
              <a:defRPr lang="en-GB" sz="1000" b="0" dirty="0"/>
            </a:lvl3pPr>
            <a:lvl4pPr>
              <a:spcAft>
                <a:spcPts val="0"/>
              </a:spcAft>
              <a:defRPr lang="en-GB" sz="1000" i="1" dirty="0"/>
            </a:lvl4pPr>
            <a:lvl5pPr>
              <a:spcAft>
                <a:spcPts val="0"/>
              </a:spcAft>
              <a:defRPr lang="en-GB" sz="1000" dirty="0"/>
            </a:lvl5pPr>
            <a:lvl6pPr>
              <a:spcAft>
                <a:spcPts val="0"/>
              </a:spcAft>
              <a:defRPr lang="en-GB" sz="1000" dirty="0"/>
            </a:lvl6pPr>
            <a:lvl7pPr>
              <a:spcAft>
                <a:spcPts val="0"/>
              </a:spcAft>
              <a:defRPr lang="en-GB" sz="1000" dirty="0"/>
            </a:lvl7pPr>
            <a:lvl8pPr marL="183600" indent="-183600">
              <a:spcAft>
                <a:spcPts val="0"/>
              </a:spcAft>
              <a:defRPr lang="en-GB" sz="1000" dirty="0"/>
            </a:lvl8pPr>
            <a:lvl9pPr marL="360000" indent="-183600">
              <a:spcAft>
                <a:spcPts val="0"/>
              </a:spcAft>
              <a:defRPr lang="en-GB" sz="1000" dirty="0"/>
            </a:lvl9pPr>
          </a:lstStyle>
          <a:p>
            <a:pPr lvl="0"/>
            <a:r>
              <a:rPr lang="en-GB" noProof="0"/>
              <a:t>First Level</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Sixth level</a:t>
            </a:r>
          </a:p>
          <a:p>
            <a:pPr lvl="6"/>
            <a:r>
              <a:rPr lang="en-GB" noProof="0"/>
              <a:t>Seventh level</a:t>
            </a:r>
          </a:p>
          <a:p>
            <a:pPr lvl="7"/>
            <a:r>
              <a:rPr lang="en-GB" noProof="0"/>
              <a:t>Eight level</a:t>
            </a:r>
          </a:p>
          <a:p>
            <a:pPr lvl="8"/>
            <a:r>
              <a:rPr lang="en-GB" noProof="0"/>
              <a:t>Ninth level</a:t>
            </a:r>
          </a:p>
        </p:txBody>
      </p:sp>
      <p:sp>
        <p:nvSpPr>
          <p:cNvPr id="11" name="Picture Placeholder 10">
            <a:extLst>
              <a:ext uri="{FF2B5EF4-FFF2-40B4-BE49-F238E27FC236}">
                <a16:creationId xmlns:a16="http://schemas.microsoft.com/office/drawing/2014/main" id="{7E8AEB13-3929-5620-674D-79DA562D3C91}"/>
              </a:ext>
            </a:extLst>
          </p:cNvPr>
          <p:cNvSpPr>
            <a:spLocks noGrp="1" noChangeAspect="1"/>
          </p:cNvSpPr>
          <p:nvPr>
            <p:ph type="pic" sz="quarter" idx="16" hasCustomPrompt="1"/>
          </p:nvPr>
        </p:nvSpPr>
        <p:spPr>
          <a:xfrm>
            <a:off x="508000" y="1724024"/>
            <a:ext cx="884238" cy="884237"/>
          </a:xfrm>
          <a:prstGeom prst="ellipse">
            <a:avLst/>
          </a:prstGeom>
          <a:solidFill>
            <a:schemeClr val="bg2"/>
          </a:solidFill>
          <a:ln>
            <a:solidFill>
              <a:schemeClr val="accent1"/>
            </a:solidFill>
          </a:ln>
        </p:spPr>
        <p:txBody>
          <a:bodyPr anchor="ctr"/>
          <a:lstStyle>
            <a:lvl1pPr algn="ctr">
              <a:defRPr sz="1000"/>
            </a:lvl1pPr>
          </a:lstStyle>
          <a:p>
            <a:r>
              <a:rPr lang="en-GB"/>
              <a:t>Insert headshot</a:t>
            </a:r>
          </a:p>
        </p:txBody>
      </p:sp>
      <p:sp>
        <p:nvSpPr>
          <p:cNvPr id="10" name="Text 1">
            <a:extLst>
              <a:ext uri="{FF2B5EF4-FFF2-40B4-BE49-F238E27FC236}">
                <a16:creationId xmlns:a16="http://schemas.microsoft.com/office/drawing/2014/main" id="{B2773A2B-1742-F890-A0B1-A46D58512064}"/>
              </a:ext>
            </a:extLst>
          </p:cNvPr>
          <p:cNvSpPr>
            <a:spLocks noGrp="1"/>
          </p:cNvSpPr>
          <p:nvPr>
            <p:ph type="body" sz="quarter" idx="17" hasCustomPrompt="1"/>
          </p:nvPr>
        </p:nvSpPr>
        <p:spPr>
          <a:xfrm>
            <a:off x="4313238" y="3246050"/>
            <a:ext cx="7370762" cy="1216800"/>
          </a:xfrm>
          <a:prstGeom prst="rect">
            <a:avLst/>
          </a:prstGeom>
        </p:spPr>
        <p:txBody>
          <a:bodyPr vert="horz" wrap="square" lIns="0" tIns="0" rIns="0" bIns="0" rtlCol="0" anchor="t" anchorCtr="0">
            <a:noAutofit/>
          </a:bodyPr>
          <a:lstStyle>
            <a:lvl1pPr>
              <a:defRPr lang="en-GB" sz="1400" dirty="0"/>
            </a:lvl1pPr>
            <a:lvl2pPr>
              <a:defRPr lang="en-GB" sz="1100" dirty="0"/>
            </a:lvl2pPr>
            <a:lvl3pPr>
              <a:defRPr lang="en-GB" sz="1100" dirty="0"/>
            </a:lvl3pPr>
            <a:lvl4pPr>
              <a:defRPr lang="en-GB" sz="1100" dirty="0"/>
            </a:lvl4pPr>
            <a:lvl5pPr>
              <a:defRPr lang="en-GB" sz="1100" dirty="0"/>
            </a:lvl5pPr>
            <a:lvl6pPr>
              <a:defRPr lang="en-GB" sz="1050" dirty="0"/>
            </a:lvl6pPr>
            <a:lvl7pPr>
              <a:defRPr lang="en-GB" sz="1050" dirty="0"/>
            </a:lvl7pPr>
            <a:lvl8pPr>
              <a:defRPr lang="en-GB" sz="1100" dirty="0"/>
            </a:lvl8pPr>
            <a:lvl9pPr>
              <a:defRPr lang="en-GB" sz="1100" dirty="0"/>
            </a:lvl9pPr>
          </a:lstStyle>
          <a:p>
            <a:pPr lvl="0"/>
            <a:r>
              <a:rPr lang="en-GB" noProof="0"/>
              <a:t>First Level</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Sixth level</a:t>
            </a:r>
          </a:p>
          <a:p>
            <a:pPr lvl="6"/>
            <a:r>
              <a:rPr lang="en-GB" noProof="0"/>
              <a:t>Seventh level</a:t>
            </a:r>
          </a:p>
          <a:p>
            <a:pPr lvl="7"/>
            <a:r>
              <a:rPr lang="en-GB" noProof="0"/>
              <a:t>Eight level</a:t>
            </a:r>
          </a:p>
          <a:p>
            <a:pPr lvl="8"/>
            <a:r>
              <a:rPr lang="en-GB" noProof="0"/>
              <a:t>Ninth level</a:t>
            </a:r>
          </a:p>
        </p:txBody>
      </p:sp>
      <p:sp>
        <p:nvSpPr>
          <p:cNvPr id="15" name="Text 1">
            <a:extLst>
              <a:ext uri="{FF2B5EF4-FFF2-40B4-BE49-F238E27FC236}">
                <a16:creationId xmlns:a16="http://schemas.microsoft.com/office/drawing/2014/main" id="{E9ECEDAE-3B0E-8D41-F81C-0E27789E66E3}"/>
              </a:ext>
            </a:extLst>
          </p:cNvPr>
          <p:cNvSpPr>
            <a:spLocks noGrp="1"/>
          </p:cNvSpPr>
          <p:nvPr>
            <p:ph type="body" sz="quarter" idx="18" hasCustomPrompt="1"/>
          </p:nvPr>
        </p:nvSpPr>
        <p:spPr>
          <a:xfrm>
            <a:off x="1666875" y="3246050"/>
            <a:ext cx="2403475" cy="884237"/>
          </a:xfrm>
          <a:prstGeom prst="rect">
            <a:avLst/>
          </a:prstGeom>
        </p:spPr>
        <p:txBody>
          <a:bodyPr vert="horz" wrap="square" lIns="0" tIns="0" rIns="0" bIns="0" rtlCol="0" anchor="t" anchorCtr="0">
            <a:noAutofit/>
          </a:bodyPr>
          <a:lstStyle>
            <a:lvl1pPr>
              <a:spcAft>
                <a:spcPts val="0"/>
              </a:spcAft>
              <a:defRPr lang="en-GB" sz="1000" dirty="0">
                <a:solidFill>
                  <a:schemeClr val="accent1"/>
                </a:solidFill>
              </a:defRPr>
            </a:lvl1pPr>
            <a:lvl2pPr>
              <a:spcAft>
                <a:spcPts val="400"/>
              </a:spcAft>
              <a:defRPr lang="en-GB" sz="1000" b="0" dirty="0"/>
            </a:lvl2pPr>
            <a:lvl3pPr>
              <a:spcAft>
                <a:spcPts val="0"/>
              </a:spcAft>
              <a:defRPr lang="en-GB" sz="1000" b="0" dirty="0"/>
            </a:lvl3pPr>
            <a:lvl4pPr>
              <a:spcAft>
                <a:spcPts val="0"/>
              </a:spcAft>
              <a:defRPr lang="en-GB" sz="1000" i="1" dirty="0"/>
            </a:lvl4pPr>
            <a:lvl5pPr>
              <a:spcAft>
                <a:spcPts val="0"/>
              </a:spcAft>
              <a:defRPr lang="en-GB" sz="1000" dirty="0"/>
            </a:lvl5pPr>
            <a:lvl6pPr>
              <a:spcAft>
                <a:spcPts val="0"/>
              </a:spcAft>
              <a:defRPr lang="en-GB" sz="1000" dirty="0"/>
            </a:lvl6pPr>
            <a:lvl7pPr>
              <a:spcAft>
                <a:spcPts val="0"/>
              </a:spcAft>
              <a:defRPr lang="en-GB" sz="1000" dirty="0"/>
            </a:lvl7pPr>
            <a:lvl8pPr marL="183600" indent="-183600">
              <a:spcAft>
                <a:spcPts val="0"/>
              </a:spcAft>
              <a:defRPr lang="en-GB" sz="1000" dirty="0"/>
            </a:lvl8pPr>
            <a:lvl9pPr marL="360000" indent="-183600">
              <a:spcAft>
                <a:spcPts val="0"/>
              </a:spcAft>
              <a:defRPr lang="en-GB" sz="1000" dirty="0"/>
            </a:lvl9pPr>
          </a:lstStyle>
          <a:p>
            <a:pPr lvl="0"/>
            <a:r>
              <a:rPr lang="en-GB" noProof="0"/>
              <a:t>First Level</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Sixth level</a:t>
            </a:r>
          </a:p>
          <a:p>
            <a:pPr lvl="6"/>
            <a:r>
              <a:rPr lang="en-GB" noProof="0"/>
              <a:t>Seventh level</a:t>
            </a:r>
          </a:p>
          <a:p>
            <a:pPr lvl="7"/>
            <a:r>
              <a:rPr lang="en-GB" noProof="0"/>
              <a:t>Eight level</a:t>
            </a:r>
          </a:p>
          <a:p>
            <a:pPr lvl="8"/>
            <a:r>
              <a:rPr lang="en-GB" noProof="0"/>
              <a:t>Ninth level</a:t>
            </a:r>
          </a:p>
        </p:txBody>
      </p:sp>
      <p:sp>
        <p:nvSpPr>
          <p:cNvPr id="16" name="Picture Placeholder 10">
            <a:extLst>
              <a:ext uri="{FF2B5EF4-FFF2-40B4-BE49-F238E27FC236}">
                <a16:creationId xmlns:a16="http://schemas.microsoft.com/office/drawing/2014/main" id="{E1CE4FCB-9079-DFB9-BA21-70C6B76B11C2}"/>
              </a:ext>
            </a:extLst>
          </p:cNvPr>
          <p:cNvSpPr>
            <a:spLocks noGrp="1" noChangeAspect="1"/>
          </p:cNvSpPr>
          <p:nvPr>
            <p:ph type="pic" sz="quarter" idx="19" hasCustomPrompt="1"/>
          </p:nvPr>
        </p:nvSpPr>
        <p:spPr>
          <a:xfrm>
            <a:off x="508000" y="3246050"/>
            <a:ext cx="884238" cy="884237"/>
          </a:xfrm>
          <a:prstGeom prst="ellipse">
            <a:avLst/>
          </a:prstGeom>
          <a:solidFill>
            <a:schemeClr val="bg2"/>
          </a:solidFill>
          <a:ln>
            <a:solidFill>
              <a:schemeClr val="accent1"/>
            </a:solidFill>
          </a:ln>
        </p:spPr>
        <p:txBody>
          <a:bodyPr anchor="ctr"/>
          <a:lstStyle>
            <a:lvl1pPr algn="ctr">
              <a:defRPr sz="1000"/>
            </a:lvl1pPr>
          </a:lstStyle>
          <a:p>
            <a:r>
              <a:rPr lang="en-GB"/>
              <a:t>Insert headshot</a:t>
            </a:r>
          </a:p>
        </p:txBody>
      </p:sp>
      <p:sp>
        <p:nvSpPr>
          <p:cNvPr id="17" name="Text 1">
            <a:extLst>
              <a:ext uri="{FF2B5EF4-FFF2-40B4-BE49-F238E27FC236}">
                <a16:creationId xmlns:a16="http://schemas.microsoft.com/office/drawing/2014/main" id="{DF89DF80-0C53-838C-A1CF-9D91E72372BD}"/>
              </a:ext>
            </a:extLst>
          </p:cNvPr>
          <p:cNvSpPr>
            <a:spLocks noGrp="1"/>
          </p:cNvSpPr>
          <p:nvPr>
            <p:ph type="body" sz="quarter" idx="20" hasCustomPrompt="1"/>
          </p:nvPr>
        </p:nvSpPr>
        <p:spPr>
          <a:xfrm>
            <a:off x="4313238" y="4768075"/>
            <a:ext cx="7370762" cy="1216800"/>
          </a:xfrm>
          <a:prstGeom prst="rect">
            <a:avLst/>
          </a:prstGeom>
        </p:spPr>
        <p:txBody>
          <a:bodyPr vert="horz" wrap="square" lIns="0" tIns="0" rIns="0" bIns="0" rtlCol="0" anchor="t" anchorCtr="0">
            <a:noAutofit/>
          </a:bodyPr>
          <a:lstStyle>
            <a:lvl1pPr>
              <a:defRPr lang="en-GB" sz="1400" dirty="0"/>
            </a:lvl1pPr>
            <a:lvl2pPr>
              <a:defRPr lang="en-GB" sz="1100" dirty="0"/>
            </a:lvl2pPr>
            <a:lvl3pPr>
              <a:defRPr lang="en-GB" sz="1100" dirty="0"/>
            </a:lvl3pPr>
            <a:lvl4pPr>
              <a:defRPr lang="en-GB" sz="1100" dirty="0"/>
            </a:lvl4pPr>
            <a:lvl5pPr>
              <a:defRPr lang="en-GB" sz="1100" dirty="0"/>
            </a:lvl5pPr>
            <a:lvl6pPr>
              <a:defRPr lang="en-GB" sz="1050" dirty="0"/>
            </a:lvl6pPr>
            <a:lvl7pPr>
              <a:defRPr lang="en-GB" sz="1050" dirty="0"/>
            </a:lvl7pPr>
            <a:lvl8pPr>
              <a:defRPr lang="en-GB" sz="1100" dirty="0"/>
            </a:lvl8pPr>
            <a:lvl9pPr>
              <a:defRPr lang="en-GB" sz="1100" dirty="0"/>
            </a:lvl9pPr>
          </a:lstStyle>
          <a:p>
            <a:pPr lvl="0"/>
            <a:r>
              <a:rPr lang="en-GB" noProof="0"/>
              <a:t>First Level</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Sixth level</a:t>
            </a:r>
          </a:p>
          <a:p>
            <a:pPr lvl="6"/>
            <a:r>
              <a:rPr lang="en-GB" noProof="0"/>
              <a:t>Seventh level</a:t>
            </a:r>
          </a:p>
          <a:p>
            <a:pPr lvl="7"/>
            <a:r>
              <a:rPr lang="en-GB" noProof="0"/>
              <a:t>Eight level</a:t>
            </a:r>
          </a:p>
          <a:p>
            <a:pPr lvl="8"/>
            <a:r>
              <a:rPr lang="en-GB" noProof="0"/>
              <a:t>Ninth level</a:t>
            </a:r>
          </a:p>
        </p:txBody>
      </p:sp>
      <p:sp>
        <p:nvSpPr>
          <p:cNvPr id="18" name="Text 1">
            <a:extLst>
              <a:ext uri="{FF2B5EF4-FFF2-40B4-BE49-F238E27FC236}">
                <a16:creationId xmlns:a16="http://schemas.microsoft.com/office/drawing/2014/main" id="{6C23C1A8-FFB7-287F-04E1-98C39535EBC2}"/>
              </a:ext>
            </a:extLst>
          </p:cNvPr>
          <p:cNvSpPr>
            <a:spLocks noGrp="1"/>
          </p:cNvSpPr>
          <p:nvPr>
            <p:ph type="body" sz="quarter" idx="21" hasCustomPrompt="1"/>
          </p:nvPr>
        </p:nvSpPr>
        <p:spPr>
          <a:xfrm>
            <a:off x="1666875" y="4768075"/>
            <a:ext cx="2403475" cy="884237"/>
          </a:xfrm>
          <a:prstGeom prst="rect">
            <a:avLst/>
          </a:prstGeom>
        </p:spPr>
        <p:txBody>
          <a:bodyPr vert="horz" wrap="square" lIns="0" tIns="0" rIns="0" bIns="0" rtlCol="0" anchor="t" anchorCtr="0">
            <a:noAutofit/>
          </a:bodyPr>
          <a:lstStyle>
            <a:lvl1pPr>
              <a:spcAft>
                <a:spcPts val="0"/>
              </a:spcAft>
              <a:defRPr lang="en-GB" sz="1000" dirty="0">
                <a:solidFill>
                  <a:schemeClr val="accent1"/>
                </a:solidFill>
              </a:defRPr>
            </a:lvl1pPr>
            <a:lvl2pPr>
              <a:spcAft>
                <a:spcPts val="400"/>
              </a:spcAft>
              <a:defRPr lang="en-GB" sz="1000" b="0" dirty="0"/>
            </a:lvl2pPr>
            <a:lvl3pPr>
              <a:spcAft>
                <a:spcPts val="0"/>
              </a:spcAft>
              <a:defRPr lang="en-GB" sz="1000" b="0" dirty="0"/>
            </a:lvl3pPr>
            <a:lvl4pPr>
              <a:spcAft>
                <a:spcPts val="0"/>
              </a:spcAft>
              <a:defRPr lang="en-GB" sz="1000" i="1" dirty="0"/>
            </a:lvl4pPr>
            <a:lvl5pPr>
              <a:spcAft>
                <a:spcPts val="0"/>
              </a:spcAft>
              <a:defRPr lang="en-GB" sz="1000" dirty="0"/>
            </a:lvl5pPr>
            <a:lvl6pPr>
              <a:spcAft>
                <a:spcPts val="0"/>
              </a:spcAft>
              <a:defRPr lang="en-GB" sz="1000" dirty="0"/>
            </a:lvl6pPr>
            <a:lvl7pPr>
              <a:spcAft>
                <a:spcPts val="0"/>
              </a:spcAft>
              <a:defRPr lang="en-GB" sz="1000" dirty="0"/>
            </a:lvl7pPr>
            <a:lvl8pPr marL="183600" indent="-183600">
              <a:spcAft>
                <a:spcPts val="0"/>
              </a:spcAft>
              <a:defRPr lang="en-GB" sz="1000" dirty="0"/>
            </a:lvl8pPr>
            <a:lvl9pPr marL="360000" indent="-183600">
              <a:spcAft>
                <a:spcPts val="0"/>
              </a:spcAft>
              <a:defRPr lang="en-GB" sz="1000" dirty="0"/>
            </a:lvl9pPr>
          </a:lstStyle>
          <a:p>
            <a:pPr lvl="0"/>
            <a:r>
              <a:rPr lang="en-GB" noProof="0"/>
              <a:t>First Level</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Sixth level</a:t>
            </a:r>
          </a:p>
          <a:p>
            <a:pPr lvl="6"/>
            <a:r>
              <a:rPr lang="en-GB" noProof="0"/>
              <a:t>Seventh level</a:t>
            </a:r>
          </a:p>
          <a:p>
            <a:pPr lvl="7"/>
            <a:r>
              <a:rPr lang="en-GB" noProof="0"/>
              <a:t>Eight level</a:t>
            </a:r>
          </a:p>
          <a:p>
            <a:pPr lvl="8"/>
            <a:r>
              <a:rPr lang="en-GB" noProof="0"/>
              <a:t>Ninth level</a:t>
            </a:r>
          </a:p>
        </p:txBody>
      </p:sp>
      <p:sp>
        <p:nvSpPr>
          <p:cNvPr id="19" name="Picture Placeholder 10">
            <a:extLst>
              <a:ext uri="{FF2B5EF4-FFF2-40B4-BE49-F238E27FC236}">
                <a16:creationId xmlns:a16="http://schemas.microsoft.com/office/drawing/2014/main" id="{4416D6D6-FEB0-9322-3BD2-5096905E117E}"/>
              </a:ext>
            </a:extLst>
          </p:cNvPr>
          <p:cNvSpPr>
            <a:spLocks noGrp="1" noChangeAspect="1"/>
          </p:cNvSpPr>
          <p:nvPr>
            <p:ph type="pic" sz="quarter" idx="22" hasCustomPrompt="1"/>
          </p:nvPr>
        </p:nvSpPr>
        <p:spPr>
          <a:xfrm>
            <a:off x="508000" y="4768075"/>
            <a:ext cx="884238" cy="884237"/>
          </a:xfrm>
          <a:prstGeom prst="ellipse">
            <a:avLst/>
          </a:prstGeom>
          <a:solidFill>
            <a:schemeClr val="bg2"/>
          </a:solidFill>
          <a:ln>
            <a:solidFill>
              <a:schemeClr val="accent1"/>
            </a:solidFill>
          </a:ln>
        </p:spPr>
        <p:txBody>
          <a:bodyPr anchor="ctr"/>
          <a:lstStyle>
            <a:lvl1pPr algn="ctr">
              <a:defRPr sz="1000"/>
            </a:lvl1pPr>
          </a:lstStyle>
          <a:p>
            <a:r>
              <a:rPr lang="en-GB"/>
              <a:t>Insert headshot</a:t>
            </a:r>
          </a:p>
        </p:txBody>
      </p:sp>
      <p:sp>
        <p:nvSpPr>
          <p:cNvPr id="4" name="ChapterTitle">
            <a:extLst>
              <a:ext uri="{FF2B5EF4-FFF2-40B4-BE49-F238E27FC236}">
                <a16:creationId xmlns:a16="http://schemas.microsoft.com/office/drawing/2014/main" id="{0E7745FE-3416-C6EF-63CA-CD87E1A6F9FD}"/>
              </a:ext>
            </a:extLst>
          </p:cNvPr>
          <p:cNvSpPr>
            <a:spLocks noGrp="1"/>
          </p:cNvSpPr>
          <p:nvPr>
            <p:ph type="body" sz="quarter" idx="25" hasCustomPrompt="1"/>
          </p:nvPr>
        </p:nvSpPr>
        <p:spPr>
          <a:xfrm>
            <a:off x="508000" y="240853"/>
            <a:ext cx="5465763" cy="153888"/>
          </a:xfrm>
          <a:prstGeom prst="rect">
            <a:avLst/>
          </a:prstGeom>
        </p:spPr>
        <p:txBody>
          <a:bodyPr>
            <a:noAutofit/>
          </a:bodyPr>
          <a:lstStyle>
            <a:lvl1pPr marL="0" indent="0">
              <a:buFont typeface="Arial" panose="020B0604020202020204" pitchFamily="34" charset="0"/>
              <a:buNone/>
              <a:defRPr sz="1000" b="0" baseline="0">
                <a:latin typeface="+mn-lt"/>
              </a:defRPr>
            </a:lvl1pPr>
          </a:lstStyle>
          <a:p>
            <a:pPr lvl="0"/>
            <a:r>
              <a:rPr lang="en-GB"/>
              <a:t>Chapter title (optional)</a:t>
            </a:r>
          </a:p>
        </p:txBody>
      </p:sp>
      <p:pic>
        <p:nvPicPr>
          <p:cNvPr id="9" name="Gráfico 8">
            <a:extLst>
              <a:ext uri="{FF2B5EF4-FFF2-40B4-BE49-F238E27FC236}">
                <a16:creationId xmlns:a16="http://schemas.microsoft.com/office/drawing/2014/main" id="{A8204B34-86E7-3EE8-88E1-84DFC1FD3A4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432276" y="6224588"/>
            <a:ext cx="372165" cy="372165"/>
          </a:xfrm>
          <a:prstGeom prst="rect">
            <a:avLst/>
          </a:prstGeom>
        </p:spPr>
      </p:pic>
      <p:sp>
        <p:nvSpPr>
          <p:cNvPr id="12" name="Slide Number Placeholder 5">
            <a:extLst>
              <a:ext uri="{FF2B5EF4-FFF2-40B4-BE49-F238E27FC236}">
                <a16:creationId xmlns:a16="http://schemas.microsoft.com/office/drawing/2014/main" id="{402E8C9E-0B40-CA9F-656D-61B6C1F10FDD}"/>
              </a:ext>
            </a:extLst>
          </p:cNvPr>
          <p:cNvSpPr txBox="1">
            <a:spLocks/>
          </p:cNvSpPr>
          <p:nvPr userDrawn="1"/>
        </p:nvSpPr>
        <p:spPr>
          <a:xfrm>
            <a:off x="508001" y="6489031"/>
            <a:ext cx="5481319" cy="107722"/>
          </a:xfrm>
          <a:prstGeom prst="rect">
            <a:avLst/>
          </a:prstGeom>
          <a:noFill/>
        </p:spPr>
        <p:txBody>
          <a:bodyPr wrap="square" lIns="0" tIns="0" rIns="0" bIns="0" anchor="ctr" anchorCtr="0">
            <a:spAutoFit/>
          </a:bodyPr>
          <a:lstStyle>
            <a:defPPr>
              <a:defRPr lang="en-US"/>
            </a:defPPr>
            <a:lvl1pPr marL="0" algn="r" defTabSz="1066302" rtl="0" eaLnBrk="1" latinLnBrk="0" hangingPunct="1">
              <a:defRPr sz="1000" kern="1200">
                <a:solidFill>
                  <a:schemeClr val="tx1"/>
                </a:solidFill>
                <a:latin typeface="Arial" pitchFamily="34" charset="0"/>
                <a:ea typeface="+mn-ea"/>
                <a:cs typeface="Arial" pitchFamily="34" charset="0"/>
              </a:defRPr>
            </a:lvl1pPr>
            <a:lvl2pPr marL="533152" algn="l" defTabSz="1066302" rtl="0" eaLnBrk="1" latinLnBrk="0" hangingPunct="1">
              <a:defRPr sz="2100" kern="1200">
                <a:solidFill>
                  <a:schemeClr val="tx1"/>
                </a:solidFill>
                <a:latin typeface="+mn-lt"/>
                <a:ea typeface="+mn-ea"/>
                <a:cs typeface="+mn-cs"/>
              </a:defRPr>
            </a:lvl2pPr>
            <a:lvl3pPr marL="1066302" algn="l" defTabSz="1066302" rtl="0" eaLnBrk="1" latinLnBrk="0" hangingPunct="1">
              <a:defRPr sz="2100" kern="1200">
                <a:solidFill>
                  <a:schemeClr val="tx1"/>
                </a:solidFill>
                <a:latin typeface="+mn-lt"/>
                <a:ea typeface="+mn-ea"/>
                <a:cs typeface="+mn-cs"/>
              </a:defRPr>
            </a:lvl3pPr>
            <a:lvl4pPr marL="1599453" algn="l" defTabSz="1066302" rtl="0" eaLnBrk="1" latinLnBrk="0" hangingPunct="1">
              <a:defRPr sz="2100" kern="1200">
                <a:solidFill>
                  <a:schemeClr val="tx1"/>
                </a:solidFill>
                <a:latin typeface="+mn-lt"/>
                <a:ea typeface="+mn-ea"/>
                <a:cs typeface="+mn-cs"/>
              </a:defRPr>
            </a:lvl4pPr>
            <a:lvl5pPr marL="2132603" algn="l" defTabSz="1066302" rtl="0" eaLnBrk="1" latinLnBrk="0" hangingPunct="1">
              <a:defRPr sz="2100" kern="1200">
                <a:solidFill>
                  <a:schemeClr val="tx1"/>
                </a:solidFill>
                <a:latin typeface="+mn-lt"/>
                <a:ea typeface="+mn-ea"/>
                <a:cs typeface="+mn-cs"/>
              </a:defRPr>
            </a:lvl5pPr>
            <a:lvl6pPr marL="2665755" algn="l" defTabSz="1066302" rtl="0" eaLnBrk="1" latinLnBrk="0" hangingPunct="1">
              <a:defRPr sz="2100" kern="1200">
                <a:solidFill>
                  <a:schemeClr val="tx1"/>
                </a:solidFill>
                <a:latin typeface="+mn-lt"/>
                <a:ea typeface="+mn-ea"/>
                <a:cs typeface="+mn-cs"/>
              </a:defRPr>
            </a:lvl6pPr>
            <a:lvl7pPr marL="3198906" algn="l" defTabSz="1066302" rtl="0" eaLnBrk="1" latinLnBrk="0" hangingPunct="1">
              <a:defRPr sz="2100" kern="1200">
                <a:solidFill>
                  <a:schemeClr val="tx1"/>
                </a:solidFill>
                <a:latin typeface="+mn-lt"/>
                <a:ea typeface="+mn-ea"/>
                <a:cs typeface="+mn-cs"/>
              </a:defRPr>
            </a:lvl7pPr>
            <a:lvl8pPr marL="3732056" algn="l" defTabSz="1066302" rtl="0" eaLnBrk="1" latinLnBrk="0" hangingPunct="1">
              <a:defRPr sz="2100" kern="1200">
                <a:solidFill>
                  <a:schemeClr val="tx1"/>
                </a:solidFill>
                <a:latin typeface="+mn-lt"/>
                <a:ea typeface="+mn-ea"/>
                <a:cs typeface="+mn-cs"/>
              </a:defRPr>
            </a:lvl8pPr>
            <a:lvl9pPr marL="4265207" algn="l" defTabSz="1066302" rtl="0" eaLnBrk="1" latinLnBrk="0" hangingPunct="1">
              <a:defRPr sz="2100" kern="1200">
                <a:solidFill>
                  <a:schemeClr val="tx1"/>
                </a:solidFill>
                <a:latin typeface="+mn-lt"/>
                <a:ea typeface="+mn-ea"/>
                <a:cs typeface="+mn-cs"/>
              </a:defRPr>
            </a:lvl9pPr>
          </a:lstStyle>
          <a:p>
            <a:pPr marL="0" marR="0" lvl="0" indent="0" algn="l" defTabSz="1421700"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schemeClr val="tx1"/>
                </a:solidFill>
                <a:effectLst/>
                <a:uLnTx/>
                <a:uFillTx/>
                <a:latin typeface="GT Walsheim LC Light" pitchFamily="2" charset="0"/>
                <a:ea typeface="+mn-ea"/>
                <a:cs typeface="GT Walsheim LC Light" pitchFamily="2" charset="0"/>
              </a:rPr>
              <a:t>© 2026 Grant Thornton Brasil  | Todos os direitos reservados |  Firma-membro brasileira da Grant Thornton International Ltd.</a:t>
            </a:r>
          </a:p>
        </p:txBody>
      </p:sp>
    </p:spTree>
    <p:extLst>
      <p:ext uri="{BB962C8B-B14F-4D97-AF65-F5344CB8AC3E}">
        <p14:creationId xmlns:p14="http://schemas.microsoft.com/office/powerpoint/2010/main" val="3520917005"/>
      </p:ext>
    </p:extLst>
  </p:cSld>
  <p:clrMapOvr>
    <a:masterClrMapping/>
  </p:clrMapOvr>
  <p:hf hd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acts">
    <p:spTree>
      <p:nvGrpSpPr>
        <p:cNvPr id="1" name=""/>
        <p:cNvGrpSpPr/>
        <p:nvPr/>
      </p:nvGrpSpPr>
      <p:grpSpPr>
        <a:xfrm>
          <a:off x="0" y="0"/>
          <a:ext cx="0" cy="0"/>
          <a:chOff x="0" y="0"/>
          <a:chExt cx="0" cy="0"/>
        </a:xfrm>
      </p:grpSpPr>
      <p:sp>
        <p:nvSpPr>
          <p:cNvPr id="7" name="Text 1"/>
          <p:cNvSpPr>
            <a:spLocks noGrp="1"/>
          </p:cNvSpPr>
          <p:nvPr>
            <p:ph type="body" sz="quarter" idx="12" hasCustomPrompt="1"/>
          </p:nvPr>
        </p:nvSpPr>
        <p:spPr>
          <a:xfrm>
            <a:off x="508000" y="1725613"/>
            <a:ext cx="3562349" cy="4259262"/>
          </a:xfrm>
          <a:prstGeom prst="rect">
            <a:avLst/>
          </a:prstGeom>
        </p:spPr>
        <p:txBody>
          <a:bodyPr vert="horz" wrap="square" lIns="0" tIns="0" rIns="0" bIns="0" rtlCol="0" anchor="t" anchorCtr="0">
            <a:noAutofit/>
          </a:bodyPr>
          <a:lstStyle>
            <a:lvl1pPr>
              <a:defRPr lang="en-GB" dirty="0"/>
            </a:lvl1pPr>
            <a:lvl2pPr>
              <a:defRPr lang="en-GB" dirty="0"/>
            </a:lvl2pPr>
            <a:lvl3pPr>
              <a:defRPr lang="en-GB" dirty="0"/>
            </a:lvl3pPr>
            <a:lvl4pPr>
              <a:defRPr lang="en-GB" dirty="0"/>
            </a:lvl4pPr>
            <a:lvl5pPr>
              <a:defRPr lang="en-GB" dirty="0"/>
            </a:lvl5pPr>
            <a:lvl6pPr>
              <a:defRPr lang="en-GB" dirty="0"/>
            </a:lvl6pPr>
            <a:lvl7pPr>
              <a:defRPr lang="en-GB" dirty="0"/>
            </a:lvl7pPr>
            <a:lvl8pPr>
              <a:defRPr lang="en-GB" dirty="0"/>
            </a:lvl8pPr>
            <a:lvl9pPr>
              <a:defRPr lang="en-GB" dirty="0"/>
            </a:lvl9pPr>
          </a:lstStyle>
          <a:p>
            <a:pPr lvl="0"/>
            <a:r>
              <a:rPr lang="en-GB"/>
              <a:t>First Level</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 level</a:t>
            </a:r>
          </a:p>
          <a:p>
            <a:pPr lvl="8"/>
            <a:r>
              <a:rPr lang="en-GB"/>
              <a:t>Ninth level</a:t>
            </a:r>
          </a:p>
        </p:txBody>
      </p:sp>
      <p:sp>
        <p:nvSpPr>
          <p:cNvPr id="3" name="Title"/>
          <p:cNvSpPr>
            <a:spLocks noGrp="1"/>
          </p:cNvSpPr>
          <p:nvPr>
            <p:ph type="title"/>
          </p:nvPr>
        </p:nvSpPr>
        <p:spPr/>
        <p:txBody>
          <a:bodyPr/>
          <a:lstStyle/>
          <a:p>
            <a:r>
              <a:rPr lang="pt-BR"/>
              <a:t>Clique para editar o título Mestre</a:t>
            </a:r>
            <a:endParaRPr lang="en-GB"/>
          </a:p>
        </p:txBody>
      </p:sp>
      <p:sp>
        <p:nvSpPr>
          <p:cNvPr id="8" name="Text 1">
            <a:extLst>
              <a:ext uri="{FF2B5EF4-FFF2-40B4-BE49-F238E27FC236}">
                <a16:creationId xmlns:a16="http://schemas.microsoft.com/office/drawing/2014/main" id="{EC4A0402-7396-053D-AA37-CDFAF3B9632F}"/>
              </a:ext>
            </a:extLst>
          </p:cNvPr>
          <p:cNvSpPr>
            <a:spLocks noGrp="1"/>
          </p:cNvSpPr>
          <p:nvPr>
            <p:ph type="body" sz="quarter" idx="15" hasCustomPrompt="1"/>
          </p:nvPr>
        </p:nvSpPr>
        <p:spPr>
          <a:xfrm>
            <a:off x="5473701" y="1725613"/>
            <a:ext cx="2403474" cy="971550"/>
          </a:xfrm>
          <a:prstGeom prst="rect">
            <a:avLst/>
          </a:prstGeom>
        </p:spPr>
        <p:txBody>
          <a:bodyPr vert="horz" wrap="square" lIns="0" tIns="0" rIns="0" bIns="0" rtlCol="0" anchor="t" anchorCtr="0">
            <a:noAutofit/>
          </a:bodyPr>
          <a:lstStyle>
            <a:lvl1pPr>
              <a:spcAft>
                <a:spcPts val="0"/>
              </a:spcAft>
              <a:defRPr lang="en-GB" sz="1000" dirty="0">
                <a:solidFill>
                  <a:schemeClr val="accent1"/>
                </a:solidFill>
              </a:defRPr>
            </a:lvl1pPr>
            <a:lvl2pPr>
              <a:spcAft>
                <a:spcPts val="400"/>
              </a:spcAft>
              <a:defRPr lang="en-GB" sz="1000" b="0" dirty="0"/>
            </a:lvl2pPr>
            <a:lvl3pPr>
              <a:spcAft>
                <a:spcPts val="0"/>
              </a:spcAft>
              <a:defRPr lang="en-GB" sz="1000" b="0" dirty="0"/>
            </a:lvl3pPr>
            <a:lvl4pPr>
              <a:spcAft>
                <a:spcPts val="0"/>
              </a:spcAft>
              <a:defRPr lang="en-GB" sz="1000" i="1" dirty="0"/>
            </a:lvl4pPr>
            <a:lvl5pPr>
              <a:spcAft>
                <a:spcPts val="0"/>
              </a:spcAft>
              <a:defRPr lang="en-GB" sz="1000" dirty="0"/>
            </a:lvl5pPr>
            <a:lvl6pPr>
              <a:spcAft>
                <a:spcPts val="0"/>
              </a:spcAft>
              <a:defRPr lang="en-GB" sz="1000" dirty="0"/>
            </a:lvl6pPr>
            <a:lvl7pPr>
              <a:spcAft>
                <a:spcPts val="0"/>
              </a:spcAft>
              <a:defRPr lang="en-GB" sz="1000" dirty="0"/>
            </a:lvl7pPr>
            <a:lvl8pPr marL="183600" indent="-183600">
              <a:spcAft>
                <a:spcPts val="0"/>
              </a:spcAft>
              <a:defRPr lang="en-GB" sz="1000" dirty="0"/>
            </a:lvl8pPr>
            <a:lvl9pPr marL="360000" indent="-183600">
              <a:spcAft>
                <a:spcPts val="0"/>
              </a:spcAft>
              <a:defRPr lang="en-GB" sz="1000" dirty="0"/>
            </a:lvl9pPr>
          </a:lstStyle>
          <a:p>
            <a:pPr lvl="0"/>
            <a:r>
              <a:rPr lang="en-GB" noProof="0"/>
              <a:t>First Level</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Sixth level</a:t>
            </a:r>
          </a:p>
          <a:p>
            <a:pPr lvl="6"/>
            <a:r>
              <a:rPr lang="en-GB" noProof="0"/>
              <a:t>Seventh level</a:t>
            </a:r>
          </a:p>
          <a:p>
            <a:pPr lvl="7"/>
            <a:r>
              <a:rPr lang="en-GB" noProof="0"/>
              <a:t>Eight level</a:t>
            </a:r>
          </a:p>
          <a:p>
            <a:pPr lvl="8"/>
            <a:r>
              <a:rPr lang="en-GB" noProof="0"/>
              <a:t>Ninth level</a:t>
            </a:r>
          </a:p>
        </p:txBody>
      </p:sp>
      <p:sp>
        <p:nvSpPr>
          <p:cNvPr id="11" name="Picture Placeholder 10">
            <a:extLst>
              <a:ext uri="{FF2B5EF4-FFF2-40B4-BE49-F238E27FC236}">
                <a16:creationId xmlns:a16="http://schemas.microsoft.com/office/drawing/2014/main" id="{7E8AEB13-3929-5620-674D-79DA562D3C91}"/>
              </a:ext>
            </a:extLst>
          </p:cNvPr>
          <p:cNvSpPr>
            <a:spLocks noGrp="1" noChangeAspect="1"/>
          </p:cNvSpPr>
          <p:nvPr>
            <p:ph type="pic" sz="quarter" idx="16" hasCustomPrompt="1"/>
          </p:nvPr>
        </p:nvSpPr>
        <p:spPr>
          <a:xfrm>
            <a:off x="4314825" y="1725613"/>
            <a:ext cx="971551" cy="971550"/>
          </a:xfrm>
          <a:prstGeom prst="ellipse">
            <a:avLst/>
          </a:prstGeom>
          <a:solidFill>
            <a:schemeClr val="bg2"/>
          </a:solidFill>
          <a:ln>
            <a:solidFill>
              <a:schemeClr val="accent1"/>
            </a:solidFill>
          </a:ln>
        </p:spPr>
        <p:txBody>
          <a:bodyPr anchor="ctr"/>
          <a:lstStyle>
            <a:lvl1pPr algn="ctr">
              <a:defRPr sz="1000"/>
            </a:lvl1pPr>
          </a:lstStyle>
          <a:p>
            <a:r>
              <a:rPr lang="en-GB"/>
              <a:t>Insert headshot</a:t>
            </a:r>
          </a:p>
        </p:txBody>
      </p:sp>
      <p:sp>
        <p:nvSpPr>
          <p:cNvPr id="6" name="Text 1">
            <a:extLst>
              <a:ext uri="{FF2B5EF4-FFF2-40B4-BE49-F238E27FC236}">
                <a16:creationId xmlns:a16="http://schemas.microsoft.com/office/drawing/2014/main" id="{548028FB-DA90-43CF-84C1-BFB5B320DA16}"/>
              </a:ext>
            </a:extLst>
          </p:cNvPr>
          <p:cNvSpPr>
            <a:spLocks noGrp="1"/>
          </p:cNvSpPr>
          <p:nvPr>
            <p:ph type="body" sz="quarter" idx="17" hasCustomPrompt="1"/>
          </p:nvPr>
        </p:nvSpPr>
        <p:spPr>
          <a:xfrm>
            <a:off x="9280526" y="1725613"/>
            <a:ext cx="2403474" cy="971550"/>
          </a:xfrm>
          <a:prstGeom prst="rect">
            <a:avLst/>
          </a:prstGeom>
        </p:spPr>
        <p:txBody>
          <a:bodyPr vert="horz" wrap="square" lIns="0" tIns="0" rIns="0" bIns="0" rtlCol="0" anchor="t" anchorCtr="0">
            <a:noAutofit/>
          </a:bodyPr>
          <a:lstStyle>
            <a:lvl1pPr>
              <a:spcAft>
                <a:spcPts val="0"/>
              </a:spcAft>
              <a:defRPr lang="en-GB" sz="1000" dirty="0">
                <a:solidFill>
                  <a:schemeClr val="accent1"/>
                </a:solidFill>
              </a:defRPr>
            </a:lvl1pPr>
            <a:lvl2pPr>
              <a:spcAft>
                <a:spcPts val="400"/>
              </a:spcAft>
              <a:defRPr lang="en-GB" sz="1000" b="0" dirty="0"/>
            </a:lvl2pPr>
            <a:lvl3pPr>
              <a:spcAft>
                <a:spcPts val="0"/>
              </a:spcAft>
              <a:defRPr lang="en-GB" sz="1000" b="0" dirty="0"/>
            </a:lvl3pPr>
            <a:lvl4pPr>
              <a:spcAft>
                <a:spcPts val="0"/>
              </a:spcAft>
              <a:defRPr lang="en-GB" sz="1000" i="1" dirty="0"/>
            </a:lvl4pPr>
            <a:lvl5pPr>
              <a:spcAft>
                <a:spcPts val="0"/>
              </a:spcAft>
              <a:defRPr lang="en-GB" sz="1000" dirty="0"/>
            </a:lvl5pPr>
            <a:lvl6pPr>
              <a:spcAft>
                <a:spcPts val="0"/>
              </a:spcAft>
              <a:defRPr lang="en-GB" sz="1000" dirty="0"/>
            </a:lvl6pPr>
            <a:lvl7pPr>
              <a:spcAft>
                <a:spcPts val="0"/>
              </a:spcAft>
              <a:defRPr lang="en-GB" sz="1000" dirty="0"/>
            </a:lvl7pPr>
            <a:lvl8pPr marL="183600" indent="-183600">
              <a:spcAft>
                <a:spcPts val="0"/>
              </a:spcAft>
              <a:defRPr lang="en-GB" sz="1000" dirty="0"/>
            </a:lvl8pPr>
            <a:lvl9pPr marL="360000" indent="-183600">
              <a:spcAft>
                <a:spcPts val="0"/>
              </a:spcAft>
              <a:defRPr lang="en-GB" sz="1000" dirty="0"/>
            </a:lvl9pPr>
          </a:lstStyle>
          <a:p>
            <a:pPr lvl="0"/>
            <a:r>
              <a:rPr lang="en-GB" noProof="0"/>
              <a:t>First Level</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Sixth level</a:t>
            </a:r>
          </a:p>
          <a:p>
            <a:pPr lvl="6"/>
            <a:r>
              <a:rPr lang="en-GB" noProof="0"/>
              <a:t>Seventh level</a:t>
            </a:r>
          </a:p>
          <a:p>
            <a:pPr lvl="7"/>
            <a:r>
              <a:rPr lang="en-GB" noProof="0"/>
              <a:t>Eight level</a:t>
            </a:r>
          </a:p>
          <a:p>
            <a:pPr lvl="8"/>
            <a:r>
              <a:rPr lang="en-GB" noProof="0"/>
              <a:t>Ninth level</a:t>
            </a:r>
          </a:p>
        </p:txBody>
      </p:sp>
      <p:sp>
        <p:nvSpPr>
          <p:cNvPr id="9" name="Picture Placeholder 10">
            <a:extLst>
              <a:ext uri="{FF2B5EF4-FFF2-40B4-BE49-F238E27FC236}">
                <a16:creationId xmlns:a16="http://schemas.microsoft.com/office/drawing/2014/main" id="{D33D821A-95C2-6040-EBD3-7BF508CBC4F1}"/>
              </a:ext>
            </a:extLst>
          </p:cNvPr>
          <p:cNvSpPr>
            <a:spLocks noGrp="1" noChangeAspect="1"/>
          </p:cNvSpPr>
          <p:nvPr>
            <p:ph type="pic" sz="quarter" idx="18" hasCustomPrompt="1"/>
          </p:nvPr>
        </p:nvSpPr>
        <p:spPr>
          <a:xfrm>
            <a:off x="8121650" y="1725613"/>
            <a:ext cx="971551" cy="971550"/>
          </a:xfrm>
          <a:prstGeom prst="ellipse">
            <a:avLst/>
          </a:prstGeom>
          <a:solidFill>
            <a:schemeClr val="bg2"/>
          </a:solidFill>
          <a:ln>
            <a:solidFill>
              <a:schemeClr val="accent1"/>
            </a:solidFill>
          </a:ln>
        </p:spPr>
        <p:txBody>
          <a:bodyPr anchor="ctr"/>
          <a:lstStyle>
            <a:lvl1pPr algn="ctr">
              <a:defRPr sz="1000"/>
            </a:lvl1pPr>
          </a:lstStyle>
          <a:p>
            <a:r>
              <a:rPr lang="en-GB"/>
              <a:t>Insert headshot</a:t>
            </a:r>
          </a:p>
        </p:txBody>
      </p:sp>
      <p:sp>
        <p:nvSpPr>
          <p:cNvPr id="10" name="Text 1">
            <a:extLst>
              <a:ext uri="{FF2B5EF4-FFF2-40B4-BE49-F238E27FC236}">
                <a16:creationId xmlns:a16="http://schemas.microsoft.com/office/drawing/2014/main" id="{AF7AA4FF-18C6-689C-B80A-40C3FF98C0D4}"/>
              </a:ext>
            </a:extLst>
          </p:cNvPr>
          <p:cNvSpPr>
            <a:spLocks noGrp="1"/>
          </p:cNvSpPr>
          <p:nvPr>
            <p:ph type="body" sz="quarter" idx="19" hasCustomPrompt="1"/>
          </p:nvPr>
        </p:nvSpPr>
        <p:spPr>
          <a:xfrm>
            <a:off x="5473701" y="3287415"/>
            <a:ext cx="2403474" cy="971550"/>
          </a:xfrm>
          <a:prstGeom prst="rect">
            <a:avLst/>
          </a:prstGeom>
        </p:spPr>
        <p:txBody>
          <a:bodyPr vert="horz" wrap="square" lIns="0" tIns="0" rIns="0" bIns="0" rtlCol="0" anchor="t" anchorCtr="0">
            <a:noAutofit/>
          </a:bodyPr>
          <a:lstStyle>
            <a:lvl1pPr>
              <a:spcAft>
                <a:spcPts val="0"/>
              </a:spcAft>
              <a:defRPr lang="en-GB" sz="1000" dirty="0">
                <a:solidFill>
                  <a:schemeClr val="accent1"/>
                </a:solidFill>
              </a:defRPr>
            </a:lvl1pPr>
            <a:lvl2pPr>
              <a:spcAft>
                <a:spcPts val="400"/>
              </a:spcAft>
              <a:defRPr lang="en-GB" sz="1000" b="0" dirty="0"/>
            </a:lvl2pPr>
            <a:lvl3pPr>
              <a:spcAft>
                <a:spcPts val="0"/>
              </a:spcAft>
              <a:defRPr lang="en-GB" sz="1000" b="0" dirty="0"/>
            </a:lvl3pPr>
            <a:lvl4pPr>
              <a:spcAft>
                <a:spcPts val="0"/>
              </a:spcAft>
              <a:defRPr lang="en-GB" sz="1000" i="1" dirty="0"/>
            </a:lvl4pPr>
            <a:lvl5pPr>
              <a:spcAft>
                <a:spcPts val="0"/>
              </a:spcAft>
              <a:defRPr lang="en-GB" sz="1000" dirty="0"/>
            </a:lvl5pPr>
            <a:lvl6pPr>
              <a:spcAft>
                <a:spcPts val="0"/>
              </a:spcAft>
              <a:defRPr lang="en-GB" sz="1000" dirty="0"/>
            </a:lvl6pPr>
            <a:lvl7pPr>
              <a:spcAft>
                <a:spcPts val="0"/>
              </a:spcAft>
              <a:defRPr lang="en-GB" sz="1000" dirty="0"/>
            </a:lvl7pPr>
            <a:lvl8pPr marL="183600" indent="-183600">
              <a:spcAft>
                <a:spcPts val="0"/>
              </a:spcAft>
              <a:defRPr lang="en-GB" sz="1000" dirty="0"/>
            </a:lvl8pPr>
            <a:lvl9pPr marL="360000" indent="-183600">
              <a:spcAft>
                <a:spcPts val="0"/>
              </a:spcAft>
              <a:defRPr lang="en-GB" sz="1000" dirty="0"/>
            </a:lvl9pPr>
          </a:lstStyle>
          <a:p>
            <a:pPr lvl="0"/>
            <a:r>
              <a:rPr lang="en-GB" noProof="0"/>
              <a:t>First Level</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Sixth level</a:t>
            </a:r>
          </a:p>
          <a:p>
            <a:pPr lvl="6"/>
            <a:r>
              <a:rPr lang="en-GB" noProof="0"/>
              <a:t>Seventh level</a:t>
            </a:r>
          </a:p>
          <a:p>
            <a:pPr lvl="7"/>
            <a:r>
              <a:rPr lang="en-GB" noProof="0"/>
              <a:t>Eight level</a:t>
            </a:r>
          </a:p>
          <a:p>
            <a:pPr lvl="8"/>
            <a:r>
              <a:rPr lang="en-GB" noProof="0"/>
              <a:t>Ninth level</a:t>
            </a:r>
          </a:p>
        </p:txBody>
      </p:sp>
      <p:sp>
        <p:nvSpPr>
          <p:cNvPr id="15" name="Picture Placeholder 10">
            <a:extLst>
              <a:ext uri="{FF2B5EF4-FFF2-40B4-BE49-F238E27FC236}">
                <a16:creationId xmlns:a16="http://schemas.microsoft.com/office/drawing/2014/main" id="{A8E5A670-A2B6-13DD-4C66-8567E11C7796}"/>
              </a:ext>
            </a:extLst>
          </p:cNvPr>
          <p:cNvSpPr>
            <a:spLocks noGrp="1" noChangeAspect="1"/>
          </p:cNvSpPr>
          <p:nvPr>
            <p:ph type="pic" sz="quarter" idx="20" hasCustomPrompt="1"/>
          </p:nvPr>
        </p:nvSpPr>
        <p:spPr>
          <a:xfrm>
            <a:off x="4314825" y="3287415"/>
            <a:ext cx="971551" cy="971550"/>
          </a:xfrm>
          <a:prstGeom prst="ellipse">
            <a:avLst/>
          </a:prstGeom>
          <a:solidFill>
            <a:schemeClr val="bg2"/>
          </a:solidFill>
          <a:ln>
            <a:solidFill>
              <a:schemeClr val="accent1"/>
            </a:solidFill>
          </a:ln>
        </p:spPr>
        <p:txBody>
          <a:bodyPr anchor="ctr"/>
          <a:lstStyle>
            <a:lvl1pPr algn="ctr">
              <a:defRPr sz="1000"/>
            </a:lvl1pPr>
          </a:lstStyle>
          <a:p>
            <a:r>
              <a:rPr lang="en-GB"/>
              <a:t>Insert headshot</a:t>
            </a:r>
          </a:p>
        </p:txBody>
      </p:sp>
      <p:sp>
        <p:nvSpPr>
          <p:cNvPr id="16" name="Text 1">
            <a:extLst>
              <a:ext uri="{FF2B5EF4-FFF2-40B4-BE49-F238E27FC236}">
                <a16:creationId xmlns:a16="http://schemas.microsoft.com/office/drawing/2014/main" id="{199F64A4-9EDA-BF73-CD73-D5F5D66EFD04}"/>
              </a:ext>
            </a:extLst>
          </p:cNvPr>
          <p:cNvSpPr>
            <a:spLocks noGrp="1"/>
          </p:cNvSpPr>
          <p:nvPr>
            <p:ph type="body" sz="quarter" idx="21" hasCustomPrompt="1"/>
          </p:nvPr>
        </p:nvSpPr>
        <p:spPr>
          <a:xfrm>
            <a:off x="9280526" y="3287415"/>
            <a:ext cx="2403474" cy="971550"/>
          </a:xfrm>
          <a:prstGeom prst="rect">
            <a:avLst/>
          </a:prstGeom>
        </p:spPr>
        <p:txBody>
          <a:bodyPr vert="horz" wrap="square" lIns="0" tIns="0" rIns="0" bIns="0" rtlCol="0" anchor="t" anchorCtr="0">
            <a:noAutofit/>
          </a:bodyPr>
          <a:lstStyle>
            <a:lvl1pPr>
              <a:spcAft>
                <a:spcPts val="0"/>
              </a:spcAft>
              <a:defRPr lang="en-GB" sz="1000" dirty="0">
                <a:solidFill>
                  <a:schemeClr val="accent1"/>
                </a:solidFill>
              </a:defRPr>
            </a:lvl1pPr>
            <a:lvl2pPr>
              <a:spcAft>
                <a:spcPts val="400"/>
              </a:spcAft>
              <a:defRPr lang="en-GB" sz="1000" b="0" dirty="0"/>
            </a:lvl2pPr>
            <a:lvl3pPr>
              <a:spcAft>
                <a:spcPts val="0"/>
              </a:spcAft>
              <a:defRPr lang="en-GB" sz="1000" b="0" dirty="0"/>
            </a:lvl3pPr>
            <a:lvl4pPr>
              <a:spcAft>
                <a:spcPts val="0"/>
              </a:spcAft>
              <a:defRPr lang="en-GB" sz="1000" i="1" dirty="0"/>
            </a:lvl4pPr>
            <a:lvl5pPr>
              <a:spcAft>
                <a:spcPts val="0"/>
              </a:spcAft>
              <a:defRPr lang="en-GB" sz="1000" dirty="0"/>
            </a:lvl5pPr>
            <a:lvl6pPr>
              <a:spcAft>
                <a:spcPts val="0"/>
              </a:spcAft>
              <a:defRPr lang="en-GB" sz="1000" dirty="0"/>
            </a:lvl6pPr>
            <a:lvl7pPr>
              <a:spcAft>
                <a:spcPts val="0"/>
              </a:spcAft>
              <a:defRPr lang="en-GB" sz="1000" dirty="0"/>
            </a:lvl7pPr>
            <a:lvl8pPr marL="183600" indent="-183600">
              <a:spcAft>
                <a:spcPts val="0"/>
              </a:spcAft>
              <a:defRPr lang="en-GB" sz="1000" dirty="0"/>
            </a:lvl8pPr>
            <a:lvl9pPr marL="360000" indent="-183600">
              <a:spcAft>
                <a:spcPts val="0"/>
              </a:spcAft>
              <a:defRPr lang="en-GB" sz="1000" dirty="0"/>
            </a:lvl9pPr>
          </a:lstStyle>
          <a:p>
            <a:pPr lvl="0"/>
            <a:r>
              <a:rPr lang="en-GB" noProof="0"/>
              <a:t>First Level</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Sixth level</a:t>
            </a:r>
          </a:p>
          <a:p>
            <a:pPr lvl="6"/>
            <a:r>
              <a:rPr lang="en-GB" noProof="0"/>
              <a:t>Seventh level</a:t>
            </a:r>
          </a:p>
          <a:p>
            <a:pPr lvl="7"/>
            <a:r>
              <a:rPr lang="en-GB" noProof="0"/>
              <a:t>Eight level</a:t>
            </a:r>
          </a:p>
          <a:p>
            <a:pPr lvl="8"/>
            <a:r>
              <a:rPr lang="en-GB" noProof="0"/>
              <a:t>Ninth level</a:t>
            </a:r>
          </a:p>
        </p:txBody>
      </p:sp>
      <p:sp>
        <p:nvSpPr>
          <p:cNvPr id="17" name="Picture Placeholder 10">
            <a:extLst>
              <a:ext uri="{FF2B5EF4-FFF2-40B4-BE49-F238E27FC236}">
                <a16:creationId xmlns:a16="http://schemas.microsoft.com/office/drawing/2014/main" id="{74A51D79-A6D0-2A7A-4355-263F55F25E0B}"/>
              </a:ext>
            </a:extLst>
          </p:cNvPr>
          <p:cNvSpPr>
            <a:spLocks noGrp="1" noChangeAspect="1"/>
          </p:cNvSpPr>
          <p:nvPr>
            <p:ph type="pic" sz="quarter" idx="22" hasCustomPrompt="1"/>
          </p:nvPr>
        </p:nvSpPr>
        <p:spPr>
          <a:xfrm>
            <a:off x="8121650" y="3287415"/>
            <a:ext cx="971551" cy="971550"/>
          </a:xfrm>
          <a:prstGeom prst="ellipse">
            <a:avLst/>
          </a:prstGeom>
          <a:solidFill>
            <a:schemeClr val="bg2"/>
          </a:solidFill>
          <a:ln>
            <a:solidFill>
              <a:schemeClr val="accent1"/>
            </a:solidFill>
          </a:ln>
        </p:spPr>
        <p:txBody>
          <a:bodyPr anchor="ctr"/>
          <a:lstStyle>
            <a:lvl1pPr algn="ctr">
              <a:defRPr sz="1000"/>
            </a:lvl1pPr>
          </a:lstStyle>
          <a:p>
            <a:r>
              <a:rPr lang="en-GB"/>
              <a:t>Insert headshot</a:t>
            </a:r>
          </a:p>
        </p:txBody>
      </p:sp>
      <p:sp>
        <p:nvSpPr>
          <p:cNvPr id="18" name="Text 1">
            <a:extLst>
              <a:ext uri="{FF2B5EF4-FFF2-40B4-BE49-F238E27FC236}">
                <a16:creationId xmlns:a16="http://schemas.microsoft.com/office/drawing/2014/main" id="{5FB193B9-3BD9-65A6-FC0E-A481550B47D9}"/>
              </a:ext>
            </a:extLst>
          </p:cNvPr>
          <p:cNvSpPr>
            <a:spLocks noGrp="1"/>
          </p:cNvSpPr>
          <p:nvPr>
            <p:ph type="body" sz="quarter" idx="23" hasCustomPrompt="1"/>
          </p:nvPr>
        </p:nvSpPr>
        <p:spPr>
          <a:xfrm>
            <a:off x="5473701" y="4768850"/>
            <a:ext cx="2403474" cy="971550"/>
          </a:xfrm>
          <a:prstGeom prst="rect">
            <a:avLst/>
          </a:prstGeom>
        </p:spPr>
        <p:txBody>
          <a:bodyPr vert="horz" wrap="square" lIns="0" tIns="0" rIns="0" bIns="0" rtlCol="0" anchor="t" anchorCtr="0">
            <a:noAutofit/>
          </a:bodyPr>
          <a:lstStyle>
            <a:lvl1pPr>
              <a:spcAft>
                <a:spcPts val="0"/>
              </a:spcAft>
              <a:defRPr lang="en-GB" sz="1000" dirty="0">
                <a:solidFill>
                  <a:schemeClr val="accent1"/>
                </a:solidFill>
              </a:defRPr>
            </a:lvl1pPr>
            <a:lvl2pPr>
              <a:spcAft>
                <a:spcPts val="400"/>
              </a:spcAft>
              <a:defRPr lang="en-GB" sz="1000" b="0" dirty="0"/>
            </a:lvl2pPr>
            <a:lvl3pPr>
              <a:spcAft>
                <a:spcPts val="0"/>
              </a:spcAft>
              <a:defRPr lang="en-GB" sz="1000" b="0" dirty="0"/>
            </a:lvl3pPr>
            <a:lvl4pPr>
              <a:spcAft>
                <a:spcPts val="0"/>
              </a:spcAft>
              <a:defRPr lang="en-GB" sz="1000" i="1" dirty="0"/>
            </a:lvl4pPr>
            <a:lvl5pPr>
              <a:spcAft>
                <a:spcPts val="0"/>
              </a:spcAft>
              <a:defRPr lang="en-GB" sz="1000" dirty="0"/>
            </a:lvl5pPr>
            <a:lvl6pPr>
              <a:spcAft>
                <a:spcPts val="0"/>
              </a:spcAft>
              <a:defRPr lang="en-GB" sz="1000" dirty="0"/>
            </a:lvl6pPr>
            <a:lvl7pPr>
              <a:spcAft>
                <a:spcPts val="0"/>
              </a:spcAft>
              <a:defRPr lang="en-GB" sz="1000" dirty="0"/>
            </a:lvl7pPr>
            <a:lvl8pPr marL="183600" indent="-183600">
              <a:spcAft>
                <a:spcPts val="0"/>
              </a:spcAft>
              <a:defRPr lang="en-GB" sz="1000" dirty="0"/>
            </a:lvl8pPr>
            <a:lvl9pPr marL="360000" indent="-183600">
              <a:spcAft>
                <a:spcPts val="0"/>
              </a:spcAft>
              <a:defRPr lang="en-GB" sz="1000" dirty="0"/>
            </a:lvl9pPr>
          </a:lstStyle>
          <a:p>
            <a:pPr lvl="0"/>
            <a:r>
              <a:rPr lang="en-GB" noProof="0"/>
              <a:t>First Level</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Sixth level</a:t>
            </a:r>
          </a:p>
          <a:p>
            <a:pPr lvl="6"/>
            <a:r>
              <a:rPr lang="en-GB" noProof="0"/>
              <a:t>Seventh level</a:t>
            </a:r>
          </a:p>
          <a:p>
            <a:pPr lvl="7"/>
            <a:r>
              <a:rPr lang="en-GB" noProof="0"/>
              <a:t>Eight level</a:t>
            </a:r>
          </a:p>
          <a:p>
            <a:pPr lvl="8"/>
            <a:r>
              <a:rPr lang="en-GB" noProof="0"/>
              <a:t>Ninth level</a:t>
            </a:r>
          </a:p>
        </p:txBody>
      </p:sp>
      <p:sp>
        <p:nvSpPr>
          <p:cNvPr id="19" name="Picture Placeholder 10">
            <a:extLst>
              <a:ext uri="{FF2B5EF4-FFF2-40B4-BE49-F238E27FC236}">
                <a16:creationId xmlns:a16="http://schemas.microsoft.com/office/drawing/2014/main" id="{4DCA9D31-4E83-B565-2771-6CFAB731E5C0}"/>
              </a:ext>
            </a:extLst>
          </p:cNvPr>
          <p:cNvSpPr>
            <a:spLocks noGrp="1" noChangeAspect="1"/>
          </p:cNvSpPr>
          <p:nvPr>
            <p:ph type="pic" sz="quarter" idx="24" hasCustomPrompt="1"/>
          </p:nvPr>
        </p:nvSpPr>
        <p:spPr>
          <a:xfrm>
            <a:off x="4314825" y="4768850"/>
            <a:ext cx="971551" cy="971550"/>
          </a:xfrm>
          <a:prstGeom prst="ellipse">
            <a:avLst/>
          </a:prstGeom>
          <a:solidFill>
            <a:schemeClr val="bg2"/>
          </a:solidFill>
          <a:ln>
            <a:solidFill>
              <a:schemeClr val="accent1"/>
            </a:solidFill>
          </a:ln>
        </p:spPr>
        <p:txBody>
          <a:bodyPr anchor="ctr"/>
          <a:lstStyle>
            <a:lvl1pPr algn="ctr">
              <a:defRPr sz="1000"/>
            </a:lvl1pPr>
          </a:lstStyle>
          <a:p>
            <a:r>
              <a:rPr lang="en-GB"/>
              <a:t>Insert headshot</a:t>
            </a:r>
          </a:p>
        </p:txBody>
      </p:sp>
      <p:sp>
        <p:nvSpPr>
          <p:cNvPr id="20" name="Text 1">
            <a:extLst>
              <a:ext uri="{FF2B5EF4-FFF2-40B4-BE49-F238E27FC236}">
                <a16:creationId xmlns:a16="http://schemas.microsoft.com/office/drawing/2014/main" id="{EA48B93D-EE77-0BF7-E1EC-78CC63DA3D99}"/>
              </a:ext>
            </a:extLst>
          </p:cNvPr>
          <p:cNvSpPr>
            <a:spLocks noGrp="1"/>
          </p:cNvSpPr>
          <p:nvPr>
            <p:ph type="body" sz="quarter" idx="25" hasCustomPrompt="1"/>
          </p:nvPr>
        </p:nvSpPr>
        <p:spPr>
          <a:xfrm>
            <a:off x="9280526" y="4768850"/>
            <a:ext cx="2403474" cy="971550"/>
          </a:xfrm>
          <a:prstGeom prst="rect">
            <a:avLst/>
          </a:prstGeom>
        </p:spPr>
        <p:txBody>
          <a:bodyPr vert="horz" wrap="square" lIns="0" tIns="0" rIns="0" bIns="0" rtlCol="0" anchor="t" anchorCtr="0">
            <a:noAutofit/>
          </a:bodyPr>
          <a:lstStyle>
            <a:lvl1pPr>
              <a:spcAft>
                <a:spcPts val="0"/>
              </a:spcAft>
              <a:defRPr lang="en-GB" sz="1000" dirty="0">
                <a:solidFill>
                  <a:schemeClr val="accent1"/>
                </a:solidFill>
              </a:defRPr>
            </a:lvl1pPr>
            <a:lvl2pPr>
              <a:spcAft>
                <a:spcPts val="400"/>
              </a:spcAft>
              <a:defRPr lang="en-GB" sz="1000" b="0" dirty="0"/>
            </a:lvl2pPr>
            <a:lvl3pPr>
              <a:spcAft>
                <a:spcPts val="0"/>
              </a:spcAft>
              <a:defRPr lang="en-GB" sz="1000" b="0" dirty="0"/>
            </a:lvl3pPr>
            <a:lvl4pPr>
              <a:spcAft>
                <a:spcPts val="0"/>
              </a:spcAft>
              <a:defRPr lang="en-GB" sz="1000" i="1" dirty="0"/>
            </a:lvl4pPr>
            <a:lvl5pPr>
              <a:spcAft>
                <a:spcPts val="0"/>
              </a:spcAft>
              <a:defRPr lang="en-GB" sz="1000" dirty="0"/>
            </a:lvl5pPr>
            <a:lvl6pPr>
              <a:spcAft>
                <a:spcPts val="0"/>
              </a:spcAft>
              <a:defRPr lang="en-GB" sz="1000" dirty="0"/>
            </a:lvl6pPr>
            <a:lvl7pPr>
              <a:spcAft>
                <a:spcPts val="0"/>
              </a:spcAft>
              <a:defRPr lang="en-GB" sz="1000" dirty="0"/>
            </a:lvl7pPr>
            <a:lvl8pPr marL="183600" indent="-183600">
              <a:spcAft>
                <a:spcPts val="0"/>
              </a:spcAft>
              <a:defRPr lang="en-GB" sz="1000" dirty="0"/>
            </a:lvl8pPr>
            <a:lvl9pPr marL="360000" indent="-183600">
              <a:spcAft>
                <a:spcPts val="0"/>
              </a:spcAft>
              <a:defRPr lang="en-GB" sz="1000" dirty="0"/>
            </a:lvl9pPr>
          </a:lstStyle>
          <a:p>
            <a:pPr lvl="0"/>
            <a:r>
              <a:rPr lang="en-GB" noProof="0"/>
              <a:t>First Level</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Sixth level</a:t>
            </a:r>
          </a:p>
          <a:p>
            <a:pPr lvl="6"/>
            <a:r>
              <a:rPr lang="en-GB" noProof="0"/>
              <a:t>Seventh level</a:t>
            </a:r>
          </a:p>
          <a:p>
            <a:pPr lvl="7"/>
            <a:r>
              <a:rPr lang="en-GB" noProof="0"/>
              <a:t>Eight level</a:t>
            </a:r>
          </a:p>
          <a:p>
            <a:pPr lvl="8"/>
            <a:r>
              <a:rPr lang="en-GB" noProof="0"/>
              <a:t>Ninth level</a:t>
            </a:r>
          </a:p>
        </p:txBody>
      </p:sp>
      <p:sp>
        <p:nvSpPr>
          <p:cNvPr id="21" name="Picture Placeholder 10">
            <a:extLst>
              <a:ext uri="{FF2B5EF4-FFF2-40B4-BE49-F238E27FC236}">
                <a16:creationId xmlns:a16="http://schemas.microsoft.com/office/drawing/2014/main" id="{A7FBE63D-CBD0-224F-8855-D30D80343910}"/>
              </a:ext>
            </a:extLst>
          </p:cNvPr>
          <p:cNvSpPr>
            <a:spLocks noGrp="1" noChangeAspect="1"/>
          </p:cNvSpPr>
          <p:nvPr>
            <p:ph type="pic" sz="quarter" idx="26" hasCustomPrompt="1"/>
          </p:nvPr>
        </p:nvSpPr>
        <p:spPr>
          <a:xfrm>
            <a:off x="8121650" y="4768850"/>
            <a:ext cx="971551" cy="971550"/>
          </a:xfrm>
          <a:prstGeom prst="ellipse">
            <a:avLst/>
          </a:prstGeom>
          <a:solidFill>
            <a:schemeClr val="bg2"/>
          </a:solidFill>
          <a:ln>
            <a:solidFill>
              <a:schemeClr val="accent1"/>
            </a:solidFill>
          </a:ln>
        </p:spPr>
        <p:txBody>
          <a:bodyPr anchor="ctr"/>
          <a:lstStyle>
            <a:lvl1pPr algn="ctr">
              <a:defRPr sz="1000"/>
            </a:lvl1pPr>
          </a:lstStyle>
          <a:p>
            <a:r>
              <a:rPr lang="en-GB"/>
              <a:t>Insert headshot</a:t>
            </a:r>
          </a:p>
        </p:txBody>
      </p:sp>
      <p:sp>
        <p:nvSpPr>
          <p:cNvPr id="4" name="ChapterTitle">
            <a:extLst>
              <a:ext uri="{FF2B5EF4-FFF2-40B4-BE49-F238E27FC236}">
                <a16:creationId xmlns:a16="http://schemas.microsoft.com/office/drawing/2014/main" id="{04E09429-4D17-6730-C92E-8234BD1261F7}"/>
              </a:ext>
            </a:extLst>
          </p:cNvPr>
          <p:cNvSpPr>
            <a:spLocks noGrp="1"/>
          </p:cNvSpPr>
          <p:nvPr>
            <p:ph type="body" sz="quarter" idx="29" hasCustomPrompt="1"/>
          </p:nvPr>
        </p:nvSpPr>
        <p:spPr>
          <a:xfrm>
            <a:off x="508000" y="240853"/>
            <a:ext cx="5465763" cy="153888"/>
          </a:xfrm>
          <a:prstGeom prst="rect">
            <a:avLst/>
          </a:prstGeom>
        </p:spPr>
        <p:txBody>
          <a:bodyPr>
            <a:noAutofit/>
          </a:bodyPr>
          <a:lstStyle>
            <a:lvl1pPr marL="0" indent="0">
              <a:buFont typeface="Arial" panose="020B0604020202020204" pitchFamily="34" charset="0"/>
              <a:buNone/>
              <a:defRPr sz="1000" b="0" baseline="0">
                <a:latin typeface="+mn-lt"/>
              </a:defRPr>
            </a:lvl1pPr>
          </a:lstStyle>
          <a:p>
            <a:pPr lvl="0"/>
            <a:r>
              <a:rPr lang="en-GB"/>
              <a:t>Chapter title (optional)</a:t>
            </a:r>
          </a:p>
        </p:txBody>
      </p:sp>
    </p:spTree>
    <p:extLst>
      <p:ext uri="{BB962C8B-B14F-4D97-AF65-F5344CB8AC3E}">
        <p14:creationId xmlns:p14="http://schemas.microsoft.com/office/powerpoint/2010/main" val="4255227226"/>
      </p:ext>
    </p:extLst>
  </p:cSld>
  <p:clrMapOvr>
    <a:masterClrMapping/>
  </p:clrMapOvr>
  <p:hf hd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hree shaded boxes with icons and header">
    <p:spTree>
      <p:nvGrpSpPr>
        <p:cNvPr id="1" name=""/>
        <p:cNvGrpSpPr/>
        <p:nvPr/>
      </p:nvGrpSpPr>
      <p:grpSpPr>
        <a:xfrm>
          <a:off x="0" y="0"/>
          <a:ext cx="0" cy="0"/>
          <a:chOff x="0" y="0"/>
          <a:chExt cx="0" cy="0"/>
        </a:xfrm>
      </p:grpSpPr>
      <p:sp>
        <p:nvSpPr>
          <p:cNvPr id="3" name="Title"/>
          <p:cNvSpPr>
            <a:spLocks noGrp="1"/>
          </p:cNvSpPr>
          <p:nvPr>
            <p:ph type="title"/>
          </p:nvPr>
        </p:nvSpPr>
        <p:spPr/>
        <p:txBody>
          <a:bodyPr/>
          <a:lstStyle/>
          <a:p>
            <a:r>
              <a:rPr lang="pt-BR"/>
              <a:t>Clique para editar o título Mestre</a:t>
            </a:r>
            <a:endParaRPr lang="en-GB"/>
          </a:p>
        </p:txBody>
      </p:sp>
      <p:sp>
        <p:nvSpPr>
          <p:cNvPr id="8" name="Content">
            <a:extLst>
              <a:ext uri="{FF2B5EF4-FFF2-40B4-BE49-F238E27FC236}">
                <a16:creationId xmlns:a16="http://schemas.microsoft.com/office/drawing/2014/main" id="{011F6DDE-0B6B-899C-08FD-72EFDF2B148D}"/>
              </a:ext>
            </a:extLst>
          </p:cNvPr>
          <p:cNvSpPr>
            <a:spLocks noGrp="1"/>
          </p:cNvSpPr>
          <p:nvPr>
            <p:ph sz="quarter" idx="15" hasCustomPrompt="1"/>
          </p:nvPr>
        </p:nvSpPr>
        <p:spPr>
          <a:xfrm>
            <a:off x="508000" y="1724025"/>
            <a:ext cx="11176000" cy="1560513"/>
          </a:xfrm>
          <a:custGeom>
            <a:avLst/>
            <a:gdLst>
              <a:gd name="connsiteX0" fmla="*/ 0 w 8382000"/>
              <a:gd name="connsiteY0" fmla="*/ 0 h 4530292"/>
              <a:gd name="connsiteX1" fmla="*/ 8382000 w 8382000"/>
              <a:gd name="connsiteY1" fmla="*/ 0 h 4530292"/>
              <a:gd name="connsiteX2" fmla="*/ 8382000 w 8382000"/>
              <a:gd name="connsiteY2" fmla="*/ 4530292 h 4530292"/>
              <a:gd name="connsiteX3" fmla="*/ 0 w 8382000"/>
              <a:gd name="connsiteY3" fmla="*/ 4530292 h 4530292"/>
            </a:gdLst>
            <a:ahLst/>
            <a:cxnLst>
              <a:cxn ang="0">
                <a:pos x="connsiteX0" y="connsiteY0"/>
              </a:cxn>
              <a:cxn ang="0">
                <a:pos x="connsiteX1" y="connsiteY1"/>
              </a:cxn>
              <a:cxn ang="0">
                <a:pos x="connsiteX2" y="connsiteY2"/>
              </a:cxn>
              <a:cxn ang="0">
                <a:pos x="connsiteX3" y="connsiteY3"/>
              </a:cxn>
            </a:cxnLst>
            <a:rect l="l" t="t" r="r" b="b"/>
            <a:pathLst>
              <a:path w="8382000" h="4530292">
                <a:moveTo>
                  <a:pt x="0" y="0"/>
                </a:moveTo>
                <a:lnTo>
                  <a:pt x="8382000" y="0"/>
                </a:lnTo>
                <a:lnTo>
                  <a:pt x="8382000" y="4530292"/>
                </a:lnTo>
                <a:lnTo>
                  <a:pt x="0" y="4530292"/>
                </a:lnTo>
                <a:close/>
              </a:path>
            </a:pathLst>
          </a:custGeom>
        </p:spPr>
        <p:txBody>
          <a:bodyPr wrap="square">
            <a:noAutofit/>
          </a:bodyPr>
          <a:lstStyle/>
          <a:p>
            <a:pPr lvl="0"/>
            <a:r>
              <a:rPr lang="en-GB" noProof="0"/>
              <a:t>First Level</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Sixth level</a:t>
            </a:r>
          </a:p>
          <a:p>
            <a:pPr lvl="6"/>
            <a:r>
              <a:rPr lang="en-GB" noProof="0"/>
              <a:t>Seventh level</a:t>
            </a:r>
          </a:p>
          <a:p>
            <a:pPr lvl="7"/>
            <a:r>
              <a:rPr lang="en-GB" noProof="0"/>
              <a:t>Eight level</a:t>
            </a:r>
          </a:p>
          <a:p>
            <a:pPr lvl="8"/>
            <a:r>
              <a:rPr lang="en-GB" noProof="0"/>
              <a:t>Ninth level</a:t>
            </a:r>
          </a:p>
        </p:txBody>
      </p:sp>
      <p:sp>
        <p:nvSpPr>
          <p:cNvPr id="2" name="Content">
            <a:extLst>
              <a:ext uri="{FF2B5EF4-FFF2-40B4-BE49-F238E27FC236}">
                <a16:creationId xmlns:a16="http://schemas.microsoft.com/office/drawing/2014/main" id="{660FF9CC-B1EF-7EAC-0516-96C6B0846D7E}"/>
              </a:ext>
            </a:extLst>
          </p:cNvPr>
          <p:cNvSpPr>
            <a:spLocks noGrp="1"/>
          </p:cNvSpPr>
          <p:nvPr>
            <p:ph sz="quarter" idx="16" hasCustomPrompt="1"/>
          </p:nvPr>
        </p:nvSpPr>
        <p:spPr>
          <a:xfrm>
            <a:off x="508000" y="3549650"/>
            <a:ext cx="3562350" cy="2435225"/>
          </a:xfrm>
          <a:custGeom>
            <a:avLst/>
            <a:gdLst>
              <a:gd name="connsiteX0" fmla="*/ 0 w 8382000"/>
              <a:gd name="connsiteY0" fmla="*/ 0 h 4530292"/>
              <a:gd name="connsiteX1" fmla="*/ 8382000 w 8382000"/>
              <a:gd name="connsiteY1" fmla="*/ 0 h 4530292"/>
              <a:gd name="connsiteX2" fmla="*/ 8382000 w 8382000"/>
              <a:gd name="connsiteY2" fmla="*/ 4530292 h 4530292"/>
              <a:gd name="connsiteX3" fmla="*/ 0 w 8382000"/>
              <a:gd name="connsiteY3" fmla="*/ 4530292 h 4530292"/>
            </a:gdLst>
            <a:ahLst/>
            <a:cxnLst>
              <a:cxn ang="0">
                <a:pos x="connsiteX0" y="connsiteY0"/>
              </a:cxn>
              <a:cxn ang="0">
                <a:pos x="connsiteX1" y="connsiteY1"/>
              </a:cxn>
              <a:cxn ang="0">
                <a:pos x="connsiteX2" y="connsiteY2"/>
              </a:cxn>
              <a:cxn ang="0">
                <a:pos x="connsiteX3" y="connsiteY3"/>
              </a:cxn>
            </a:cxnLst>
            <a:rect l="l" t="t" r="r" b="b"/>
            <a:pathLst>
              <a:path w="8382000" h="4530292">
                <a:moveTo>
                  <a:pt x="0" y="0"/>
                </a:moveTo>
                <a:lnTo>
                  <a:pt x="8382000" y="0"/>
                </a:lnTo>
                <a:lnTo>
                  <a:pt x="8382000" y="4530292"/>
                </a:lnTo>
                <a:lnTo>
                  <a:pt x="0" y="4530292"/>
                </a:lnTo>
                <a:close/>
              </a:path>
            </a:pathLst>
          </a:custGeom>
          <a:solidFill>
            <a:schemeClr val="accent1"/>
          </a:solidFill>
        </p:spPr>
        <p:txBody>
          <a:bodyPr wrap="square" lIns="108000" tIns="828000" rIns="108000" bIns="108000">
            <a:noAutofit/>
          </a:bodyPr>
          <a:lstStyle>
            <a:lvl1pPr>
              <a:defRPr sz="1600">
                <a:solidFill>
                  <a:schemeClr val="accent2"/>
                </a:solidFill>
              </a:defRPr>
            </a:lvl1pPr>
            <a:lvl2pPr>
              <a:defRPr sz="1200">
                <a:solidFill>
                  <a:schemeClr val="bg1"/>
                </a:solidFill>
              </a:defRPr>
            </a:lvl2pPr>
            <a:lvl3pPr>
              <a:defRPr sz="1200">
                <a:solidFill>
                  <a:schemeClr val="accent5"/>
                </a:solidFill>
              </a:defRPr>
            </a:lvl3pPr>
            <a:lvl4pPr>
              <a:defRPr sz="1200">
                <a:solidFill>
                  <a:schemeClr val="bg1"/>
                </a:solidFill>
              </a:defRPr>
            </a:lvl4pPr>
            <a:lvl5pPr>
              <a:defRPr sz="1200">
                <a:solidFill>
                  <a:schemeClr val="bg1"/>
                </a:solidFill>
              </a:defRPr>
            </a:lvl5pPr>
            <a:lvl6pPr>
              <a:defRPr sz="1100">
                <a:solidFill>
                  <a:schemeClr val="bg1"/>
                </a:solidFill>
              </a:defRPr>
            </a:lvl6pPr>
            <a:lvl7pPr>
              <a:defRPr sz="1100">
                <a:solidFill>
                  <a:schemeClr val="bg1"/>
                </a:solidFill>
              </a:defRPr>
            </a:lvl7pPr>
            <a:lvl8pPr>
              <a:defRPr sz="1200">
                <a:solidFill>
                  <a:schemeClr val="bg1"/>
                </a:solidFill>
              </a:defRPr>
            </a:lvl8pPr>
            <a:lvl9pPr>
              <a:defRPr sz="1200">
                <a:solidFill>
                  <a:schemeClr val="bg1"/>
                </a:solidFill>
              </a:defRPr>
            </a:lvl9pPr>
          </a:lstStyle>
          <a:p>
            <a:pPr lvl="0"/>
            <a:r>
              <a:rPr lang="en-GB"/>
              <a:t>First Level</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 level</a:t>
            </a:r>
          </a:p>
          <a:p>
            <a:pPr lvl="8"/>
            <a:r>
              <a:rPr lang="en-GB"/>
              <a:t>Ninth level</a:t>
            </a:r>
          </a:p>
        </p:txBody>
      </p:sp>
      <p:sp>
        <p:nvSpPr>
          <p:cNvPr id="7" name="Picture Placeholder 6">
            <a:extLst>
              <a:ext uri="{FF2B5EF4-FFF2-40B4-BE49-F238E27FC236}">
                <a16:creationId xmlns:a16="http://schemas.microsoft.com/office/drawing/2014/main" id="{DFB94147-36CB-B4BD-A9F1-37FB1EFDF042}"/>
              </a:ext>
            </a:extLst>
          </p:cNvPr>
          <p:cNvSpPr>
            <a:spLocks noGrp="1" noChangeAspect="1"/>
          </p:cNvSpPr>
          <p:nvPr>
            <p:ph type="pic" sz="quarter" idx="17" hasCustomPrompt="1"/>
          </p:nvPr>
        </p:nvSpPr>
        <p:spPr>
          <a:xfrm>
            <a:off x="647701" y="3667126"/>
            <a:ext cx="612000" cy="612000"/>
          </a:xfrm>
          <a:prstGeom prst="rect">
            <a:avLst/>
          </a:prstGeom>
          <a:noFill/>
        </p:spPr>
        <p:txBody>
          <a:bodyPr wrap="none"/>
          <a:lstStyle>
            <a:lvl1pPr>
              <a:spcAft>
                <a:spcPts val="0"/>
              </a:spcAft>
              <a:defRPr sz="800" b="0">
                <a:solidFill>
                  <a:schemeClr val="bg1"/>
                </a:solidFill>
              </a:defRPr>
            </a:lvl1pPr>
          </a:lstStyle>
          <a:p>
            <a:pPr marL="0" marR="0" lvl="0" indent="0" algn="l" defTabSz="736656"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add icon</a:t>
            </a:r>
          </a:p>
        </p:txBody>
      </p:sp>
      <p:sp>
        <p:nvSpPr>
          <p:cNvPr id="9" name="Content">
            <a:extLst>
              <a:ext uri="{FF2B5EF4-FFF2-40B4-BE49-F238E27FC236}">
                <a16:creationId xmlns:a16="http://schemas.microsoft.com/office/drawing/2014/main" id="{7D00D819-BF7F-D6B1-0819-0BFCF6D8FC0C}"/>
              </a:ext>
            </a:extLst>
          </p:cNvPr>
          <p:cNvSpPr>
            <a:spLocks noGrp="1"/>
          </p:cNvSpPr>
          <p:nvPr>
            <p:ph sz="quarter" idx="18" hasCustomPrompt="1"/>
          </p:nvPr>
        </p:nvSpPr>
        <p:spPr>
          <a:xfrm>
            <a:off x="4313238" y="3549650"/>
            <a:ext cx="3562350" cy="2435225"/>
          </a:xfrm>
          <a:custGeom>
            <a:avLst/>
            <a:gdLst>
              <a:gd name="connsiteX0" fmla="*/ 0 w 8382000"/>
              <a:gd name="connsiteY0" fmla="*/ 0 h 4530292"/>
              <a:gd name="connsiteX1" fmla="*/ 8382000 w 8382000"/>
              <a:gd name="connsiteY1" fmla="*/ 0 h 4530292"/>
              <a:gd name="connsiteX2" fmla="*/ 8382000 w 8382000"/>
              <a:gd name="connsiteY2" fmla="*/ 4530292 h 4530292"/>
              <a:gd name="connsiteX3" fmla="*/ 0 w 8382000"/>
              <a:gd name="connsiteY3" fmla="*/ 4530292 h 4530292"/>
            </a:gdLst>
            <a:ahLst/>
            <a:cxnLst>
              <a:cxn ang="0">
                <a:pos x="connsiteX0" y="connsiteY0"/>
              </a:cxn>
              <a:cxn ang="0">
                <a:pos x="connsiteX1" y="connsiteY1"/>
              </a:cxn>
              <a:cxn ang="0">
                <a:pos x="connsiteX2" y="connsiteY2"/>
              </a:cxn>
              <a:cxn ang="0">
                <a:pos x="connsiteX3" y="connsiteY3"/>
              </a:cxn>
            </a:cxnLst>
            <a:rect l="l" t="t" r="r" b="b"/>
            <a:pathLst>
              <a:path w="8382000" h="4530292">
                <a:moveTo>
                  <a:pt x="0" y="0"/>
                </a:moveTo>
                <a:lnTo>
                  <a:pt x="8382000" y="0"/>
                </a:lnTo>
                <a:lnTo>
                  <a:pt x="8382000" y="4530292"/>
                </a:lnTo>
                <a:lnTo>
                  <a:pt x="0" y="4530292"/>
                </a:lnTo>
                <a:close/>
              </a:path>
            </a:pathLst>
          </a:custGeom>
          <a:solidFill>
            <a:schemeClr val="accent1"/>
          </a:solidFill>
        </p:spPr>
        <p:txBody>
          <a:bodyPr wrap="square" lIns="108000" tIns="828000" rIns="108000" bIns="108000">
            <a:noAutofit/>
          </a:bodyPr>
          <a:lstStyle>
            <a:lvl1pPr>
              <a:defRPr sz="1600">
                <a:solidFill>
                  <a:schemeClr val="accent2"/>
                </a:solidFill>
              </a:defRPr>
            </a:lvl1pPr>
            <a:lvl2pPr>
              <a:defRPr sz="1200">
                <a:solidFill>
                  <a:schemeClr val="bg1"/>
                </a:solidFill>
              </a:defRPr>
            </a:lvl2pPr>
            <a:lvl3pPr>
              <a:defRPr sz="1200">
                <a:solidFill>
                  <a:schemeClr val="accent5"/>
                </a:solidFill>
              </a:defRPr>
            </a:lvl3pPr>
            <a:lvl4pPr>
              <a:defRPr sz="1200">
                <a:solidFill>
                  <a:schemeClr val="bg1"/>
                </a:solidFill>
              </a:defRPr>
            </a:lvl4pPr>
            <a:lvl5pPr>
              <a:defRPr sz="1200">
                <a:solidFill>
                  <a:schemeClr val="bg1"/>
                </a:solidFill>
              </a:defRPr>
            </a:lvl5pPr>
            <a:lvl6pPr>
              <a:defRPr sz="1100">
                <a:solidFill>
                  <a:schemeClr val="bg1"/>
                </a:solidFill>
              </a:defRPr>
            </a:lvl6pPr>
            <a:lvl7pPr>
              <a:defRPr sz="1100">
                <a:solidFill>
                  <a:schemeClr val="bg1"/>
                </a:solidFill>
              </a:defRPr>
            </a:lvl7pPr>
            <a:lvl8pPr>
              <a:defRPr sz="1200">
                <a:solidFill>
                  <a:schemeClr val="bg1"/>
                </a:solidFill>
              </a:defRPr>
            </a:lvl8pPr>
            <a:lvl9pPr>
              <a:defRPr sz="1200">
                <a:solidFill>
                  <a:schemeClr val="bg1"/>
                </a:solidFill>
              </a:defRPr>
            </a:lvl9pPr>
          </a:lstStyle>
          <a:p>
            <a:pPr lvl="0"/>
            <a:r>
              <a:rPr lang="en-GB"/>
              <a:t>First Level</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 level</a:t>
            </a:r>
          </a:p>
          <a:p>
            <a:pPr lvl="8"/>
            <a:r>
              <a:rPr lang="en-GB"/>
              <a:t>Ninth level</a:t>
            </a:r>
          </a:p>
        </p:txBody>
      </p:sp>
      <p:sp>
        <p:nvSpPr>
          <p:cNvPr id="10" name="Picture Placeholder 6">
            <a:extLst>
              <a:ext uri="{FF2B5EF4-FFF2-40B4-BE49-F238E27FC236}">
                <a16:creationId xmlns:a16="http://schemas.microsoft.com/office/drawing/2014/main" id="{E2DF09A1-E9E6-245A-7051-6B2CFF97C226}"/>
              </a:ext>
            </a:extLst>
          </p:cNvPr>
          <p:cNvSpPr>
            <a:spLocks noGrp="1" noChangeAspect="1"/>
          </p:cNvSpPr>
          <p:nvPr>
            <p:ph type="pic" sz="quarter" idx="19" hasCustomPrompt="1"/>
          </p:nvPr>
        </p:nvSpPr>
        <p:spPr>
          <a:xfrm>
            <a:off x="4452939" y="3667126"/>
            <a:ext cx="612000" cy="612000"/>
          </a:xfrm>
          <a:prstGeom prst="rect">
            <a:avLst/>
          </a:prstGeom>
          <a:noFill/>
        </p:spPr>
        <p:txBody>
          <a:bodyPr wrap="none"/>
          <a:lstStyle>
            <a:lvl1pPr>
              <a:spcAft>
                <a:spcPts val="0"/>
              </a:spcAft>
              <a:defRPr sz="800" b="0">
                <a:solidFill>
                  <a:schemeClr val="bg1"/>
                </a:solidFill>
              </a:defRPr>
            </a:lvl1pPr>
            <a:lvl2pPr>
              <a:spcAft>
                <a:spcPts val="0"/>
              </a:spcAft>
              <a:defRPr/>
            </a:lvl2pPr>
            <a:lvl3pPr>
              <a:spcAft>
                <a:spcPts val="0"/>
              </a:spcAft>
              <a:defRPr/>
            </a:lvl3pPr>
            <a:lvl4pPr>
              <a:spcAft>
                <a:spcPts val="0"/>
              </a:spcAft>
              <a:defRPr/>
            </a:lvl4pPr>
            <a:lvl5pPr>
              <a:spcAft>
                <a:spcPts val="0"/>
              </a:spcAft>
              <a:defRPr/>
            </a:lvl5pPr>
            <a:lvl6pPr>
              <a:spcAft>
                <a:spcPts val="0"/>
              </a:spcAft>
              <a:defRPr/>
            </a:lvl6pPr>
            <a:lvl7pPr>
              <a:spcAft>
                <a:spcPts val="0"/>
              </a:spcAft>
              <a:defRPr/>
            </a:lvl7pPr>
            <a:lvl8pPr>
              <a:spcAft>
                <a:spcPts val="0"/>
              </a:spcAft>
              <a:defRPr/>
            </a:lvl8pPr>
            <a:lvl9pPr>
              <a:spcAft>
                <a:spcPts val="0"/>
              </a:spcAft>
              <a:defRPr/>
            </a:lvl9pPr>
          </a:lstStyle>
          <a:p>
            <a:pPr marL="0" marR="0" lvl="0" indent="0" algn="l" defTabSz="736656"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add icon</a:t>
            </a:r>
          </a:p>
        </p:txBody>
      </p:sp>
      <p:sp>
        <p:nvSpPr>
          <p:cNvPr id="11" name="Content">
            <a:extLst>
              <a:ext uri="{FF2B5EF4-FFF2-40B4-BE49-F238E27FC236}">
                <a16:creationId xmlns:a16="http://schemas.microsoft.com/office/drawing/2014/main" id="{B9844EBF-5BC2-8136-C046-2DA1155B40F2}"/>
              </a:ext>
            </a:extLst>
          </p:cNvPr>
          <p:cNvSpPr>
            <a:spLocks noGrp="1"/>
          </p:cNvSpPr>
          <p:nvPr>
            <p:ph sz="quarter" idx="20" hasCustomPrompt="1"/>
          </p:nvPr>
        </p:nvSpPr>
        <p:spPr>
          <a:xfrm>
            <a:off x="8118476" y="3549650"/>
            <a:ext cx="3562350" cy="2435225"/>
          </a:xfrm>
          <a:custGeom>
            <a:avLst/>
            <a:gdLst>
              <a:gd name="connsiteX0" fmla="*/ 0 w 8382000"/>
              <a:gd name="connsiteY0" fmla="*/ 0 h 4530292"/>
              <a:gd name="connsiteX1" fmla="*/ 8382000 w 8382000"/>
              <a:gd name="connsiteY1" fmla="*/ 0 h 4530292"/>
              <a:gd name="connsiteX2" fmla="*/ 8382000 w 8382000"/>
              <a:gd name="connsiteY2" fmla="*/ 4530292 h 4530292"/>
              <a:gd name="connsiteX3" fmla="*/ 0 w 8382000"/>
              <a:gd name="connsiteY3" fmla="*/ 4530292 h 4530292"/>
            </a:gdLst>
            <a:ahLst/>
            <a:cxnLst>
              <a:cxn ang="0">
                <a:pos x="connsiteX0" y="connsiteY0"/>
              </a:cxn>
              <a:cxn ang="0">
                <a:pos x="connsiteX1" y="connsiteY1"/>
              </a:cxn>
              <a:cxn ang="0">
                <a:pos x="connsiteX2" y="connsiteY2"/>
              </a:cxn>
              <a:cxn ang="0">
                <a:pos x="connsiteX3" y="connsiteY3"/>
              </a:cxn>
            </a:cxnLst>
            <a:rect l="l" t="t" r="r" b="b"/>
            <a:pathLst>
              <a:path w="8382000" h="4530292">
                <a:moveTo>
                  <a:pt x="0" y="0"/>
                </a:moveTo>
                <a:lnTo>
                  <a:pt x="8382000" y="0"/>
                </a:lnTo>
                <a:lnTo>
                  <a:pt x="8382000" y="4530292"/>
                </a:lnTo>
                <a:lnTo>
                  <a:pt x="0" y="4530292"/>
                </a:lnTo>
                <a:close/>
              </a:path>
            </a:pathLst>
          </a:custGeom>
          <a:solidFill>
            <a:schemeClr val="accent1"/>
          </a:solidFill>
        </p:spPr>
        <p:txBody>
          <a:bodyPr wrap="square" lIns="108000" tIns="828000" rIns="108000" bIns="108000">
            <a:noAutofit/>
          </a:bodyPr>
          <a:lstStyle>
            <a:lvl1pPr>
              <a:defRPr sz="1600">
                <a:solidFill>
                  <a:schemeClr val="accent2"/>
                </a:solidFill>
              </a:defRPr>
            </a:lvl1pPr>
            <a:lvl2pPr>
              <a:defRPr sz="1200">
                <a:solidFill>
                  <a:schemeClr val="bg1"/>
                </a:solidFill>
              </a:defRPr>
            </a:lvl2pPr>
            <a:lvl3pPr>
              <a:defRPr sz="1200">
                <a:solidFill>
                  <a:schemeClr val="accent5"/>
                </a:solidFill>
              </a:defRPr>
            </a:lvl3pPr>
            <a:lvl4pPr>
              <a:defRPr sz="1200">
                <a:solidFill>
                  <a:schemeClr val="bg1"/>
                </a:solidFill>
              </a:defRPr>
            </a:lvl4pPr>
            <a:lvl5pPr>
              <a:defRPr sz="1200">
                <a:solidFill>
                  <a:schemeClr val="bg1"/>
                </a:solidFill>
              </a:defRPr>
            </a:lvl5pPr>
            <a:lvl6pPr>
              <a:defRPr sz="1100">
                <a:solidFill>
                  <a:schemeClr val="bg1"/>
                </a:solidFill>
              </a:defRPr>
            </a:lvl6pPr>
            <a:lvl7pPr>
              <a:defRPr sz="1100">
                <a:solidFill>
                  <a:schemeClr val="bg1"/>
                </a:solidFill>
              </a:defRPr>
            </a:lvl7pPr>
            <a:lvl8pPr>
              <a:defRPr sz="1200">
                <a:solidFill>
                  <a:schemeClr val="bg1"/>
                </a:solidFill>
              </a:defRPr>
            </a:lvl8pPr>
            <a:lvl9pPr>
              <a:defRPr sz="1200">
                <a:solidFill>
                  <a:schemeClr val="bg1"/>
                </a:solidFill>
              </a:defRPr>
            </a:lvl9pPr>
          </a:lstStyle>
          <a:p>
            <a:pPr lvl="0"/>
            <a:r>
              <a:rPr lang="en-GB"/>
              <a:t>First Level</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 level</a:t>
            </a:r>
          </a:p>
          <a:p>
            <a:pPr lvl="8"/>
            <a:r>
              <a:rPr lang="en-GB"/>
              <a:t>Ninth level</a:t>
            </a:r>
          </a:p>
        </p:txBody>
      </p:sp>
      <p:sp>
        <p:nvSpPr>
          <p:cNvPr id="12" name="Picture Placeholder 6">
            <a:extLst>
              <a:ext uri="{FF2B5EF4-FFF2-40B4-BE49-F238E27FC236}">
                <a16:creationId xmlns:a16="http://schemas.microsoft.com/office/drawing/2014/main" id="{8B6D9B03-9749-C967-CCF2-122C188F6478}"/>
              </a:ext>
            </a:extLst>
          </p:cNvPr>
          <p:cNvSpPr>
            <a:spLocks noGrp="1" noChangeAspect="1"/>
          </p:cNvSpPr>
          <p:nvPr>
            <p:ph type="pic" sz="quarter" idx="21" hasCustomPrompt="1"/>
          </p:nvPr>
        </p:nvSpPr>
        <p:spPr>
          <a:xfrm>
            <a:off x="8258177" y="3667126"/>
            <a:ext cx="612000" cy="612000"/>
          </a:xfrm>
          <a:prstGeom prst="rect">
            <a:avLst/>
          </a:prstGeom>
          <a:noFill/>
        </p:spPr>
        <p:txBody>
          <a:bodyPr wrap="none"/>
          <a:lstStyle>
            <a:lvl1pPr>
              <a:spcAft>
                <a:spcPts val="0"/>
              </a:spcAft>
              <a:defRPr sz="800" b="0">
                <a:solidFill>
                  <a:schemeClr val="bg1"/>
                </a:solidFill>
              </a:defRPr>
            </a:lvl1pPr>
          </a:lstStyle>
          <a:p>
            <a:pPr marL="0" marR="0" lvl="0" indent="0" algn="l" defTabSz="736656"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add icon</a:t>
            </a:r>
          </a:p>
        </p:txBody>
      </p:sp>
      <p:sp>
        <p:nvSpPr>
          <p:cNvPr id="4" name="ChapterTitle">
            <a:extLst>
              <a:ext uri="{FF2B5EF4-FFF2-40B4-BE49-F238E27FC236}">
                <a16:creationId xmlns:a16="http://schemas.microsoft.com/office/drawing/2014/main" id="{8436509F-4A96-512A-1DDE-C4958C951FFD}"/>
              </a:ext>
            </a:extLst>
          </p:cNvPr>
          <p:cNvSpPr>
            <a:spLocks noGrp="1"/>
          </p:cNvSpPr>
          <p:nvPr>
            <p:ph type="body" sz="quarter" idx="12" hasCustomPrompt="1"/>
          </p:nvPr>
        </p:nvSpPr>
        <p:spPr>
          <a:xfrm>
            <a:off x="508000" y="240853"/>
            <a:ext cx="5465763" cy="153888"/>
          </a:xfrm>
          <a:prstGeom prst="rect">
            <a:avLst/>
          </a:prstGeom>
        </p:spPr>
        <p:txBody>
          <a:bodyPr>
            <a:noAutofit/>
          </a:bodyPr>
          <a:lstStyle>
            <a:lvl1pPr marL="0" indent="0">
              <a:buFont typeface="Arial" panose="020B0604020202020204" pitchFamily="34" charset="0"/>
              <a:buNone/>
              <a:defRPr sz="1000" b="0" baseline="0">
                <a:latin typeface="+mn-lt"/>
              </a:defRPr>
            </a:lvl1pPr>
          </a:lstStyle>
          <a:p>
            <a:pPr lvl="0"/>
            <a:r>
              <a:rPr lang="en-GB"/>
              <a:t>Chapter title (optional)</a:t>
            </a:r>
          </a:p>
        </p:txBody>
      </p:sp>
    </p:spTree>
    <p:extLst>
      <p:ext uri="{BB962C8B-B14F-4D97-AF65-F5344CB8AC3E}">
        <p14:creationId xmlns:p14="http://schemas.microsoft.com/office/powerpoint/2010/main" val="3156445320"/>
      </p:ext>
    </p:extLst>
  </p:cSld>
  <p:clrMapOvr>
    <a:masterClrMapping/>
  </p:clrMapOvr>
  <p:hf hd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hree shaded boxes with icons and three column text">
    <p:spTree>
      <p:nvGrpSpPr>
        <p:cNvPr id="1" name=""/>
        <p:cNvGrpSpPr/>
        <p:nvPr/>
      </p:nvGrpSpPr>
      <p:grpSpPr>
        <a:xfrm>
          <a:off x="0" y="0"/>
          <a:ext cx="0" cy="0"/>
          <a:chOff x="0" y="0"/>
          <a:chExt cx="0" cy="0"/>
        </a:xfrm>
      </p:grpSpPr>
      <p:sp>
        <p:nvSpPr>
          <p:cNvPr id="3" name="Title"/>
          <p:cNvSpPr>
            <a:spLocks noGrp="1"/>
          </p:cNvSpPr>
          <p:nvPr>
            <p:ph type="title"/>
          </p:nvPr>
        </p:nvSpPr>
        <p:spPr/>
        <p:txBody>
          <a:bodyPr/>
          <a:lstStyle/>
          <a:p>
            <a:r>
              <a:rPr lang="pt-BR"/>
              <a:t>Clique para editar o título Mestre</a:t>
            </a:r>
            <a:endParaRPr lang="en-GB"/>
          </a:p>
        </p:txBody>
      </p:sp>
      <p:sp>
        <p:nvSpPr>
          <p:cNvPr id="8" name="Content">
            <a:extLst>
              <a:ext uri="{FF2B5EF4-FFF2-40B4-BE49-F238E27FC236}">
                <a16:creationId xmlns:a16="http://schemas.microsoft.com/office/drawing/2014/main" id="{011F6DDE-0B6B-899C-08FD-72EFDF2B148D}"/>
              </a:ext>
            </a:extLst>
          </p:cNvPr>
          <p:cNvSpPr>
            <a:spLocks noGrp="1"/>
          </p:cNvSpPr>
          <p:nvPr>
            <p:ph sz="quarter" idx="15" hasCustomPrompt="1"/>
          </p:nvPr>
        </p:nvSpPr>
        <p:spPr>
          <a:xfrm>
            <a:off x="508000" y="1724025"/>
            <a:ext cx="3562350" cy="1560513"/>
          </a:xfrm>
          <a:custGeom>
            <a:avLst/>
            <a:gdLst>
              <a:gd name="connsiteX0" fmla="*/ 0 w 8382000"/>
              <a:gd name="connsiteY0" fmla="*/ 0 h 4530292"/>
              <a:gd name="connsiteX1" fmla="*/ 8382000 w 8382000"/>
              <a:gd name="connsiteY1" fmla="*/ 0 h 4530292"/>
              <a:gd name="connsiteX2" fmla="*/ 8382000 w 8382000"/>
              <a:gd name="connsiteY2" fmla="*/ 4530292 h 4530292"/>
              <a:gd name="connsiteX3" fmla="*/ 0 w 8382000"/>
              <a:gd name="connsiteY3" fmla="*/ 4530292 h 4530292"/>
            </a:gdLst>
            <a:ahLst/>
            <a:cxnLst>
              <a:cxn ang="0">
                <a:pos x="connsiteX0" y="connsiteY0"/>
              </a:cxn>
              <a:cxn ang="0">
                <a:pos x="connsiteX1" y="connsiteY1"/>
              </a:cxn>
              <a:cxn ang="0">
                <a:pos x="connsiteX2" y="connsiteY2"/>
              </a:cxn>
              <a:cxn ang="0">
                <a:pos x="connsiteX3" y="connsiteY3"/>
              </a:cxn>
            </a:cxnLst>
            <a:rect l="l" t="t" r="r" b="b"/>
            <a:pathLst>
              <a:path w="8382000" h="4530292">
                <a:moveTo>
                  <a:pt x="0" y="0"/>
                </a:moveTo>
                <a:lnTo>
                  <a:pt x="8382000" y="0"/>
                </a:lnTo>
                <a:lnTo>
                  <a:pt x="8382000" y="4530292"/>
                </a:lnTo>
                <a:lnTo>
                  <a:pt x="0" y="4530292"/>
                </a:lnTo>
                <a:close/>
              </a:path>
            </a:pathLst>
          </a:custGeom>
        </p:spPr>
        <p:txBody>
          <a:bodyPr wrap="square">
            <a:noAutofit/>
          </a:bodyPr>
          <a:lstStyle/>
          <a:p>
            <a:pPr lvl="0"/>
            <a:r>
              <a:rPr lang="en-GB" noProof="0"/>
              <a:t>First Level</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Sixth level</a:t>
            </a:r>
          </a:p>
          <a:p>
            <a:pPr lvl="6"/>
            <a:r>
              <a:rPr lang="en-GB" noProof="0"/>
              <a:t>Seventh level</a:t>
            </a:r>
          </a:p>
          <a:p>
            <a:pPr lvl="7"/>
            <a:r>
              <a:rPr lang="en-GB" noProof="0"/>
              <a:t>Eight level</a:t>
            </a:r>
          </a:p>
          <a:p>
            <a:pPr lvl="8"/>
            <a:r>
              <a:rPr lang="en-GB" noProof="0"/>
              <a:t>Ninth level</a:t>
            </a:r>
          </a:p>
        </p:txBody>
      </p:sp>
      <p:sp>
        <p:nvSpPr>
          <p:cNvPr id="2" name="Content">
            <a:extLst>
              <a:ext uri="{FF2B5EF4-FFF2-40B4-BE49-F238E27FC236}">
                <a16:creationId xmlns:a16="http://schemas.microsoft.com/office/drawing/2014/main" id="{660FF9CC-B1EF-7EAC-0516-96C6B0846D7E}"/>
              </a:ext>
            </a:extLst>
          </p:cNvPr>
          <p:cNvSpPr>
            <a:spLocks noGrp="1"/>
          </p:cNvSpPr>
          <p:nvPr>
            <p:ph sz="quarter" idx="16" hasCustomPrompt="1"/>
          </p:nvPr>
        </p:nvSpPr>
        <p:spPr>
          <a:xfrm>
            <a:off x="508000" y="3549650"/>
            <a:ext cx="3562350" cy="2435225"/>
          </a:xfrm>
          <a:custGeom>
            <a:avLst/>
            <a:gdLst>
              <a:gd name="connsiteX0" fmla="*/ 0 w 8382000"/>
              <a:gd name="connsiteY0" fmla="*/ 0 h 4530292"/>
              <a:gd name="connsiteX1" fmla="*/ 8382000 w 8382000"/>
              <a:gd name="connsiteY1" fmla="*/ 0 h 4530292"/>
              <a:gd name="connsiteX2" fmla="*/ 8382000 w 8382000"/>
              <a:gd name="connsiteY2" fmla="*/ 4530292 h 4530292"/>
              <a:gd name="connsiteX3" fmla="*/ 0 w 8382000"/>
              <a:gd name="connsiteY3" fmla="*/ 4530292 h 4530292"/>
            </a:gdLst>
            <a:ahLst/>
            <a:cxnLst>
              <a:cxn ang="0">
                <a:pos x="connsiteX0" y="connsiteY0"/>
              </a:cxn>
              <a:cxn ang="0">
                <a:pos x="connsiteX1" y="connsiteY1"/>
              </a:cxn>
              <a:cxn ang="0">
                <a:pos x="connsiteX2" y="connsiteY2"/>
              </a:cxn>
              <a:cxn ang="0">
                <a:pos x="connsiteX3" y="connsiteY3"/>
              </a:cxn>
            </a:cxnLst>
            <a:rect l="l" t="t" r="r" b="b"/>
            <a:pathLst>
              <a:path w="8382000" h="4530292">
                <a:moveTo>
                  <a:pt x="0" y="0"/>
                </a:moveTo>
                <a:lnTo>
                  <a:pt x="8382000" y="0"/>
                </a:lnTo>
                <a:lnTo>
                  <a:pt x="8382000" y="4530292"/>
                </a:lnTo>
                <a:lnTo>
                  <a:pt x="0" y="4530292"/>
                </a:lnTo>
                <a:close/>
              </a:path>
            </a:pathLst>
          </a:custGeom>
          <a:solidFill>
            <a:schemeClr val="accent1"/>
          </a:solidFill>
        </p:spPr>
        <p:txBody>
          <a:bodyPr wrap="square" lIns="108000" tIns="828000" rIns="108000" bIns="108000">
            <a:noAutofit/>
          </a:bodyPr>
          <a:lstStyle>
            <a:lvl1pPr>
              <a:defRPr sz="1600">
                <a:solidFill>
                  <a:schemeClr val="accent2"/>
                </a:solidFill>
              </a:defRPr>
            </a:lvl1pPr>
            <a:lvl2pPr>
              <a:defRPr sz="1200">
                <a:solidFill>
                  <a:schemeClr val="bg1"/>
                </a:solidFill>
              </a:defRPr>
            </a:lvl2pPr>
            <a:lvl3pPr>
              <a:defRPr sz="1200">
                <a:solidFill>
                  <a:schemeClr val="accent5"/>
                </a:solidFill>
              </a:defRPr>
            </a:lvl3pPr>
            <a:lvl4pPr>
              <a:defRPr sz="1200">
                <a:solidFill>
                  <a:schemeClr val="bg1"/>
                </a:solidFill>
              </a:defRPr>
            </a:lvl4pPr>
            <a:lvl5pPr>
              <a:defRPr sz="1200">
                <a:solidFill>
                  <a:schemeClr val="bg1"/>
                </a:solidFill>
              </a:defRPr>
            </a:lvl5pPr>
            <a:lvl6pPr>
              <a:defRPr sz="1100">
                <a:solidFill>
                  <a:schemeClr val="bg1"/>
                </a:solidFill>
              </a:defRPr>
            </a:lvl6pPr>
            <a:lvl7pPr>
              <a:defRPr sz="1100">
                <a:solidFill>
                  <a:schemeClr val="bg1"/>
                </a:solidFill>
              </a:defRPr>
            </a:lvl7pPr>
            <a:lvl8pPr>
              <a:defRPr sz="1200">
                <a:solidFill>
                  <a:schemeClr val="bg1"/>
                </a:solidFill>
              </a:defRPr>
            </a:lvl8pPr>
            <a:lvl9pPr>
              <a:defRPr sz="1200">
                <a:solidFill>
                  <a:schemeClr val="bg1"/>
                </a:solidFill>
              </a:defRPr>
            </a:lvl9pPr>
          </a:lstStyle>
          <a:p>
            <a:pPr lvl="0"/>
            <a:r>
              <a:rPr lang="en-GB"/>
              <a:t>First Level</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 level</a:t>
            </a:r>
          </a:p>
          <a:p>
            <a:pPr lvl="8"/>
            <a:r>
              <a:rPr lang="en-GB"/>
              <a:t>Ninth level</a:t>
            </a:r>
          </a:p>
        </p:txBody>
      </p:sp>
      <p:sp>
        <p:nvSpPr>
          <p:cNvPr id="7" name="Picture Placeholder 6">
            <a:extLst>
              <a:ext uri="{FF2B5EF4-FFF2-40B4-BE49-F238E27FC236}">
                <a16:creationId xmlns:a16="http://schemas.microsoft.com/office/drawing/2014/main" id="{DFB94147-36CB-B4BD-A9F1-37FB1EFDF042}"/>
              </a:ext>
            </a:extLst>
          </p:cNvPr>
          <p:cNvSpPr>
            <a:spLocks noGrp="1" noChangeAspect="1"/>
          </p:cNvSpPr>
          <p:nvPr>
            <p:ph type="pic" sz="quarter" idx="17" hasCustomPrompt="1"/>
          </p:nvPr>
        </p:nvSpPr>
        <p:spPr>
          <a:xfrm>
            <a:off x="647701" y="3667126"/>
            <a:ext cx="612000" cy="612000"/>
          </a:xfrm>
          <a:prstGeom prst="rect">
            <a:avLst/>
          </a:prstGeom>
          <a:noFill/>
        </p:spPr>
        <p:txBody>
          <a:bodyPr wrap="none"/>
          <a:lstStyle>
            <a:lvl1pPr>
              <a:spcAft>
                <a:spcPts val="0"/>
              </a:spcAft>
              <a:defRPr sz="800" b="0">
                <a:solidFill>
                  <a:schemeClr val="bg1"/>
                </a:solidFill>
              </a:defRPr>
            </a:lvl1pPr>
          </a:lstStyle>
          <a:p>
            <a:pPr marL="0" marR="0" lvl="0" indent="0" algn="l" defTabSz="736656"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add icon</a:t>
            </a:r>
          </a:p>
        </p:txBody>
      </p:sp>
      <p:sp>
        <p:nvSpPr>
          <p:cNvPr id="9" name="Content">
            <a:extLst>
              <a:ext uri="{FF2B5EF4-FFF2-40B4-BE49-F238E27FC236}">
                <a16:creationId xmlns:a16="http://schemas.microsoft.com/office/drawing/2014/main" id="{7D00D819-BF7F-D6B1-0819-0BFCF6D8FC0C}"/>
              </a:ext>
            </a:extLst>
          </p:cNvPr>
          <p:cNvSpPr>
            <a:spLocks noGrp="1"/>
          </p:cNvSpPr>
          <p:nvPr>
            <p:ph sz="quarter" idx="18" hasCustomPrompt="1"/>
          </p:nvPr>
        </p:nvSpPr>
        <p:spPr>
          <a:xfrm>
            <a:off x="4313238" y="3549650"/>
            <a:ext cx="3562350" cy="2435225"/>
          </a:xfrm>
          <a:custGeom>
            <a:avLst/>
            <a:gdLst>
              <a:gd name="connsiteX0" fmla="*/ 0 w 8382000"/>
              <a:gd name="connsiteY0" fmla="*/ 0 h 4530292"/>
              <a:gd name="connsiteX1" fmla="*/ 8382000 w 8382000"/>
              <a:gd name="connsiteY1" fmla="*/ 0 h 4530292"/>
              <a:gd name="connsiteX2" fmla="*/ 8382000 w 8382000"/>
              <a:gd name="connsiteY2" fmla="*/ 4530292 h 4530292"/>
              <a:gd name="connsiteX3" fmla="*/ 0 w 8382000"/>
              <a:gd name="connsiteY3" fmla="*/ 4530292 h 4530292"/>
            </a:gdLst>
            <a:ahLst/>
            <a:cxnLst>
              <a:cxn ang="0">
                <a:pos x="connsiteX0" y="connsiteY0"/>
              </a:cxn>
              <a:cxn ang="0">
                <a:pos x="connsiteX1" y="connsiteY1"/>
              </a:cxn>
              <a:cxn ang="0">
                <a:pos x="connsiteX2" y="connsiteY2"/>
              </a:cxn>
              <a:cxn ang="0">
                <a:pos x="connsiteX3" y="connsiteY3"/>
              </a:cxn>
            </a:cxnLst>
            <a:rect l="l" t="t" r="r" b="b"/>
            <a:pathLst>
              <a:path w="8382000" h="4530292">
                <a:moveTo>
                  <a:pt x="0" y="0"/>
                </a:moveTo>
                <a:lnTo>
                  <a:pt x="8382000" y="0"/>
                </a:lnTo>
                <a:lnTo>
                  <a:pt x="8382000" y="4530292"/>
                </a:lnTo>
                <a:lnTo>
                  <a:pt x="0" y="4530292"/>
                </a:lnTo>
                <a:close/>
              </a:path>
            </a:pathLst>
          </a:custGeom>
          <a:solidFill>
            <a:schemeClr val="accent1"/>
          </a:solidFill>
        </p:spPr>
        <p:txBody>
          <a:bodyPr wrap="square" lIns="108000" tIns="828000" rIns="108000" bIns="108000">
            <a:noAutofit/>
          </a:bodyPr>
          <a:lstStyle>
            <a:lvl1pPr>
              <a:defRPr sz="1600">
                <a:solidFill>
                  <a:schemeClr val="accent2"/>
                </a:solidFill>
              </a:defRPr>
            </a:lvl1pPr>
            <a:lvl2pPr>
              <a:defRPr sz="1200">
                <a:solidFill>
                  <a:schemeClr val="bg1"/>
                </a:solidFill>
              </a:defRPr>
            </a:lvl2pPr>
            <a:lvl3pPr>
              <a:defRPr sz="1200">
                <a:solidFill>
                  <a:schemeClr val="accent5"/>
                </a:solidFill>
              </a:defRPr>
            </a:lvl3pPr>
            <a:lvl4pPr>
              <a:defRPr sz="1200">
                <a:solidFill>
                  <a:schemeClr val="bg1"/>
                </a:solidFill>
              </a:defRPr>
            </a:lvl4pPr>
            <a:lvl5pPr>
              <a:defRPr sz="1200">
                <a:solidFill>
                  <a:schemeClr val="bg1"/>
                </a:solidFill>
              </a:defRPr>
            </a:lvl5pPr>
            <a:lvl6pPr>
              <a:defRPr sz="1100">
                <a:solidFill>
                  <a:schemeClr val="bg1"/>
                </a:solidFill>
              </a:defRPr>
            </a:lvl6pPr>
            <a:lvl7pPr>
              <a:defRPr sz="1100">
                <a:solidFill>
                  <a:schemeClr val="bg1"/>
                </a:solidFill>
              </a:defRPr>
            </a:lvl7pPr>
            <a:lvl8pPr>
              <a:defRPr sz="1200">
                <a:solidFill>
                  <a:schemeClr val="bg1"/>
                </a:solidFill>
              </a:defRPr>
            </a:lvl8pPr>
            <a:lvl9pPr>
              <a:defRPr sz="1200">
                <a:solidFill>
                  <a:schemeClr val="bg1"/>
                </a:solidFill>
              </a:defRPr>
            </a:lvl9pPr>
          </a:lstStyle>
          <a:p>
            <a:pPr lvl="0"/>
            <a:r>
              <a:rPr lang="en-GB"/>
              <a:t>First Level</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 level</a:t>
            </a:r>
          </a:p>
          <a:p>
            <a:pPr lvl="8"/>
            <a:r>
              <a:rPr lang="en-GB"/>
              <a:t>Ninth level</a:t>
            </a:r>
          </a:p>
        </p:txBody>
      </p:sp>
      <p:sp>
        <p:nvSpPr>
          <p:cNvPr id="10" name="Picture Placeholder 6">
            <a:extLst>
              <a:ext uri="{FF2B5EF4-FFF2-40B4-BE49-F238E27FC236}">
                <a16:creationId xmlns:a16="http://schemas.microsoft.com/office/drawing/2014/main" id="{E2DF09A1-E9E6-245A-7051-6B2CFF97C226}"/>
              </a:ext>
            </a:extLst>
          </p:cNvPr>
          <p:cNvSpPr>
            <a:spLocks noGrp="1" noChangeAspect="1"/>
          </p:cNvSpPr>
          <p:nvPr>
            <p:ph type="pic" sz="quarter" idx="19" hasCustomPrompt="1"/>
          </p:nvPr>
        </p:nvSpPr>
        <p:spPr>
          <a:xfrm>
            <a:off x="4452939" y="3667126"/>
            <a:ext cx="612000" cy="612000"/>
          </a:xfrm>
          <a:prstGeom prst="rect">
            <a:avLst/>
          </a:prstGeom>
          <a:noFill/>
        </p:spPr>
        <p:txBody>
          <a:bodyPr wrap="none"/>
          <a:lstStyle>
            <a:lvl1pPr>
              <a:spcAft>
                <a:spcPts val="0"/>
              </a:spcAft>
              <a:defRPr sz="800" b="0">
                <a:solidFill>
                  <a:schemeClr val="bg1"/>
                </a:solidFill>
              </a:defRPr>
            </a:lvl1pPr>
          </a:lstStyle>
          <a:p>
            <a:pPr marL="0" marR="0" lvl="0" indent="0" algn="l" defTabSz="736656"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add icon</a:t>
            </a:r>
          </a:p>
        </p:txBody>
      </p:sp>
      <p:sp>
        <p:nvSpPr>
          <p:cNvPr id="11" name="Content">
            <a:extLst>
              <a:ext uri="{FF2B5EF4-FFF2-40B4-BE49-F238E27FC236}">
                <a16:creationId xmlns:a16="http://schemas.microsoft.com/office/drawing/2014/main" id="{B9844EBF-5BC2-8136-C046-2DA1155B40F2}"/>
              </a:ext>
            </a:extLst>
          </p:cNvPr>
          <p:cNvSpPr>
            <a:spLocks noGrp="1"/>
          </p:cNvSpPr>
          <p:nvPr>
            <p:ph sz="quarter" idx="20" hasCustomPrompt="1"/>
          </p:nvPr>
        </p:nvSpPr>
        <p:spPr>
          <a:xfrm>
            <a:off x="8118476" y="3549650"/>
            <a:ext cx="3562350" cy="2435225"/>
          </a:xfrm>
          <a:custGeom>
            <a:avLst/>
            <a:gdLst>
              <a:gd name="connsiteX0" fmla="*/ 0 w 8382000"/>
              <a:gd name="connsiteY0" fmla="*/ 0 h 4530292"/>
              <a:gd name="connsiteX1" fmla="*/ 8382000 w 8382000"/>
              <a:gd name="connsiteY1" fmla="*/ 0 h 4530292"/>
              <a:gd name="connsiteX2" fmla="*/ 8382000 w 8382000"/>
              <a:gd name="connsiteY2" fmla="*/ 4530292 h 4530292"/>
              <a:gd name="connsiteX3" fmla="*/ 0 w 8382000"/>
              <a:gd name="connsiteY3" fmla="*/ 4530292 h 4530292"/>
            </a:gdLst>
            <a:ahLst/>
            <a:cxnLst>
              <a:cxn ang="0">
                <a:pos x="connsiteX0" y="connsiteY0"/>
              </a:cxn>
              <a:cxn ang="0">
                <a:pos x="connsiteX1" y="connsiteY1"/>
              </a:cxn>
              <a:cxn ang="0">
                <a:pos x="connsiteX2" y="connsiteY2"/>
              </a:cxn>
              <a:cxn ang="0">
                <a:pos x="connsiteX3" y="connsiteY3"/>
              </a:cxn>
            </a:cxnLst>
            <a:rect l="l" t="t" r="r" b="b"/>
            <a:pathLst>
              <a:path w="8382000" h="4530292">
                <a:moveTo>
                  <a:pt x="0" y="0"/>
                </a:moveTo>
                <a:lnTo>
                  <a:pt x="8382000" y="0"/>
                </a:lnTo>
                <a:lnTo>
                  <a:pt x="8382000" y="4530292"/>
                </a:lnTo>
                <a:lnTo>
                  <a:pt x="0" y="4530292"/>
                </a:lnTo>
                <a:close/>
              </a:path>
            </a:pathLst>
          </a:custGeom>
          <a:solidFill>
            <a:schemeClr val="accent1"/>
          </a:solidFill>
        </p:spPr>
        <p:txBody>
          <a:bodyPr wrap="square" lIns="108000" tIns="828000" rIns="108000" bIns="108000">
            <a:noAutofit/>
          </a:bodyPr>
          <a:lstStyle>
            <a:lvl1pPr>
              <a:defRPr sz="1600">
                <a:solidFill>
                  <a:schemeClr val="accent2"/>
                </a:solidFill>
              </a:defRPr>
            </a:lvl1pPr>
            <a:lvl2pPr>
              <a:defRPr sz="1200">
                <a:solidFill>
                  <a:schemeClr val="bg1"/>
                </a:solidFill>
              </a:defRPr>
            </a:lvl2pPr>
            <a:lvl3pPr>
              <a:defRPr sz="1200">
                <a:solidFill>
                  <a:schemeClr val="accent5"/>
                </a:solidFill>
              </a:defRPr>
            </a:lvl3pPr>
            <a:lvl4pPr>
              <a:defRPr sz="1200">
                <a:solidFill>
                  <a:schemeClr val="bg1"/>
                </a:solidFill>
              </a:defRPr>
            </a:lvl4pPr>
            <a:lvl5pPr>
              <a:defRPr sz="1200">
                <a:solidFill>
                  <a:schemeClr val="bg1"/>
                </a:solidFill>
              </a:defRPr>
            </a:lvl5pPr>
            <a:lvl6pPr>
              <a:defRPr sz="1100">
                <a:solidFill>
                  <a:schemeClr val="bg1"/>
                </a:solidFill>
              </a:defRPr>
            </a:lvl6pPr>
            <a:lvl7pPr>
              <a:defRPr sz="1100">
                <a:solidFill>
                  <a:schemeClr val="bg1"/>
                </a:solidFill>
              </a:defRPr>
            </a:lvl7pPr>
            <a:lvl8pPr>
              <a:defRPr sz="1200">
                <a:solidFill>
                  <a:schemeClr val="bg1"/>
                </a:solidFill>
              </a:defRPr>
            </a:lvl8pPr>
            <a:lvl9pPr>
              <a:defRPr sz="1200">
                <a:solidFill>
                  <a:schemeClr val="bg1"/>
                </a:solidFill>
              </a:defRPr>
            </a:lvl9pPr>
          </a:lstStyle>
          <a:p>
            <a:pPr lvl="0"/>
            <a:r>
              <a:rPr lang="en-GB"/>
              <a:t>First Level</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 level</a:t>
            </a:r>
          </a:p>
          <a:p>
            <a:pPr lvl="8"/>
            <a:r>
              <a:rPr lang="en-GB"/>
              <a:t>Ninth level</a:t>
            </a:r>
          </a:p>
        </p:txBody>
      </p:sp>
      <p:sp>
        <p:nvSpPr>
          <p:cNvPr id="12" name="Picture Placeholder 6">
            <a:extLst>
              <a:ext uri="{FF2B5EF4-FFF2-40B4-BE49-F238E27FC236}">
                <a16:creationId xmlns:a16="http://schemas.microsoft.com/office/drawing/2014/main" id="{8B6D9B03-9749-C967-CCF2-122C188F6478}"/>
              </a:ext>
            </a:extLst>
          </p:cNvPr>
          <p:cNvSpPr>
            <a:spLocks noGrp="1" noChangeAspect="1"/>
          </p:cNvSpPr>
          <p:nvPr>
            <p:ph type="pic" sz="quarter" idx="21" hasCustomPrompt="1"/>
          </p:nvPr>
        </p:nvSpPr>
        <p:spPr>
          <a:xfrm>
            <a:off x="8258177" y="3667126"/>
            <a:ext cx="612000" cy="612000"/>
          </a:xfrm>
          <a:prstGeom prst="rect">
            <a:avLst/>
          </a:prstGeom>
          <a:noFill/>
        </p:spPr>
        <p:txBody>
          <a:bodyPr wrap="none"/>
          <a:lstStyle>
            <a:lvl1pPr>
              <a:spcAft>
                <a:spcPts val="0"/>
              </a:spcAft>
              <a:defRPr sz="800" b="0">
                <a:solidFill>
                  <a:schemeClr val="bg1"/>
                </a:solidFill>
              </a:defRPr>
            </a:lvl1pPr>
          </a:lstStyle>
          <a:p>
            <a:pPr marL="0" marR="0" lvl="0" indent="0" algn="l" defTabSz="736656"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add icon</a:t>
            </a:r>
          </a:p>
        </p:txBody>
      </p:sp>
      <p:sp>
        <p:nvSpPr>
          <p:cNvPr id="6" name="Content">
            <a:extLst>
              <a:ext uri="{FF2B5EF4-FFF2-40B4-BE49-F238E27FC236}">
                <a16:creationId xmlns:a16="http://schemas.microsoft.com/office/drawing/2014/main" id="{40E03736-6EA5-BAEB-EEEA-86F797A7D425}"/>
              </a:ext>
            </a:extLst>
          </p:cNvPr>
          <p:cNvSpPr>
            <a:spLocks noGrp="1"/>
          </p:cNvSpPr>
          <p:nvPr>
            <p:ph sz="quarter" idx="22" hasCustomPrompt="1"/>
          </p:nvPr>
        </p:nvSpPr>
        <p:spPr>
          <a:xfrm>
            <a:off x="4313238" y="1724025"/>
            <a:ext cx="3562350" cy="1560513"/>
          </a:xfrm>
          <a:custGeom>
            <a:avLst/>
            <a:gdLst>
              <a:gd name="connsiteX0" fmla="*/ 0 w 8382000"/>
              <a:gd name="connsiteY0" fmla="*/ 0 h 4530292"/>
              <a:gd name="connsiteX1" fmla="*/ 8382000 w 8382000"/>
              <a:gd name="connsiteY1" fmla="*/ 0 h 4530292"/>
              <a:gd name="connsiteX2" fmla="*/ 8382000 w 8382000"/>
              <a:gd name="connsiteY2" fmla="*/ 4530292 h 4530292"/>
              <a:gd name="connsiteX3" fmla="*/ 0 w 8382000"/>
              <a:gd name="connsiteY3" fmla="*/ 4530292 h 4530292"/>
            </a:gdLst>
            <a:ahLst/>
            <a:cxnLst>
              <a:cxn ang="0">
                <a:pos x="connsiteX0" y="connsiteY0"/>
              </a:cxn>
              <a:cxn ang="0">
                <a:pos x="connsiteX1" y="connsiteY1"/>
              </a:cxn>
              <a:cxn ang="0">
                <a:pos x="connsiteX2" y="connsiteY2"/>
              </a:cxn>
              <a:cxn ang="0">
                <a:pos x="connsiteX3" y="connsiteY3"/>
              </a:cxn>
            </a:cxnLst>
            <a:rect l="l" t="t" r="r" b="b"/>
            <a:pathLst>
              <a:path w="8382000" h="4530292">
                <a:moveTo>
                  <a:pt x="0" y="0"/>
                </a:moveTo>
                <a:lnTo>
                  <a:pt x="8382000" y="0"/>
                </a:lnTo>
                <a:lnTo>
                  <a:pt x="8382000" y="4530292"/>
                </a:lnTo>
                <a:lnTo>
                  <a:pt x="0" y="4530292"/>
                </a:lnTo>
                <a:close/>
              </a:path>
            </a:pathLst>
          </a:custGeom>
        </p:spPr>
        <p:txBody>
          <a:bodyPr wrap="square">
            <a:noAutofit/>
          </a:bodyPr>
          <a:lstStyle/>
          <a:p>
            <a:pPr lvl="0"/>
            <a:r>
              <a:rPr lang="en-GB" noProof="0"/>
              <a:t>First Level</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Sixth level</a:t>
            </a:r>
          </a:p>
          <a:p>
            <a:pPr lvl="6"/>
            <a:r>
              <a:rPr lang="en-GB" noProof="0"/>
              <a:t>Seventh level</a:t>
            </a:r>
          </a:p>
          <a:p>
            <a:pPr lvl="7"/>
            <a:r>
              <a:rPr lang="en-GB" noProof="0"/>
              <a:t>Eight level</a:t>
            </a:r>
          </a:p>
          <a:p>
            <a:pPr lvl="8"/>
            <a:r>
              <a:rPr lang="en-GB" noProof="0"/>
              <a:t>Ninth level</a:t>
            </a:r>
          </a:p>
        </p:txBody>
      </p:sp>
      <p:sp>
        <p:nvSpPr>
          <p:cNvPr id="13" name="Content">
            <a:extLst>
              <a:ext uri="{FF2B5EF4-FFF2-40B4-BE49-F238E27FC236}">
                <a16:creationId xmlns:a16="http://schemas.microsoft.com/office/drawing/2014/main" id="{8115F971-F54E-1418-EC2B-BC2EC28BD6C3}"/>
              </a:ext>
            </a:extLst>
          </p:cNvPr>
          <p:cNvSpPr>
            <a:spLocks noGrp="1"/>
          </p:cNvSpPr>
          <p:nvPr>
            <p:ph sz="quarter" idx="23" hasCustomPrompt="1"/>
          </p:nvPr>
        </p:nvSpPr>
        <p:spPr>
          <a:xfrm>
            <a:off x="8118476" y="1724025"/>
            <a:ext cx="3562350" cy="1560513"/>
          </a:xfrm>
          <a:custGeom>
            <a:avLst/>
            <a:gdLst>
              <a:gd name="connsiteX0" fmla="*/ 0 w 8382000"/>
              <a:gd name="connsiteY0" fmla="*/ 0 h 4530292"/>
              <a:gd name="connsiteX1" fmla="*/ 8382000 w 8382000"/>
              <a:gd name="connsiteY1" fmla="*/ 0 h 4530292"/>
              <a:gd name="connsiteX2" fmla="*/ 8382000 w 8382000"/>
              <a:gd name="connsiteY2" fmla="*/ 4530292 h 4530292"/>
              <a:gd name="connsiteX3" fmla="*/ 0 w 8382000"/>
              <a:gd name="connsiteY3" fmla="*/ 4530292 h 4530292"/>
            </a:gdLst>
            <a:ahLst/>
            <a:cxnLst>
              <a:cxn ang="0">
                <a:pos x="connsiteX0" y="connsiteY0"/>
              </a:cxn>
              <a:cxn ang="0">
                <a:pos x="connsiteX1" y="connsiteY1"/>
              </a:cxn>
              <a:cxn ang="0">
                <a:pos x="connsiteX2" y="connsiteY2"/>
              </a:cxn>
              <a:cxn ang="0">
                <a:pos x="connsiteX3" y="connsiteY3"/>
              </a:cxn>
            </a:cxnLst>
            <a:rect l="l" t="t" r="r" b="b"/>
            <a:pathLst>
              <a:path w="8382000" h="4530292">
                <a:moveTo>
                  <a:pt x="0" y="0"/>
                </a:moveTo>
                <a:lnTo>
                  <a:pt x="8382000" y="0"/>
                </a:lnTo>
                <a:lnTo>
                  <a:pt x="8382000" y="4530292"/>
                </a:lnTo>
                <a:lnTo>
                  <a:pt x="0" y="4530292"/>
                </a:lnTo>
                <a:close/>
              </a:path>
            </a:pathLst>
          </a:custGeom>
        </p:spPr>
        <p:txBody>
          <a:bodyPr wrap="square">
            <a:noAutofit/>
          </a:bodyPr>
          <a:lstStyle/>
          <a:p>
            <a:pPr lvl="0"/>
            <a:r>
              <a:rPr lang="en-GB" noProof="0"/>
              <a:t>First Level</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Sixth level</a:t>
            </a:r>
          </a:p>
          <a:p>
            <a:pPr lvl="6"/>
            <a:r>
              <a:rPr lang="en-GB" noProof="0"/>
              <a:t>Seventh level</a:t>
            </a:r>
          </a:p>
          <a:p>
            <a:pPr lvl="7"/>
            <a:r>
              <a:rPr lang="en-GB" noProof="0"/>
              <a:t>Eight level</a:t>
            </a:r>
          </a:p>
          <a:p>
            <a:pPr lvl="8"/>
            <a:r>
              <a:rPr lang="en-GB" noProof="0"/>
              <a:t>Ninth level</a:t>
            </a:r>
          </a:p>
        </p:txBody>
      </p:sp>
      <p:sp>
        <p:nvSpPr>
          <p:cNvPr id="4" name="ChapterTitle">
            <a:extLst>
              <a:ext uri="{FF2B5EF4-FFF2-40B4-BE49-F238E27FC236}">
                <a16:creationId xmlns:a16="http://schemas.microsoft.com/office/drawing/2014/main" id="{747CE5FB-DD9D-C431-FC24-CBAB39346894}"/>
              </a:ext>
            </a:extLst>
          </p:cNvPr>
          <p:cNvSpPr>
            <a:spLocks noGrp="1"/>
          </p:cNvSpPr>
          <p:nvPr>
            <p:ph type="body" sz="quarter" idx="12" hasCustomPrompt="1"/>
          </p:nvPr>
        </p:nvSpPr>
        <p:spPr>
          <a:xfrm>
            <a:off x="508000" y="240853"/>
            <a:ext cx="5465763" cy="153888"/>
          </a:xfrm>
          <a:prstGeom prst="rect">
            <a:avLst/>
          </a:prstGeom>
        </p:spPr>
        <p:txBody>
          <a:bodyPr>
            <a:noAutofit/>
          </a:bodyPr>
          <a:lstStyle>
            <a:lvl1pPr marL="0" indent="0">
              <a:buFont typeface="Arial" panose="020B0604020202020204" pitchFamily="34" charset="0"/>
              <a:buNone/>
              <a:defRPr sz="1000" b="0" baseline="0">
                <a:latin typeface="+mn-lt"/>
              </a:defRPr>
            </a:lvl1pPr>
          </a:lstStyle>
          <a:p>
            <a:pPr lvl="0"/>
            <a:r>
              <a:rPr lang="en-GB"/>
              <a:t>Chapter title (optional)</a:t>
            </a:r>
          </a:p>
        </p:txBody>
      </p:sp>
    </p:spTree>
    <p:extLst>
      <p:ext uri="{BB962C8B-B14F-4D97-AF65-F5344CB8AC3E}">
        <p14:creationId xmlns:p14="http://schemas.microsoft.com/office/powerpoint/2010/main" val="402686300"/>
      </p:ext>
    </p:extLst>
  </p:cSld>
  <p:clrMapOvr>
    <a:masterClrMapping/>
  </p:clrMapOvr>
  <p:hf hd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hree column text with large icons">
    <p:spTree>
      <p:nvGrpSpPr>
        <p:cNvPr id="1" name=""/>
        <p:cNvGrpSpPr/>
        <p:nvPr/>
      </p:nvGrpSpPr>
      <p:grpSpPr>
        <a:xfrm>
          <a:off x="0" y="0"/>
          <a:ext cx="0" cy="0"/>
          <a:chOff x="0" y="0"/>
          <a:chExt cx="0" cy="0"/>
        </a:xfrm>
      </p:grpSpPr>
      <p:sp>
        <p:nvSpPr>
          <p:cNvPr id="22" name="Text Placeholder 21">
            <a:extLst>
              <a:ext uri="{FF2B5EF4-FFF2-40B4-BE49-F238E27FC236}">
                <a16:creationId xmlns:a16="http://schemas.microsoft.com/office/drawing/2014/main" id="{A1CB52C8-982D-BC49-1BD3-EAC9C95A006F}"/>
              </a:ext>
            </a:extLst>
          </p:cNvPr>
          <p:cNvSpPr>
            <a:spLocks noGrp="1"/>
          </p:cNvSpPr>
          <p:nvPr>
            <p:ph type="body" sz="quarter" idx="24" hasCustomPrompt="1"/>
          </p:nvPr>
        </p:nvSpPr>
        <p:spPr>
          <a:xfrm>
            <a:off x="508000" y="1724025"/>
            <a:ext cx="3562350" cy="2190750"/>
          </a:xfrm>
          <a:custGeom>
            <a:avLst/>
            <a:gdLst>
              <a:gd name="connsiteX0" fmla="*/ 0 w 3562350"/>
              <a:gd name="connsiteY0" fmla="*/ 0 h 2190750"/>
              <a:gd name="connsiteX1" fmla="*/ 3562350 w 3562350"/>
              <a:gd name="connsiteY1" fmla="*/ 0 h 2190750"/>
              <a:gd name="connsiteX2" fmla="*/ 3562350 w 3562350"/>
              <a:gd name="connsiteY2" fmla="*/ 2190750 h 2190750"/>
              <a:gd name="connsiteX3" fmla="*/ 0 w 3562350"/>
              <a:gd name="connsiteY3" fmla="*/ 2190750 h 2190750"/>
            </a:gdLst>
            <a:ahLst/>
            <a:cxnLst>
              <a:cxn ang="0">
                <a:pos x="connsiteX0" y="connsiteY0"/>
              </a:cxn>
              <a:cxn ang="0">
                <a:pos x="connsiteX1" y="connsiteY1"/>
              </a:cxn>
              <a:cxn ang="0">
                <a:pos x="connsiteX2" y="connsiteY2"/>
              </a:cxn>
              <a:cxn ang="0">
                <a:pos x="connsiteX3" y="connsiteY3"/>
              </a:cxn>
            </a:cxnLst>
            <a:rect l="l" t="t" r="r" b="b"/>
            <a:pathLst>
              <a:path w="3562350" h="2190750">
                <a:moveTo>
                  <a:pt x="0" y="0"/>
                </a:moveTo>
                <a:lnTo>
                  <a:pt x="3562350" y="0"/>
                </a:lnTo>
                <a:lnTo>
                  <a:pt x="3562350" y="2190750"/>
                </a:lnTo>
                <a:lnTo>
                  <a:pt x="0" y="2190750"/>
                </a:lnTo>
                <a:close/>
              </a:path>
            </a:pathLst>
          </a:custGeom>
          <a:gradFill>
            <a:gsLst>
              <a:gs pos="0">
                <a:schemeClr val="accent2"/>
              </a:gs>
              <a:gs pos="84000">
                <a:schemeClr val="accent6"/>
              </a:gs>
            </a:gsLst>
            <a:lin ang="8100000" scaled="0"/>
          </a:gradFill>
        </p:spPr>
        <p:txBody>
          <a:bodyPr vert="horz" wrap="square" lIns="108000" tIns="828000" rIns="108000" bIns="108000" rtlCol="0" anchor="t" anchorCtr="0">
            <a:noAutofit/>
          </a:bodyPr>
          <a:lstStyle>
            <a:lvl1pPr>
              <a:defRPr lang="en-GB" dirty="0"/>
            </a:lvl1pPr>
          </a:lstStyle>
          <a:p>
            <a:pPr lvl="0"/>
            <a:r>
              <a:rPr lang="en-GB"/>
              <a:t> </a:t>
            </a:r>
          </a:p>
        </p:txBody>
      </p:sp>
      <p:sp>
        <p:nvSpPr>
          <p:cNvPr id="3" name="Title"/>
          <p:cNvSpPr>
            <a:spLocks noGrp="1"/>
          </p:cNvSpPr>
          <p:nvPr>
            <p:ph type="title"/>
          </p:nvPr>
        </p:nvSpPr>
        <p:spPr/>
        <p:txBody>
          <a:bodyPr/>
          <a:lstStyle/>
          <a:p>
            <a:r>
              <a:rPr lang="pt-BR"/>
              <a:t>Clique para editar o título Mestre</a:t>
            </a:r>
            <a:endParaRPr lang="en-GB"/>
          </a:p>
        </p:txBody>
      </p:sp>
      <p:sp>
        <p:nvSpPr>
          <p:cNvPr id="8" name="Content">
            <a:extLst>
              <a:ext uri="{FF2B5EF4-FFF2-40B4-BE49-F238E27FC236}">
                <a16:creationId xmlns:a16="http://schemas.microsoft.com/office/drawing/2014/main" id="{011F6DDE-0B6B-899C-08FD-72EFDF2B148D}"/>
              </a:ext>
            </a:extLst>
          </p:cNvPr>
          <p:cNvSpPr>
            <a:spLocks noGrp="1"/>
          </p:cNvSpPr>
          <p:nvPr>
            <p:ph sz="quarter" idx="15" hasCustomPrompt="1"/>
          </p:nvPr>
        </p:nvSpPr>
        <p:spPr>
          <a:xfrm>
            <a:off x="508000" y="4159249"/>
            <a:ext cx="3562350" cy="1825626"/>
          </a:xfrm>
          <a:custGeom>
            <a:avLst/>
            <a:gdLst>
              <a:gd name="connsiteX0" fmla="*/ 0 w 8382000"/>
              <a:gd name="connsiteY0" fmla="*/ 0 h 4530292"/>
              <a:gd name="connsiteX1" fmla="*/ 8382000 w 8382000"/>
              <a:gd name="connsiteY1" fmla="*/ 0 h 4530292"/>
              <a:gd name="connsiteX2" fmla="*/ 8382000 w 8382000"/>
              <a:gd name="connsiteY2" fmla="*/ 4530292 h 4530292"/>
              <a:gd name="connsiteX3" fmla="*/ 0 w 8382000"/>
              <a:gd name="connsiteY3" fmla="*/ 4530292 h 4530292"/>
            </a:gdLst>
            <a:ahLst/>
            <a:cxnLst>
              <a:cxn ang="0">
                <a:pos x="connsiteX0" y="connsiteY0"/>
              </a:cxn>
              <a:cxn ang="0">
                <a:pos x="connsiteX1" y="connsiteY1"/>
              </a:cxn>
              <a:cxn ang="0">
                <a:pos x="connsiteX2" y="connsiteY2"/>
              </a:cxn>
              <a:cxn ang="0">
                <a:pos x="connsiteX3" y="connsiteY3"/>
              </a:cxn>
            </a:cxnLst>
            <a:rect l="l" t="t" r="r" b="b"/>
            <a:pathLst>
              <a:path w="8382000" h="4530292">
                <a:moveTo>
                  <a:pt x="0" y="0"/>
                </a:moveTo>
                <a:lnTo>
                  <a:pt x="8382000" y="0"/>
                </a:lnTo>
                <a:lnTo>
                  <a:pt x="8382000" y="4530292"/>
                </a:lnTo>
                <a:lnTo>
                  <a:pt x="0" y="4530292"/>
                </a:lnTo>
                <a:close/>
              </a:path>
            </a:pathLst>
          </a:custGeom>
        </p:spPr>
        <p:txBody>
          <a:bodyPr wrap="square">
            <a:noAutofit/>
          </a:bodyPr>
          <a:lstStyle/>
          <a:p>
            <a:pPr lvl="0"/>
            <a:r>
              <a:rPr lang="en-GB" noProof="0"/>
              <a:t>First Level</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Sixth level</a:t>
            </a:r>
          </a:p>
          <a:p>
            <a:pPr lvl="6"/>
            <a:r>
              <a:rPr lang="en-GB" noProof="0"/>
              <a:t>Seventh level</a:t>
            </a:r>
          </a:p>
          <a:p>
            <a:pPr lvl="7"/>
            <a:r>
              <a:rPr lang="en-GB" noProof="0"/>
              <a:t>Eight level</a:t>
            </a:r>
          </a:p>
          <a:p>
            <a:pPr lvl="8"/>
            <a:r>
              <a:rPr lang="en-GB" noProof="0"/>
              <a:t>Ninth level</a:t>
            </a:r>
          </a:p>
        </p:txBody>
      </p:sp>
      <p:sp>
        <p:nvSpPr>
          <p:cNvPr id="7" name="Picture Placeholder 6">
            <a:extLst>
              <a:ext uri="{FF2B5EF4-FFF2-40B4-BE49-F238E27FC236}">
                <a16:creationId xmlns:a16="http://schemas.microsoft.com/office/drawing/2014/main" id="{DFB94147-36CB-B4BD-A9F1-37FB1EFDF042}"/>
              </a:ext>
            </a:extLst>
          </p:cNvPr>
          <p:cNvSpPr>
            <a:spLocks noGrp="1" noChangeAspect="1"/>
          </p:cNvSpPr>
          <p:nvPr>
            <p:ph type="pic" sz="quarter" idx="17" hasCustomPrompt="1"/>
          </p:nvPr>
        </p:nvSpPr>
        <p:spPr>
          <a:xfrm>
            <a:off x="1565276" y="2095502"/>
            <a:ext cx="1447799" cy="1447799"/>
          </a:xfrm>
          <a:prstGeom prst="rect">
            <a:avLst/>
          </a:prstGeom>
          <a:noFill/>
        </p:spPr>
        <p:txBody>
          <a:bodyPr wrap="none" anchor="t" anchorCtr="0"/>
          <a:lstStyle>
            <a:lvl1pPr algn="ctr">
              <a:spcAft>
                <a:spcPts val="0"/>
              </a:spcAft>
              <a:defRPr sz="1400" b="0">
                <a:solidFill>
                  <a:schemeClr val="bg1"/>
                </a:solidFill>
              </a:defRPr>
            </a:lvl1pPr>
            <a:lvl2pPr>
              <a:spcAft>
                <a:spcPts val="0"/>
              </a:spcAft>
              <a:defRPr/>
            </a:lvl2pPr>
            <a:lvl3pPr>
              <a:spcAft>
                <a:spcPts val="0"/>
              </a:spcAft>
              <a:defRPr/>
            </a:lvl3pPr>
            <a:lvl4pPr algn="ctr">
              <a:spcAft>
                <a:spcPts val="0"/>
              </a:spcAft>
              <a:defRPr>
                <a:solidFill>
                  <a:schemeClr val="bg1"/>
                </a:solidFill>
              </a:defRPr>
            </a:lvl4pPr>
            <a:lvl5pPr>
              <a:spcAft>
                <a:spcPts val="0"/>
              </a:spcAft>
              <a:defRPr/>
            </a:lvl5pPr>
            <a:lvl6pPr>
              <a:spcAft>
                <a:spcPts val="0"/>
              </a:spcAft>
              <a:defRPr/>
            </a:lvl6pPr>
            <a:lvl7pPr>
              <a:spcAft>
                <a:spcPts val="0"/>
              </a:spcAft>
              <a:defRPr/>
            </a:lvl7pPr>
            <a:lvl8pPr>
              <a:spcAft>
                <a:spcPts val="0"/>
              </a:spcAft>
              <a:defRPr/>
            </a:lvl8pPr>
            <a:lvl9pPr>
              <a:spcAft>
                <a:spcPts val="0"/>
              </a:spcAft>
              <a:defRPr/>
            </a:lvl9pPr>
          </a:lstStyle>
          <a:p>
            <a:pPr marL="0" marR="0" lvl="0" indent="0" algn="l" defTabSz="736656"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add icon</a:t>
            </a:r>
          </a:p>
        </p:txBody>
      </p:sp>
      <p:sp>
        <p:nvSpPr>
          <p:cNvPr id="23" name="Text Placeholder 22">
            <a:extLst>
              <a:ext uri="{FF2B5EF4-FFF2-40B4-BE49-F238E27FC236}">
                <a16:creationId xmlns:a16="http://schemas.microsoft.com/office/drawing/2014/main" id="{57792425-3E6C-D66E-C700-AD6683EAC8DF}"/>
              </a:ext>
            </a:extLst>
          </p:cNvPr>
          <p:cNvSpPr>
            <a:spLocks noGrp="1"/>
          </p:cNvSpPr>
          <p:nvPr>
            <p:ph type="body" sz="quarter" idx="25" hasCustomPrompt="1"/>
          </p:nvPr>
        </p:nvSpPr>
        <p:spPr>
          <a:xfrm>
            <a:off x="4313238" y="1724025"/>
            <a:ext cx="3562350" cy="2190750"/>
          </a:xfrm>
          <a:custGeom>
            <a:avLst/>
            <a:gdLst>
              <a:gd name="connsiteX0" fmla="*/ 0 w 3562350"/>
              <a:gd name="connsiteY0" fmla="*/ 0 h 2190750"/>
              <a:gd name="connsiteX1" fmla="*/ 3562350 w 3562350"/>
              <a:gd name="connsiteY1" fmla="*/ 0 h 2190750"/>
              <a:gd name="connsiteX2" fmla="*/ 3562350 w 3562350"/>
              <a:gd name="connsiteY2" fmla="*/ 2190750 h 2190750"/>
              <a:gd name="connsiteX3" fmla="*/ 0 w 3562350"/>
              <a:gd name="connsiteY3" fmla="*/ 2190750 h 2190750"/>
            </a:gdLst>
            <a:ahLst/>
            <a:cxnLst>
              <a:cxn ang="0">
                <a:pos x="connsiteX0" y="connsiteY0"/>
              </a:cxn>
              <a:cxn ang="0">
                <a:pos x="connsiteX1" y="connsiteY1"/>
              </a:cxn>
              <a:cxn ang="0">
                <a:pos x="connsiteX2" y="connsiteY2"/>
              </a:cxn>
              <a:cxn ang="0">
                <a:pos x="connsiteX3" y="connsiteY3"/>
              </a:cxn>
            </a:cxnLst>
            <a:rect l="l" t="t" r="r" b="b"/>
            <a:pathLst>
              <a:path w="3562350" h="2190750">
                <a:moveTo>
                  <a:pt x="0" y="0"/>
                </a:moveTo>
                <a:lnTo>
                  <a:pt x="3562350" y="0"/>
                </a:lnTo>
                <a:lnTo>
                  <a:pt x="3562350" y="2190750"/>
                </a:lnTo>
                <a:lnTo>
                  <a:pt x="0" y="2190750"/>
                </a:lnTo>
                <a:close/>
              </a:path>
            </a:pathLst>
          </a:custGeom>
          <a:gradFill>
            <a:gsLst>
              <a:gs pos="0">
                <a:schemeClr val="accent5"/>
              </a:gs>
              <a:gs pos="84000">
                <a:schemeClr val="accent6"/>
              </a:gs>
            </a:gsLst>
            <a:lin ang="8100000" scaled="0"/>
          </a:gradFill>
        </p:spPr>
        <p:txBody>
          <a:bodyPr vert="horz" wrap="square" lIns="108000" tIns="828000" rIns="108000" bIns="108000" rtlCol="0" anchor="t" anchorCtr="0">
            <a:noAutofit/>
          </a:bodyPr>
          <a:lstStyle>
            <a:lvl1pPr>
              <a:defRPr lang="en-GB"/>
            </a:lvl1pPr>
          </a:lstStyle>
          <a:p>
            <a:pPr lvl="0"/>
            <a:r>
              <a:rPr lang="en-GB"/>
              <a:t> </a:t>
            </a:r>
          </a:p>
        </p:txBody>
      </p:sp>
      <p:sp>
        <p:nvSpPr>
          <p:cNvPr id="24" name="Content">
            <a:extLst>
              <a:ext uri="{FF2B5EF4-FFF2-40B4-BE49-F238E27FC236}">
                <a16:creationId xmlns:a16="http://schemas.microsoft.com/office/drawing/2014/main" id="{FF225BF4-2DA4-90C7-3E3E-0E8A1BCE19E4}"/>
              </a:ext>
            </a:extLst>
          </p:cNvPr>
          <p:cNvSpPr>
            <a:spLocks noGrp="1"/>
          </p:cNvSpPr>
          <p:nvPr>
            <p:ph sz="quarter" idx="26" hasCustomPrompt="1"/>
          </p:nvPr>
        </p:nvSpPr>
        <p:spPr>
          <a:xfrm>
            <a:off x="4313238" y="4159249"/>
            <a:ext cx="3562350" cy="1825626"/>
          </a:xfrm>
          <a:custGeom>
            <a:avLst/>
            <a:gdLst>
              <a:gd name="connsiteX0" fmla="*/ 0 w 8382000"/>
              <a:gd name="connsiteY0" fmla="*/ 0 h 4530292"/>
              <a:gd name="connsiteX1" fmla="*/ 8382000 w 8382000"/>
              <a:gd name="connsiteY1" fmla="*/ 0 h 4530292"/>
              <a:gd name="connsiteX2" fmla="*/ 8382000 w 8382000"/>
              <a:gd name="connsiteY2" fmla="*/ 4530292 h 4530292"/>
              <a:gd name="connsiteX3" fmla="*/ 0 w 8382000"/>
              <a:gd name="connsiteY3" fmla="*/ 4530292 h 4530292"/>
            </a:gdLst>
            <a:ahLst/>
            <a:cxnLst>
              <a:cxn ang="0">
                <a:pos x="connsiteX0" y="connsiteY0"/>
              </a:cxn>
              <a:cxn ang="0">
                <a:pos x="connsiteX1" y="connsiteY1"/>
              </a:cxn>
              <a:cxn ang="0">
                <a:pos x="connsiteX2" y="connsiteY2"/>
              </a:cxn>
              <a:cxn ang="0">
                <a:pos x="connsiteX3" y="connsiteY3"/>
              </a:cxn>
            </a:cxnLst>
            <a:rect l="l" t="t" r="r" b="b"/>
            <a:pathLst>
              <a:path w="8382000" h="4530292">
                <a:moveTo>
                  <a:pt x="0" y="0"/>
                </a:moveTo>
                <a:lnTo>
                  <a:pt x="8382000" y="0"/>
                </a:lnTo>
                <a:lnTo>
                  <a:pt x="8382000" y="4530292"/>
                </a:lnTo>
                <a:lnTo>
                  <a:pt x="0" y="4530292"/>
                </a:lnTo>
                <a:close/>
              </a:path>
            </a:pathLst>
          </a:custGeom>
        </p:spPr>
        <p:txBody>
          <a:bodyPr wrap="square">
            <a:noAutofit/>
          </a:bodyPr>
          <a:lstStyle/>
          <a:p>
            <a:pPr lvl="0"/>
            <a:r>
              <a:rPr lang="en-GB" noProof="0"/>
              <a:t>First Level</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Sixth level</a:t>
            </a:r>
          </a:p>
          <a:p>
            <a:pPr lvl="6"/>
            <a:r>
              <a:rPr lang="en-GB" noProof="0"/>
              <a:t>Seventh level</a:t>
            </a:r>
          </a:p>
          <a:p>
            <a:pPr lvl="7"/>
            <a:r>
              <a:rPr lang="en-GB" noProof="0"/>
              <a:t>Eight level</a:t>
            </a:r>
          </a:p>
          <a:p>
            <a:pPr lvl="8"/>
            <a:r>
              <a:rPr lang="en-GB" noProof="0"/>
              <a:t>Ninth level</a:t>
            </a:r>
          </a:p>
        </p:txBody>
      </p:sp>
      <p:sp>
        <p:nvSpPr>
          <p:cNvPr id="25" name="Picture Placeholder 6">
            <a:extLst>
              <a:ext uri="{FF2B5EF4-FFF2-40B4-BE49-F238E27FC236}">
                <a16:creationId xmlns:a16="http://schemas.microsoft.com/office/drawing/2014/main" id="{6D3532F7-E6EA-5A2F-CC50-865BDFA783FA}"/>
              </a:ext>
            </a:extLst>
          </p:cNvPr>
          <p:cNvSpPr>
            <a:spLocks noGrp="1" noChangeAspect="1"/>
          </p:cNvSpPr>
          <p:nvPr>
            <p:ph type="pic" sz="quarter" idx="27" hasCustomPrompt="1"/>
          </p:nvPr>
        </p:nvSpPr>
        <p:spPr>
          <a:xfrm>
            <a:off x="5370514" y="2095502"/>
            <a:ext cx="1447799" cy="1447799"/>
          </a:xfrm>
          <a:prstGeom prst="rect">
            <a:avLst/>
          </a:prstGeom>
          <a:noFill/>
        </p:spPr>
        <p:txBody>
          <a:bodyPr wrap="none" anchor="t" anchorCtr="0"/>
          <a:lstStyle>
            <a:lvl1pPr algn="ctr">
              <a:spcAft>
                <a:spcPts val="0"/>
              </a:spcAft>
              <a:defRPr sz="1400" b="0">
                <a:solidFill>
                  <a:schemeClr val="bg1"/>
                </a:solidFill>
              </a:defRPr>
            </a:lvl1pPr>
            <a:lvl2pPr>
              <a:spcAft>
                <a:spcPts val="0"/>
              </a:spcAft>
              <a:defRPr/>
            </a:lvl2pPr>
            <a:lvl3pPr>
              <a:spcAft>
                <a:spcPts val="0"/>
              </a:spcAft>
              <a:defRPr/>
            </a:lvl3pPr>
            <a:lvl4pPr algn="ctr">
              <a:spcAft>
                <a:spcPts val="0"/>
              </a:spcAft>
              <a:defRPr>
                <a:solidFill>
                  <a:schemeClr val="bg1"/>
                </a:solidFill>
              </a:defRPr>
            </a:lvl4pPr>
            <a:lvl5pPr>
              <a:spcAft>
                <a:spcPts val="0"/>
              </a:spcAft>
              <a:defRPr/>
            </a:lvl5pPr>
            <a:lvl6pPr>
              <a:spcAft>
                <a:spcPts val="0"/>
              </a:spcAft>
              <a:defRPr/>
            </a:lvl6pPr>
            <a:lvl7pPr>
              <a:spcAft>
                <a:spcPts val="0"/>
              </a:spcAft>
              <a:defRPr/>
            </a:lvl7pPr>
            <a:lvl8pPr>
              <a:spcAft>
                <a:spcPts val="0"/>
              </a:spcAft>
              <a:defRPr/>
            </a:lvl8pPr>
            <a:lvl9pPr>
              <a:spcAft>
                <a:spcPts val="0"/>
              </a:spcAft>
              <a:defRPr/>
            </a:lvl9pPr>
          </a:lstStyle>
          <a:p>
            <a:pPr marL="0" marR="0" lvl="0" indent="0" algn="l" defTabSz="736656"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add icon</a:t>
            </a:r>
          </a:p>
        </p:txBody>
      </p:sp>
      <p:sp>
        <p:nvSpPr>
          <p:cNvPr id="26" name="Text Placeholder 25">
            <a:extLst>
              <a:ext uri="{FF2B5EF4-FFF2-40B4-BE49-F238E27FC236}">
                <a16:creationId xmlns:a16="http://schemas.microsoft.com/office/drawing/2014/main" id="{D5E02425-D2F2-5844-14D8-F1E8E2848C72}"/>
              </a:ext>
            </a:extLst>
          </p:cNvPr>
          <p:cNvSpPr>
            <a:spLocks noGrp="1"/>
          </p:cNvSpPr>
          <p:nvPr>
            <p:ph type="body" sz="quarter" idx="28" hasCustomPrompt="1"/>
          </p:nvPr>
        </p:nvSpPr>
        <p:spPr>
          <a:xfrm>
            <a:off x="8121650" y="1724025"/>
            <a:ext cx="3562350" cy="2190750"/>
          </a:xfrm>
          <a:custGeom>
            <a:avLst/>
            <a:gdLst>
              <a:gd name="connsiteX0" fmla="*/ 0 w 3562350"/>
              <a:gd name="connsiteY0" fmla="*/ 0 h 2190750"/>
              <a:gd name="connsiteX1" fmla="*/ 3562350 w 3562350"/>
              <a:gd name="connsiteY1" fmla="*/ 0 h 2190750"/>
              <a:gd name="connsiteX2" fmla="*/ 3562350 w 3562350"/>
              <a:gd name="connsiteY2" fmla="*/ 2190750 h 2190750"/>
              <a:gd name="connsiteX3" fmla="*/ 0 w 3562350"/>
              <a:gd name="connsiteY3" fmla="*/ 2190750 h 2190750"/>
            </a:gdLst>
            <a:ahLst/>
            <a:cxnLst>
              <a:cxn ang="0">
                <a:pos x="connsiteX0" y="connsiteY0"/>
              </a:cxn>
              <a:cxn ang="0">
                <a:pos x="connsiteX1" y="connsiteY1"/>
              </a:cxn>
              <a:cxn ang="0">
                <a:pos x="connsiteX2" y="connsiteY2"/>
              </a:cxn>
              <a:cxn ang="0">
                <a:pos x="connsiteX3" y="connsiteY3"/>
              </a:cxn>
            </a:cxnLst>
            <a:rect l="l" t="t" r="r" b="b"/>
            <a:pathLst>
              <a:path w="3562350" h="2190750">
                <a:moveTo>
                  <a:pt x="0" y="0"/>
                </a:moveTo>
                <a:lnTo>
                  <a:pt x="3562350" y="0"/>
                </a:lnTo>
                <a:lnTo>
                  <a:pt x="3562350" y="2190750"/>
                </a:lnTo>
                <a:lnTo>
                  <a:pt x="0" y="2190750"/>
                </a:lnTo>
                <a:close/>
              </a:path>
            </a:pathLst>
          </a:custGeom>
          <a:gradFill>
            <a:gsLst>
              <a:gs pos="0">
                <a:schemeClr val="accent3"/>
              </a:gs>
              <a:gs pos="84000">
                <a:schemeClr val="accent6"/>
              </a:gs>
            </a:gsLst>
            <a:lin ang="8100000" scaled="0"/>
          </a:gradFill>
        </p:spPr>
        <p:txBody>
          <a:bodyPr vert="horz" wrap="square" lIns="108000" tIns="828000" rIns="108000" bIns="108000" rtlCol="0" anchor="t" anchorCtr="0">
            <a:noAutofit/>
          </a:bodyPr>
          <a:lstStyle>
            <a:lvl1pPr>
              <a:defRPr lang="en-GB"/>
            </a:lvl1pPr>
          </a:lstStyle>
          <a:p>
            <a:pPr lvl="0"/>
            <a:r>
              <a:rPr lang="en-GB"/>
              <a:t> </a:t>
            </a:r>
          </a:p>
        </p:txBody>
      </p:sp>
      <p:sp>
        <p:nvSpPr>
          <p:cNvPr id="27" name="Content">
            <a:extLst>
              <a:ext uri="{FF2B5EF4-FFF2-40B4-BE49-F238E27FC236}">
                <a16:creationId xmlns:a16="http://schemas.microsoft.com/office/drawing/2014/main" id="{D6E204EA-8D75-1CF4-182C-8F5FF78B3809}"/>
              </a:ext>
            </a:extLst>
          </p:cNvPr>
          <p:cNvSpPr>
            <a:spLocks noGrp="1"/>
          </p:cNvSpPr>
          <p:nvPr>
            <p:ph sz="quarter" idx="29" hasCustomPrompt="1"/>
          </p:nvPr>
        </p:nvSpPr>
        <p:spPr>
          <a:xfrm>
            <a:off x="8121650" y="4159249"/>
            <a:ext cx="3562350" cy="1825626"/>
          </a:xfrm>
          <a:custGeom>
            <a:avLst/>
            <a:gdLst>
              <a:gd name="connsiteX0" fmla="*/ 0 w 8382000"/>
              <a:gd name="connsiteY0" fmla="*/ 0 h 4530292"/>
              <a:gd name="connsiteX1" fmla="*/ 8382000 w 8382000"/>
              <a:gd name="connsiteY1" fmla="*/ 0 h 4530292"/>
              <a:gd name="connsiteX2" fmla="*/ 8382000 w 8382000"/>
              <a:gd name="connsiteY2" fmla="*/ 4530292 h 4530292"/>
              <a:gd name="connsiteX3" fmla="*/ 0 w 8382000"/>
              <a:gd name="connsiteY3" fmla="*/ 4530292 h 4530292"/>
            </a:gdLst>
            <a:ahLst/>
            <a:cxnLst>
              <a:cxn ang="0">
                <a:pos x="connsiteX0" y="connsiteY0"/>
              </a:cxn>
              <a:cxn ang="0">
                <a:pos x="connsiteX1" y="connsiteY1"/>
              </a:cxn>
              <a:cxn ang="0">
                <a:pos x="connsiteX2" y="connsiteY2"/>
              </a:cxn>
              <a:cxn ang="0">
                <a:pos x="connsiteX3" y="connsiteY3"/>
              </a:cxn>
            </a:cxnLst>
            <a:rect l="l" t="t" r="r" b="b"/>
            <a:pathLst>
              <a:path w="8382000" h="4530292">
                <a:moveTo>
                  <a:pt x="0" y="0"/>
                </a:moveTo>
                <a:lnTo>
                  <a:pt x="8382000" y="0"/>
                </a:lnTo>
                <a:lnTo>
                  <a:pt x="8382000" y="4530292"/>
                </a:lnTo>
                <a:lnTo>
                  <a:pt x="0" y="4530292"/>
                </a:lnTo>
                <a:close/>
              </a:path>
            </a:pathLst>
          </a:custGeom>
        </p:spPr>
        <p:txBody>
          <a:bodyPr wrap="square">
            <a:noAutofit/>
          </a:bodyPr>
          <a:lstStyle/>
          <a:p>
            <a:pPr lvl="0"/>
            <a:r>
              <a:rPr lang="en-GB" noProof="0"/>
              <a:t>First Level</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Sixth level</a:t>
            </a:r>
          </a:p>
          <a:p>
            <a:pPr lvl="6"/>
            <a:r>
              <a:rPr lang="en-GB" noProof="0"/>
              <a:t>Seventh level</a:t>
            </a:r>
          </a:p>
          <a:p>
            <a:pPr lvl="7"/>
            <a:r>
              <a:rPr lang="en-GB" noProof="0"/>
              <a:t>Eight level</a:t>
            </a:r>
          </a:p>
          <a:p>
            <a:pPr lvl="8"/>
            <a:r>
              <a:rPr lang="en-GB" noProof="0"/>
              <a:t>Ninth level</a:t>
            </a:r>
          </a:p>
        </p:txBody>
      </p:sp>
      <p:sp>
        <p:nvSpPr>
          <p:cNvPr id="28" name="Picture Placeholder 6">
            <a:extLst>
              <a:ext uri="{FF2B5EF4-FFF2-40B4-BE49-F238E27FC236}">
                <a16:creationId xmlns:a16="http://schemas.microsoft.com/office/drawing/2014/main" id="{39AB54DF-B831-F65A-7028-C7ED7C990903}"/>
              </a:ext>
            </a:extLst>
          </p:cNvPr>
          <p:cNvSpPr>
            <a:spLocks noGrp="1" noChangeAspect="1"/>
          </p:cNvSpPr>
          <p:nvPr>
            <p:ph type="pic" sz="quarter" idx="30" hasCustomPrompt="1"/>
          </p:nvPr>
        </p:nvSpPr>
        <p:spPr>
          <a:xfrm>
            <a:off x="9178926" y="2095502"/>
            <a:ext cx="1447799" cy="1447799"/>
          </a:xfrm>
          <a:prstGeom prst="rect">
            <a:avLst/>
          </a:prstGeom>
          <a:noFill/>
        </p:spPr>
        <p:txBody>
          <a:bodyPr wrap="none" anchor="t" anchorCtr="0"/>
          <a:lstStyle>
            <a:lvl1pPr algn="ctr">
              <a:spcAft>
                <a:spcPts val="0"/>
              </a:spcAft>
              <a:defRPr sz="1400" b="0">
                <a:solidFill>
                  <a:schemeClr val="bg1"/>
                </a:solidFill>
              </a:defRPr>
            </a:lvl1pPr>
            <a:lvl2pPr>
              <a:spcAft>
                <a:spcPts val="0"/>
              </a:spcAft>
              <a:defRPr/>
            </a:lvl2pPr>
            <a:lvl3pPr>
              <a:spcAft>
                <a:spcPts val="0"/>
              </a:spcAft>
              <a:defRPr/>
            </a:lvl3pPr>
            <a:lvl4pPr algn="ctr">
              <a:spcAft>
                <a:spcPts val="0"/>
              </a:spcAft>
              <a:defRPr>
                <a:solidFill>
                  <a:schemeClr val="bg1"/>
                </a:solidFill>
              </a:defRPr>
            </a:lvl4pPr>
            <a:lvl5pPr>
              <a:spcAft>
                <a:spcPts val="0"/>
              </a:spcAft>
              <a:defRPr/>
            </a:lvl5pPr>
            <a:lvl6pPr>
              <a:spcAft>
                <a:spcPts val="0"/>
              </a:spcAft>
              <a:defRPr/>
            </a:lvl6pPr>
            <a:lvl7pPr>
              <a:spcAft>
                <a:spcPts val="0"/>
              </a:spcAft>
              <a:defRPr/>
            </a:lvl7pPr>
            <a:lvl8pPr>
              <a:spcAft>
                <a:spcPts val="0"/>
              </a:spcAft>
              <a:defRPr/>
            </a:lvl8pPr>
            <a:lvl9pPr>
              <a:spcAft>
                <a:spcPts val="0"/>
              </a:spcAft>
              <a:defRPr/>
            </a:lvl9pPr>
          </a:lstStyle>
          <a:p>
            <a:pPr marL="0" marR="0" lvl="0" indent="0" algn="l" defTabSz="736656"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add icon</a:t>
            </a:r>
          </a:p>
        </p:txBody>
      </p:sp>
      <p:sp>
        <p:nvSpPr>
          <p:cNvPr id="4" name="ChapterTitle">
            <a:extLst>
              <a:ext uri="{FF2B5EF4-FFF2-40B4-BE49-F238E27FC236}">
                <a16:creationId xmlns:a16="http://schemas.microsoft.com/office/drawing/2014/main" id="{76468E51-5544-A5B9-0A0B-471A008F6CAB}"/>
              </a:ext>
            </a:extLst>
          </p:cNvPr>
          <p:cNvSpPr>
            <a:spLocks noGrp="1"/>
          </p:cNvSpPr>
          <p:nvPr>
            <p:ph type="body" sz="quarter" idx="12" hasCustomPrompt="1"/>
          </p:nvPr>
        </p:nvSpPr>
        <p:spPr>
          <a:xfrm>
            <a:off x="508000" y="240853"/>
            <a:ext cx="5465763" cy="153888"/>
          </a:xfrm>
          <a:prstGeom prst="rect">
            <a:avLst/>
          </a:prstGeom>
        </p:spPr>
        <p:txBody>
          <a:bodyPr>
            <a:noAutofit/>
          </a:bodyPr>
          <a:lstStyle>
            <a:lvl1pPr marL="0" indent="0">
              <a:buFont typeface="Arial" panose="020B0604020202020204" pitchFamily="34" charset="0"/>
              <a:buNone/>
              <a:defRPr sz="1000" b="0" baseline="0">
                <a:latin typeface="+mn-lt"/>
              </a:defRPr>
            </a:lvl1pPr>
          </a:lstStyle>
          <a:p>
            <a:pPr lvl="0"/>
            <a:r>
              <a:rPr lang="en-GB"/>
              <a:t>Chapter title (optional)</a:t>
            </a:r>
          </a:p>
        </p:txBody>
      </p:sp>
    </p:spTree>
    <p:extLst>
      <p:ext uri="{BB962C8B-B14F-4D97-AF65-F5344CB8AC3E}">
        <p14:creationId xmlns:p14="http://schemas.microsoft.com/office/powerpoint/2010/main" val="4021537688"/>
      </p:ext>
    </p:extLst>
  </p:cSld>
  <p:clrMapOvr>
    <a:masterClrMapping/>
  </p:clrMapOvr>
  <p:hf hd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Four column text with large icons">
    <p:spTree>
      <p:nvGrpSpPr>
        <p:cNvPr id="1" name=""/>
        <p:cNvGrpSpPr/>
        <p:nvPr/>
      </p:nvGrpSpPr>
      <p:grpSpPr>
        <a:xfrm>
          <a:off x="0" y="0"/>
          <a:ext cx="0" cy="0"/>
          <a:chOff x="0" y="0"/>
          <a:chExt cx="0" cy="0"/>
        </a:xfrm>
      </p:grpSpPr>
      <p:sp>
        <p:nvSpPr>
          <p:cNvPr id="22" name="Text Placeholder 21">
            <a:extLst>
              <a:ext uri="{FF2B5EF4-FFF2-40B4-BE49-F238E27FC236}">
                <a16:creationId xmlns:a16="http://schemas.microsoft.com/office/drawing/2014/main" id="{A1CB52C8-982D-BC49-1BD3-EAC9C95A006F}"/>
              </a:ext>
            </a:extLst>
          </p:cNvPr>
          <p:cNvSpPr>
            <a:spLocks noGrp="1"/>
          </p:cNvSpPr>
          <p:nvPr>
            <p:ph type="body" sz="quarter" idx="24" hasCustomPrompt="1"/>
          </p:nvPr>
        </p:nvSpPr>
        <p:spPr>
          <a:xfrm>
            <a:off x="508000" y="1724025"/>
            <a:ext cx="2600325" cy="1560513"/>
          </a:xfrm>
          <a:custGeom>
            <a:avLst/>
            <a:gdLst>
              <a:gd name="connsiteX0" fmla="*/ 0 w 3562350"/>
              <a:gd name="connsiteY0" fmla="*/ 0 h 2190750"/>
              <a:gd name="connsiteX1" fmla="*/ 3562350 w 3562350"/>
              <a:gd name="connsiteY1" fmla="*/ 0 h 2190750"/>
              <a:gd name="connsiteX2" fmla="*/ 3562350 w 3562350"/>
              <a:gd name="connsiteY2" fmla="*/ 2190750 h 2190750"/>
              <a:gd name="connsiteX3" fmla="*/ 0 w 3562350"/>
              <a:gd name="connsiteY3" fmla="*/ 2190750 h 2190750"/>
            </a:gdLst>
            <a:ahLst/>
            <a:cxnLst>
              <a:cxn ang="0">
                <a:pos x="connsiteX0" y="connsiteY0"/>
              </a:cxn>
              <a:cxn ang="0">
                <a:pos x="connsiteX1" y="connsiteY1"/>
              </a:cxn>
              <a:cxn ang="0">
                <a:pos x="connsiteX2" y="connsiteY2"/>
              </a:cxn>
              <a:cxn ang="0">
                <a:pos x="connsiteX3" y="connsiteY3"/>
              </a:cxn>
            </a:cxnLst>
            <a:rect l="l" t="t" r="r" b="b"/>
            <a:pathLst>
              <a:path w="3562350" h="2190750">
                <a:moveTo>
                  <a:pt x="0" y="0"/>
                </a:moveTo>
                <a:lnTo>
                  <a:pt x="3562350" y="0"/>
                </a:lnTo>
                <a:lnTo>
                  <a:pt x="3562350" y="2190750"/>
                </a:lnTo>
                <a:lnTo>
                  <a:pt x="0" y="2190750"/>
                </a:lnTo>
                <a:close/>
              </a:path>
            </a:pathLst>
          </a:custGeom>
          <a:gradFill>
            <a:gsLst>
              <a:gs pos="0">
                <a:schemeClr val="accent2"/>
              </a:gs>
              <a:gs pos="84000">
                <a:schemeClr val="accent6"/>
              </a:gs>
            </a:gsLst>
            <a:lin ang="8100000" scaled="0"/>
          </a:gradFill>
        </p:spPr>
        <p:txBody>
          <a:bodyPr vert="horz" wrap="square" lIns="108000" tIns="828000" rIns="108000" bIns="108000" rtlCol="0" anchor="t" anchorCtr="0">
            <a:noAutofit/>
          </a:bodyPr>
          <a:lstStyle>
            <a:lvl1pPr algn="l">
              <a:defRPr lang="en-GB" dirty="0"/>
            </a:lvl1pPr>
          </a:lstStyle>
          <a:p>
            <a:pPr lvl="0"/>
            <a:r>
              <a:rPr lang="en-GB"/>
              <a:t> </a:t>
            </a:r>
          </a:p>
        </p:txBody>
      </p:sp>
      <p:sp>
        <p:nvSpPr>
          <p:cNvPr id="3" name="Title"/>
          <p:cNvSpPr>
            <a:spLocks noGrp="1"/>
          </p:cNvSpPr>
          <p:nvPr>
            <p:ph type="title"/>
          </p:nvPr>
        </p:nvSpPr>
        <p:spPr/>
        <p:txBody>
          <a:bodyPr/>
          <a:lstStyle/>
          <a:p>
            <a:r>
              <a:rPr lang="pt-BR"/>
              <a:t>Clique para editar o título Mestre</a:t>
            </a:r>
            <a:endParaRPr lang="en-GB"/>
          </a:p>
        </p:txBody>
      </p:sp>
      <p:sp>
        <p:nvSpPr>
          <p:cNvPr id="8" name="Content">
            <a:extLst>
              <a:ext uri="{FF2B5EF4-FFF2-40B4-BE49-F238E27FC236}">
                <a16:creationId xmlns:a16="http://schemas.microsoft.com/office/drawing/2014/main" id="{011F6DDE-0B6B-899C-08FD-72EFDF2B148D}"/>
              </a:ext>
            </a:extLst>
          </p:cNvPr>
          <p:cNvSpPr>
            <a:spLocks noGrp="1"/>
          </p:cNvSpPr>
          <p:nvPr>
            <p:ph sz="quarter" idx="15" hasCustomPrompt="1"/>
          </p:nvPr>
        </p:nvSpPr>
        <p:spPr>
          <a:xfrm>
            <a:off x="508000" y="3547018"/>
            <a:ext cx="2600325" cy="2437857"/>
          </a:xfrm>
          <a:custGeom>
            <a:avLst/>
            <a:gdLst>
              <a:gd name="connsiteX0" fmla="*/ 0 w 8382000"/>
              <a:gd name="connsiteY0" fmla="*/ 0 h 4530292"/>
              <a:gd name="connsiteX1" fmla="*/ 8382000 w 8382000"/>
              <a:gd name="connsiteY1" fmla="*/ 0 h 4530292"/>
              <a:gd name="connsiteX2" fmla="*/ 8382000 w 8382000"/>
              <a:gd name="connsiteY2" fmla="*/ 4530292 h 4530292"/>
              <a:gd name="connsiteX3" fmla="*/ 0 w 8382000"/>
              <a:gd name="connsiteY3" fmla="*/ 4530292 h 4530292"/>
            </a:gdLst>
            <a:ahLst/>
            <a:cxnLst>
              <a:cxn ang="0">
                <a:pos x="connsiteX0" y="connsiteY0"/>
              </a:cxn>
              <a:cxn ang="0">
                <a:pos x="connsiteX1" y="connsiteY1"/>
              </a:cxn>
              <a:cxn ang="0">
                <a:pos x="connsiteX2" y="connsiteY2"/>
              </a:cxn>
              <a:cxn ang="0">
                <a:pos x="connsiteX3" y="connsiteY3"/>
              </a:cxn>
            </a:cxnLst>
            <a:rect l="l" t="t" r="r" b="b"/>
            <a:pathLst>
              <a:path w="8382000" h="4530292">
                <a:moveTo>
                  <a:pt x="0" y="0"/>
                </a:moveTo>
                <a:lnTo>
                  <a:pt x="8382000" y="0"/>
                </a:lnTo>
                <a:lnTo>
                  <a:pt x="8382000" y="4530292"/>
                </a:lnTo>
                <a:lnTo>
                  <a:pt x="0" y="4530292"/>
                </a:lnTo>
                <a:close/>
              </a:path>
            </a:pathLst>
          </a:custGeom>
        </p:spPr>
        <p:txBody>
          <a:bodyPr wrap="square">
            <a:noAutofit/>
          </a:bodyPr>
          <a:lstStyle/>
          <a:p>
            <a:pPr lvl="0"/>
            <a:r>
              <a:rPr lang="en-GB" noProof="0"/>
              <a:t>First Level</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Sixth level</a:t>
            </a:r>
          </a:p>
          <a:p>
            <a:pPr lvl="6"/>
            <a:r>
              <a:rPr lang="en-GB" noProof="0"/>
              <a:t>Seventh level</a:t>
            </a:r>
          </a:p>
          <a:p>
            <a:pPr lvl="7"/>
            <a:r>
              <a:rPr lang="en-GB" noProof="0"/>
              <a:t>Eight level</a:t>
            </a:r>
          </a:p>
          <a:p>
            <a:pPr lvl="8"/>
            <a:r>
              <a:rPr lang="en-GB" noProof="0"/>
              <a:t>Ninth level</a:t>
            </a:r>
          </a:p>
        </p:txBody>
      </p:sp>
      <p:sp>
        <p:nvSpPr>
          <p:cNvPr id="7" name="Picture Placeholder 6">
            <a:extLst>
              <a:ext uri="{FF2B5EF4-FFF2-40B4-BE49-F238E27FC236}">
                <a16:creationId xmlns:a16="http://schemas.microsoft.com/office/drawing/2014/main" id="{DFB94147-36CB-B4BD-A9F1-37FB1EFDF042}"/>
              </a:ext>
            </a:extLst>
          </p:cNvPr>
          <p:cNvSpPr>
            <a:spLocks noGrp="1" noChangeAspect="1"/>
          </p:cNvSpPr>
          <p:nvPr>
            <p:ph type="pic" sz="quarter" idx="17" hasCustomPrompt="1"/>
          </p:nvPr>
        </p:nvSpPr>
        <p:spPr>
          <a:xfrm>
            <a:off x="1236663" y="1932782"/>
            <a:ext cx="1142999" cy="1142999"/>
          </a:xfrm>
          <a:prstGeom prst="rect">
            <a:avLst/>
          </a:prstGeom>
          <a:noFill/>
        </p:spPr>
        <p:txBody>
          <a:bodyPr wrap="none"/>
          <a:lstStyle>
            <a:lvl1pPr algn="ctr">
              <a:spcAft>
                <a:spcPts val="0"/>
              </a:spcAft>
              <a:defRPr sz="1000" b="0">
                <a:solidFill>
                  <a:schemeClr val="bg1"/>
                </a:solidFill>
              </a:defRPr>
            </a:lvl1pPr>
            <a:lvl2pPr algn="ctr">
              <a:spcAft>
                <a:spcPts val="0"/>
              </a:spcAft>
              <a:defRPr/>
            </a:lvl2pPr>
            <a:lvl3pPr algn="ctr">
              <a:spcAft>
                <a:spcPts val="0"/>
              </a:spcAft>
              <a:defRPr/>
            </a:lvl3pPr>
            <a:lvl4pPr marL="0" indent="0" algn="ctr">
              <a:spcAft>
                <a:spcPts val="0"/>
              </a:spcAft>
              <a:buFont typeface="Arial" panose="020B0604020202020204" pitchFamily="34" charset="0"/>
              <a:buNone/>
              <a:defRPr lang="en-US" sz="1050" dirty="0">
                <a:solidFill>
                  <a:schemeClr val="bg1"/>
                </a:solidFill>
              </a:defRPr>
            </a:lvl4pPr>
            <a:lvl5pPr algn="ctr">
              <a:spcAft>
                <a:spcPts val="0"/>
              </a:spcAft>
              <a:defRPr/>
            </a:lvl5pPr>
            <a:lvl6pPr algn="ctr">
              <a:spcAft>
                <a:spcPts val="0"/>
              </a:spcAft>
              <a:defRPr/>
            </a:lvl6pPr>
            <a:lvl7pPr algn="ctr">
              <a:spcAft>
                <a:spcPts val="0"/>
              </a:spcAft>
              <a:defRPr/>
            </a:lvl7pPr>
            <a:lvl8pPr algn="ctr">
              <a:spcAft>
                <a:spcPts val="0"/>
              </a:spcAft>
              <a:defRPr/>
            </a:lvl8pPr>
            <a:lvl9pPr algn="ctr">
              <a:spcAft>
                <a:spcPts val="0"/>
              </a:spcAft>
              <a:defRPr/>
            </a:lvl9pPr>
          </a:lstStyle>
          <a:p>
            <a:pPr marL="0" marR="0" lvl="0" indent="0" algn="l" defTabSz="736656"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add icon</a:t>
            </a:r>
          </a:p>
        </p:txBody>
      </p:sp>
      <p:sp>
        <p:nvSpPr>
          <p:cNvPr id="2" name="Text Placeholder 1">
            <a:extLst>
              <a:ext uri="{FF2B5EF4-FFF2-40B4-BE49-F238E27FC236}">
                <a16:creationId xmlns:a16="http://schemas.microsoft.com/office/drawing/2014/main" id="{CF284347-7DFB-11ED-EAC8-F8177D976018}"/>
              </a:ext>
            </a:extLst>
          </p:cNvPr>
          <p:cNvSpPr>
            <a:spLocks noGrp="1"/>
          </p:cNvSpPr>
          <p:nvPr>
            <p:ph type="body" sz="quarter" idx="25" hasCustomPrompt="1"/>
          </p:nvPr>
        </p:nvSpPr>
        <p:spPr>
          <a:xfrm>
            <a:off x="3373438" y="1724025"/>
            <a:ext cx="2600325" cy="1560513"/>
          </a:xfrm>
          <a:custGeom>
            <a:avLst/>
            <a:gdLst>
              <a:gd name="connsiteX0" fmla="*/ 0 w 3562350"/>
              <a:gd name="connsiteY0" fmla="*/ 0 h 2190750"/>
              <a:gd name="connsiteX1" fmla="*/ 3562350 w 3562350"/>
              <a:gd name="connsiteY1" fmla="*/ 0 h 2190750"/>
              <a:gd name="connsiteX2" fmla="*/ 3562350 w 3562350"/>
              <a:gd name="connsiteY2" fmla="*/ 2190750 h 2190750"/>
              <a:gd name="connsiteX3" fmla="*/ 0 w 3562350"/>
              <a:gd name="connsiteY3" fmla="*/ 2190750 h 2190750"/>
            </a:gdLst>
            <a:ahLst/>
            <a:cxnLst>
              <a:cxn ang="0">
                <a:pos x="connsiteX0" y="connsiteY0"/>
              </a:cxn>
              <a:cxn ang="0">
                <a:pos x="connsiteX1" y="connsiteY1"/>
              </a:cxn>
              <a:cxn ang="0">
                <a:pos x="connsiteX2" y="connsiteY2"/>
              </a:cxn>
              <a:cxn ang="0">
                <a:pos x="connsiteX3" y="connsiteY3"/>
              </a:cxn>
            </a:cxnLst>
            <a:rect l="l" t="t" r="r" b="b"/>
            <a:pathLst>
              <a:path w="3562350" h="2190750">
                <a:moveTo>
                  <a:pt x="0" y="0"/>
                </a:moveTo>
                <a:lnTo>
                  <a:pt x="3562350" y="0"/>
                </a:lnTo>
                <a:lnTo>
                  <a:pt x="3562350" y="2190750"/>
                </a:lnTo>
                <a:lnTo>
                  <a:pt x="0" y="2190750"/>
                </a:lnTo>
                <a:close/>
              </a:path>
            </a:pathLst>
          </a:custGeom>
          <a:gradFill>
            <a:gsLst>
              <a:gs pos="0">
                <a:schemeClr val="accent5"/>
              </a:gs>
              <a:gs pos="84000">
                <a:schemeClr val="accent6"/>
              </a:gs>
            </a:gsLst>
            <a:lin ang="8100000" scaled="0"/>
          </a:gradFill>
        </p:spPr>
        <p:txBody>
          <a:bodyPr vert="horz" wrap="square" lIns="108000" tIns="828000" rIns="108000" bIns="108000" rtlCol="0" anchor="t" anchorCtr="0">
            <a:noAutofit/>
          </a:bodyPr>
          <a:lstStyle>
            <a:lvl1pPr>
              <a:defRPr lang="en-GB"/>
            </a:lvl1pPr>
          </a:lstStyle>
          <a:p>
            <a:pPr lvl="0"/>
            <a:r>
              <a:rPr lang="en-GB"/>
              <a:t> </a:t>
            </a:r>
          </a:p>
        </p:txBody>
      </p:sp>
      <p:sp>
        <p:nvSpPr>
          <p:cNvPr id="6" name="Content">
            <a:extLst>
              <a:ext uri="{FF2B5EF4-FFF2-40B4-BE49-F238E27FC236}">
                <a16:creationId xmlns:a16="http://schemas.microsoft.com/office/drawing/2014/main" id="{CE70FCE5-7CE8-E2BA-6F74-4C330D27325F}"/>
              </a:ext>
            </a:extLst>
          </p:cNvPr>
          <p:cNvSpPr>
            <a:spLocks noGrp="1"/>
          </p:cNvSpPr>
          <p:nvPr>
            <p:ph sz="quarter" idx="26" hasCustomPrompt="1"/>
          </p:nvPr>
        </p:nvSpPr>
        <p:spPr>
          <a:xfrm>
            <a:off x="3373438" y="3547018"/>
            <a:ext cx="2600325" cy="2437857"/>
          </a:xfrm>
          <a:custGeom>
            <a:avLst/>
            <a:gdLst>
              <a:gd name="connsiteX0" fmla="*/ 0 w 8382000"/>
              <a:gd name="connsiteY0" fmla="*/ 0 h 4530292"/>
              <a:gd name="connsiteX1" fmla="*/ 8382000 w 8382000"/>
              <a:gd name="connsiteY1" fmla="*/ 0 h 4530292"/>
              <a:gd name="connsiteX2" fmla="*/ 8382000 w 8382000"/>
              <a:gd name="connsiteY2" fmla="*/ 4530292 h 4530292"/>
              <a:gd name="connsiteX3" fmla="*/ 0 w 8382000"/>
              <a:gd name="connsiteY3" fmla="*/ 4530292 h 4530292"/>
            </a:gdLst>
            <a:ahLst/>
            <a:cxnLst>
              <a:cxn ang="0">
                <a:pos x="connsiteX0" y="connsiteY0"/>
              </a:cxn>
              <a:cxn ang="0">
                <a:pos x="connsiteX1" y="connsiteY1"/>
              </a:cxn>
              <a:cxn ang="0">
                <a:pos x="connsiteX2" y="connsiteY2"/>
              </a:cxn>
              <a:cxn ang="0">
                <a:pos x="connsiteX3" y="connsiteY3"/>
              </a:cxn>
            </a:cxnLst>
            <a:rect l="l" t="t" r="r" b="b"/>
            <a:pathLst>
              <a:path w="8382000" h="4530292">
                <a:moveTo>
                  <a:pt x="0" y="0"/>
                </a:moveTo>
                <a:lnTo>
                  <a:pt x="8382000" y="0"/>
                </a:lnTo>
                <a:lnTo>
                  <a:pt x="8382000" y="4530292"/>
                </a:lnTo>
                <a:lnTo>
                  <a:pt x="0" y="4530292"/>
                </a:lnTo>
                <a:close/>
              </a:path>
            </a:pathLst>
          </a:custGeom>
        </p:spPr>
        <p:txBody>
          <a:bodyPr wrap="square">
            <a:noAutofit/>
          </a:bodyPr>
          <a:lstStyle/>
          <a:p>
            <a:pPr lvl="0"/>
            <a:r>
              <a:rPr lang="en-GB" noProof="0"/>
              <a:t>First Level</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Sixth level</a:t>
            </a:r>
          </a:p>
          <a:p>
            <a:pPr lvl="6"/>
            <a:r>
              <a:rPr lang="en-GB" noProof="0"/>
              <a:t>Seventh level</a:t>
            </a:r>
          </a:p>
          <a:p>
            <a:pPr lvl="7"/>
            <a:r>
              <a:rPr lang="en-GB" noProof="0"/>
              <a:t>Eight level</a:t>
            </a:r>
          </a:p>
          <a:p>
            <a:pPr lvl="8"/>
            <a:r>
              <a:rPr lang="en-GB" noProof="0"/>
              <a:t>Ninth level</a:t>
            </a:r>
          </a:p>
        </p:txBody>
      </p:sp>
      <p:sp>
        <p:nvSpPr>
          <p:cNvPr id="9" name="Picture Placeholder 6">
            <a:extLst>
              <a:ext uri="{FF2B5EF4-FFF2-40B4-BE49-F238E27FC236}">
                <a16:creationId xmlns:a16="http://schemas.microsoft.com/office/drawing/2014/main" id="{97AB2105-5DD1-B13B-999E-9AF3403C062F}"/>
              </a:ext>
            </a:extLst>
          </p:cNvPr>
          <p:cNvSpPr>
            <a:spLocks noGrp="1" noChangeAspect="1"/>
          </p:cNvSpPr>
          <p:nvPr>
            <p:ph type="pic" sz="quarter" idx="27" hasCustomPrompt="1"/>
          </p:nvPr>
        </p:nvSpPr>
        <p:spPr>
          <a:xfrm>
            <a:off x="4102101" y="1932782"/>
            <a:ext cx="1142999" cy="1142999"/>
          </a:xfrm>
          <a:prstGeom prst="rect">
            <a:avLst/>
          </a:prstGeom>
          <a:noFill/>
        </p:spPr>
        <p:txBody>
          <a:bodyPr wrap="none"/>
          <a:lstStyle>
            <a:lvl1pPr algn="ctr">
              <a:lnSpc>
                <a:spcPct val="100000"/>
              </a:lnSpc>
              <a:spcAft>
                <a:spcPts val="0"/>
              </a:spcAft>
              <a:defRPr sz="1000" b="0">
                <a:solidFill>
                  <a:schemeClr val="bg1"/>
                </a:solidFill>
              </a:defRPr>
            </a:lvl1pPr>
            <a:lvl2pPr algn="ctr">
              <a:lnSpc>
                <a:spcPct val="100000"/>
              </a:lnSpc>
              <a:spcAft>
                <a:spcPts val="0"/>
              </a:spcAft>
              <a:defRPr/>
            </a:lvl2pPr>
            <a:lvl3pPr algn="ctr">
              <a:lnSpc>
                <a:spcPct val="100000"/>
              </a:lnSpc>
              <a:spcAft>
                <a:spcPts val="0"/>
              </a:spcAft>
              <a:defRPr/>
            </a:lvl3pPr>
            <a:lvl4pPr marL="0" indent="0" algn="ctr">
              <a:lnSpc>
                <a:spcPct val="100000"/>
              </a:lnSpc>
              <a:spcAft>
                <a:spcPts val="0"/>
              </a:spcAft>
              <a:buFont typeface="Arial" panose="020B0604020202020204" pitchFamily="34" charset="0"/>
              <a:buNone/>
              <a:defRPr lang="en-US" sz="1050" dirty="0">
                <a:solidFill>
                  <a:schemeClr val="bg1"/>
                </a:solidFill>
              </a:defRPr>
            </a:lvl4pPr>
            <a:lvl5pPr algn="ctr">
              <a:lnSpc>
                <a:spcPct val="100000"/>
              </a:lnSpc>
              <a:spcAft>
                <a:spcPts val="0"/>
              </a:spcAft>
              <a:defRPr/>
            </a:lvl5pPr>
            <a:lvl6pPr algn="ctr">
              <a:lnSpc>
                <a:spcPct val="100000"/>
              </a:lnSpc>
              <a:spcAft>
                <a:spcPts val="0"/>
              </a:spcAft>
              <a:defRPr/>
            </a:lvl6pPr>
            <a:lvl7pPr algn="ctr">
              <a:lnSpc>
                <a:spcPct val="100000"/>
              </a:lnSpc>
              <a:spcAft>
                <a:spcPts val="0"/>
              </a:spcAft>
              <a:defRPr/>
            </a:lvl7pPr>
            <a:lvl8pPr algn="ctr">
              <a:lnSpc>
                <a:spcPct val="100000"/>
              </a:lnSpc>
              <a:spcAft>
                <a:spcPts val="0"/>
              </a:spcAft>
              <a:defRPr/>
            </a:lvl8pPr>
            <a:lvl9pPr algn="ctr">
              <a:lnSpc>
                <a:spcPct val="100000"/>
              </a:lnSpc>
              <a:spcAft>
                <a:spcPts val="0"/>
              </a:spcAft>
              <a:defRPr/>
            </a:lvl9pPr>
          </a:lstStyle>
          <a:p>
            <a:pPr marL="0" marR="0" lvl="0" indent="0" algn="l" defTabSz="736656"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add icon</a:t>
            </a:r>
          </a:p>
        </p:txBody>
      </p:sp>
      <p:sp>
        <p:nvSpPr>
          <p:cNvPr id="10" name="Text Placeholder 9">
            <a:extLst>
              <a:ext uri="{FF2B5EF4-FFF2-40B4-BE49-F238E27FC236}">
                <a16:creationId xmlns:a16="http://schemas.microsoft.com/office/drawing/2014/main" id="{DDE4518D-5155-B2F5-AACE-5B63D8DE0792}"/>
              </a:ext>
            </a:extLst>
          </p:cNvPr>
          <p:cNvSpPr>
            <a:spLocks noGrp="1"/>
          </p:cNvSpPr>
          <p:nvPr>
            <p:ph type="body" sz="quarter" idx="28" hasCustomPrompt="1"/>
          </p:nvPr>
        </p:nvSpPr>
        <p:spPr>
          <a:xfrm>
            <a:off x="6238876" y="1724025"/>
            <a:ext cx="2600325" cy="1560513"/>
          </a:xfrm>
          <a:custGeom>
            <a:avLst/>
            <a:gdLst>
              <a:gd name="connsiteX0" fmla="*/ 0 w 3562350"/>
              <a:gd name="connsiteY0" fmla="*/ 0 h 2190750"/>
              <a:gd name="connsiteX1" fmla="*/ 3562350 w 3562350"/>
              <a:gd name="connsiteY1" fmla="*/ 0 h 2190750"/>
              <a:gd name="connsiteX2" fmla="*/ 3562350 w 3562350"/>
              <a:gd name="connsiteY2" fmla="*/ 2190750 h 2190750"/>
              <a:gd name="connsiteX3" fmla="*/ 0 w 3562350"/>
              <a:gd name="connsiteY3" fmla="*/ 2190750 h 2190750"/>
            </a:gdLst>
            <a:ahLst/>
            <a:cxnLst>
              <a:cxn ang="0">
                <a:pos x="connsiteX0" y="connsiteY0"/>
              </a:cxn>
              <a:cxn ang="0">
                <a:pos x="connsiteX1" y="connsiteY1"/>
              </a:cxn>
              <a:cxn ang="0">
                <a:pos x="connsiteX2" y="connsiteY2"/>
              </a:cxn>
              <a:cxn ang="0">
                <a:pos x="connsiteX3" y="connsiteY3"/>
              </a:cxn>
            </a:cxnLst>
            <a:rect l="l" t="t" r="r" b="b"/>
            <a:pathLst>
              <a:path w="3562350" h="2190750">
                <a:moveTo>
                  <a:pt x="0" y="0"/>
                </a:moveTo>
                <a:lnTo>
                  <a:pt x="3562350" y="0"/>
                </a:lnTo>
                <a:lnTo>
                  <a:pt x="3562350" y="2190750"/>
                </a:lnTo>
                <a:lnTo>
                  <a:pt x="0" y="2190750"/>
                </a:lnTo>
                <a:close/>
              </a:path>
            </a:pathLst>
          </a:custGeom>
          <a:gradFill>
            <a:gsLst>
              <a:gs pos="0">
                <a:schemeClr val="accent3"/>
              </a:gs>
              <a:gs pos="84000">
                <a:schemeClr val="accent6"/>
              </a:gs>
            </a:gsLst>
            <a:lin ang="8100000" scaled="0"/>
          </a:gradFill>
        </p:spPr>
        <p:txBody>
          <a:bodyPr vert="horz" wrap="square" lIns="108000" tIns="828000" rIns="108000" bIns="108000" rtlCol="0" anchor="t" anchorCtr="0">
            <a:noAutofit/>
          </a:bodyPr>
          <a:lstStyle>
            <a:lvl1pPr>
              <a:defRPr lang="en-GB"/>
            </a:lvl1pPr>
          </a:lstStyle>
          <a:p>
            <a:pPr lvl="0"/>
            <a:r>
              <a:rPr lang="en-GB"/>
              <a:t> </a:t>
            </a:r>
          </a:p>
        </p:txBody>
      </p:sp>
      <p:sp>
        <p:nvSpPr>
          <p:cNvPr id="11" name="Content">
            <a:extLst>
              <a:ext uri="{FF2B5EF4-FFF2-40B4-BE49-F238E27FC236}">
                <a16:creationId xmlns:a16="http://schemas.microsoft.com/office/drawing/2014/main" id="{7CAA96B9-C304-7921-7735-68F388067079}"/>
              </a:ext>
            </a:extLst>
          </p:cNvPr>
          <p:cNvSpPr>
            <a:spLocks noGrp="1"/>
          </p:cNvSpPr>
          <p:nvPr>
            <p:ph sz="quarter" idx="29" hasCustomPrompt="1"/>
          </p:nvPr>
        </p:nvSpPr>
        <p:spPr>
          <a:xfrm>
            <a:off x="6238876" y="3547018"/>
            <a:ext cx="2600325" cy="2437857"/>
          </a:xfrm>
          <a:custGeom>
            <a:avLst/>
            <a:gdLst>
              <a:gd name="connsiteX0" fmla="*/ 0 w 8382000"/>
              <a:gd name="connsiteY0" fmla="*/ 0 h 4530292"/>
              <a:gd name="connsiteX1" fmla="*/ 8382000 w 8382000"/>
              <a:gd name="connsiteY1" fmla="*/ 0 h 4530292"/>
              <a:gd name="connsiteX2" fmla="*/ 8382000 w 8382000"/>
              <a:gd name="connsiteY2" fmla="*/ 4530292 h 4530292"/>
              <a:gd name="connsiteX3" fmla="*/ 0 w 8382000"/>
              <a:gd name="connsiteY3" fmla="*/ 4530292 h 4530292"/>
            </a:gdLst>
            <a:ahLst/>
            <a:cxnLst>
              <a:cxn ang="0">
                <a:pos x="connsiteX0" y="connsiteY0"/>
              </a:cxn>
              <a:cxn ang="0">
                <a:pos x="connsiteX1" y="connsiteY1"/>
              </a:cxn>
              <a:cxn ang="0">
                <a:pos x="connsiteX2" y="connsiteY2"/>
              </a:cxn>
              <a:cxn ang="0">
                <a:pos x="connsiteX3" y="connsiteY3"/>
              </a:cxn>
            </a:cxnLst>
            <a:rect l="l" t="t" r="r" b="b"/>
            <a:pathLst>
              <a:path w="8382000" h="4530292">
                <a:moveTo>
                  <a:pt x="0" y="0"/>
                </a:moveTo>
                <a:lnTo>
                  <a:pt x="8382000" y="0"/>
                </a:lnTo>
                <a:lnTo>
                  <a:pt x="8382000" y="4530292"/>
                </a:lnTo>
                <a:lnTo>
                  <a:pt x="0" y="4530292"/>
                </a:lnTo>
                <a:close/>
              </a:path>
            </a:pathLst>
          </a:custGeom>
        </p:spPr>
        <p:txBody>
          <a:bodyPr wrap="square">
            <a:noAutofit/>
          </a:bodyPr>
          <a:lstStyle/>
          <a:p>
            <a:pPr lvl="0"/>
            <a:r>
              <a:rPr lang="en-GB" noProof="0"/>
              <a:t>First Level</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Sixth level</a:t>
            </a:r>
          </a:p>
          <a:p>
            <a:pPr lvl="6"/>
            <a:r>
              <a:rPr lang="en-GB" noProof="0"/>
              <a:t>Seventh level</a:t>
            </a:r>
          </a:p>
          <a:p>
            <a:pPr lvl="7"/>
            <a:r>
              <a:rPr lang="en-GB" noProof="0"/>
              <a:t>Eight level</a:t>
            </a:r>
          </a:p>
          <a:p>
            <a:pPr lvl="8"/>
            <a:r>
              <a:rPr lang="en-GB" noProof="0"/>
              <a:t>Ninth level</a:t>
            </a:r>
          </a:p>
        </p:txBody>
      </p:sp>
      <p:sp>
        <p:nvSpPr>
          <p:cNvPr id="12" name="Picture Placeholder 6">
            <a:extLst>
              <a:ext uri="{FF2B5EF4-FFF2-40B4-BE49-F238E27FC236}">
                <a16:creationId xmlns:a16="http://schemas.microsoft.com/office/drawing/2014/main" id="{4EF3D3B7-DB5C-8D9C-1317-E69995575304}"/>
              </a:ext>
            </a:extLst>
          </p:cNvPr>
          <p:cNvSpPr>
            <a:spLocks noGrp="1" noChangeAspect="1"/>
          </p:cNvSpPr>
          <p:nvPr>
            <p:ph type="pic" sz="quarter" idx="30" hasCustomPrompt="1"/>
          </p:nvPr>
        </p:nvSpPr>
        <p:spPr>
          <a:xfrm>
            <a:off x="6967539" y="1932782"/>
            <a:ext cx="1142999" cy="1142999"/>
          </a:xfrm>
          <a:prstGeom prst="rect">
            <a:avLst/>
          </a:prstGeom>
          <a:noFill/>
        </p:spPr>
        <p:txBody>
          <a:bodyPr wrap="none"/>
          <a:lstStyle>
            <a:lvl1pPr algn="ctr">
              <a:lnSpc>
                <a:spcPct val="100000"/>
              </a:lnSpc>
              <a:spcAft>
                <a:spcPts val="0"/>
              </a:spcAft>
              <a:defRPr sz="1000" b="0">
                <a:solidFill>
                  <a:schemeClr val="bg1"/>
                </a:solidFill>
              </a:defRPr>
            </a:lvl1pPr>
            <a:lvl2pPr algn="ctr">
              <a:lnSpc>
                <a:spcPct val="100000"/>
              </a:lnSpc>
              <a:spcAft>
                <a:spcPts val="0"/>
              </a:spcAft>
              <a:defRPr/>
            </a:lvl2pPr>
            <a:lvl3pPr algn="ctr">
              <a:lnSpc>
                <a:spcPct val="100000"/>
              </a:lnSpc>
              <a:spcAft>
                <a:spcPts val="0"/>
              </a:spcAft>
              <a:defRPr/>
            </a:lvl3pPr>
            <a:lvl4pPr marL="0" indent="0" algn="ctr">
              <a:lnSpc>
                <a:spcPct val="100000"/>
              </a:lnSpc>
              <a:spcAft>
                <a:spcPts val="0"/>
              </a:spcAft>
              <a:buFont typeface="Arial" panose="020B0604020202020204" pitchFamily="34" charset="0"/>
              <a:buNone/>
              <a:defRPr lang="en-US" sz="1050" dirty="0">
                <a:solidFill>
                  <a:schemeClr val="bg1"/>
                </a:solidFill>
              </a:defRPr>
            </a:lvl4pPr>
            <a:lvl5pPr algn="ctr">
              <a:lnSpc>
                <a:spcPct val="100000"/>
              </a:lnSpc>
              <a:spcAft>
                <a:spcPts val="0"/>
              </a:spcAft>
              <a:defRPr/>
            </a:lvl5pPr>
            <a:lvl6pPr algn="ctr">
              <a:lnSpc>
                <a:spcPct val="100000"/>
              </a:lnSpc>
              <a:spcAft>
                <a:spcPts val="0"/>
              </a:spcAft>
              <a:defRPr/>
            </a:lvl6pPr>
            <a:lvl7pPr algn="ctr">
              <a:lnSpc>
                <a:spcPct val="100000"/>
              </a:lnSpc>
              <a:spcAft>
                <a:spcPts val="0"/>
              </a:spcAft>
              <a:defRPr/>
            </a:lvl7pPr>
            <a:lvl8pPr algn="ctr">
              <a:lnSpc>
                <a:spcPct val="100000"/>
              </a:lnSpc>
              <a:spcAft>
                <a:spcPts val="0"/>
              </a:spcAft>
              <a:defRPr/>
            </a:lvl8pPr>
            <a:lvl9pPr algn="ctr">
              <a:lnSpc>
                <a:spcPct val="100000"/>
              </a:lnSpc>
              <a:spcAft>
                <a:spcPts val="0"/>
              </a:spcAft>
              <a:defRPr/>
            </a:lvl9pPr>
          </a:lstStyle>
          <a:p>
            <a:pPr marL="0" marR="0" lvl="0" indent="0" algn="l" defTabSz="736656"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add icon</a:t>
            </a:r>
          </a:p>
        </p:txBody>
      </p:sp>
      <p:sp>
        <p:nvSpPr>
          <p:cNvPr id="13" name="Text Placeholder 12">
            <a:extLst>
              <a:ext uri="{FF2B5EF4-FFF2-40B4-BE49-F238E27FC236}">
                <a16:creationId xmlns:a16="http://schemas.microsoft.com/office/drawing/2014/main" id="{9715705C-709B-1B27-B882-7E78C805BEC8}"/>
              </a:ext>
            </a:extLst>
          </p:cNvPr>
          <p:cNvSpPr>
            <a:spLocks noGrp="1"/>
          </p:cNvSpPr>
          <p:nvPr>
            <p:ph type="body" sz="quarter" idx="31" hasCustomPrompt="1"/>
          </p:nvPr>
        </p:nvSpPr>
        <p:spPr>
          <a:xfrm>
            <a:off x="9072563" y="1724025"/>
            <a:ext cx="2600325" cy="1560513"/>
          </a:xfrm>
          <a:custGeom>
            <a:avLst/>
            <a:gdLst>
              <a:gd name="connsiteX0" fmla="*/ 0 w 3562350"/>
              <a:gd name="connsiteY0" fmla="*/ 0 h 2190750"/>
              <a:gd name="connsiteX1" fmla="*/ 3562350 w 3562350"/>
              <a:gd name="connsiteY1" fmla="*/ 0 h 2190750"/>
              <a:gd name="connsiteX2" fmla="*/ 3562350 w 3562350"/>
              <a:gd name="connsiteY2" fmla="*/ 2190750 h 2190750"/>
              <a:gd name="connsiteX3" fmla="*/ 0 w 3562350"/>
              <a:gd name="connsiteY3" fmla="*/ 2190750 h 2190750"/>
            </a:gdLst>
            <a:ahLst/>
            <a:cxnLst>
              <a:cxn ang="0">
                <a:pos x="connsiteX0" y="connsiteY0"/>
              </a:cxn>
              <a:cxn ang="0">
                <a:pos x="connsiteX1" y="connsiteY1"/>
              </a:cxn>
              <a:cxn ang="0">
                <a:pos x="connsiteX2" y="connsiteY2"/>
              </a:cxn>
              <a:cxn ang="0">
                <a:pos x="connsiteX3" y="connsiteY3"/>
              </a:cxn>
            </a:cxnLst>
            <a:rect l="l" t="t" r="r" b="b"/>
            <a:pathLst>
              <a:path w="3562350" h="2190750">
                <a:moveTo>
                  <a:pt x="0" y="0"/>
                </a:moveTo>
                <a:lnTo>
                  <a:pt x="3562350" y="0"/>
                </a:lnTo>
                <a:lnTo>
                  <a:pt x="3562350" y="2190750"/>
                </a:lnTo>
                <a:lnTo>
                  <a:pt x="0" y="2190750"/>
                </a:lnTo>
                <a:close/>
              </a:path>
            </a:pathLst>
          </a:custGeom>
          <a:gradFill>
            <a:gsLst>
              <a:gs pos="0">
                <a:schemeClr val="accent4"/>
              </a:gs>
              <a:gs pos="84000">
                <a:schemeClr val="accent6"/>
              </a:gs>
            </a:gsLst>
            <a:lin ang="8100000" scaled="0"/>
          </a:gradFill>
        </p:spPr>
        <p:txBody>
          <a:bodyPr vert="horz" wrap="square" lIns="108000" tIns="828000" rIns="108000" bIns="108000" rtlCol="0" anchor="t" anchorCtr="0">
            <a:noAutofit/>
          </a:bodyPr>
          <a:lstStyle>
            <a:lvl1pPr>
              <a:defRPr lang="en-GB"/>
            </a:lvl1pPr>
          </a:lstStyle>
          <a:p>
            <a:pPr lvl="0"/>
            <a:r>
              <a:rPr lang="en-GB"/>
              <a:t> </a:t>
            </a:r>
          </a:p>
        </p:txBody>
      </p:sp>
      <p:sp>
        <p:nvSpPr>
          <p:cNvPr id="14" name="Content">
            <a:extLst>
              <a:ext uri="{FF2B5EF4-FFF2-40B4-BE49-F238E27FC236}">
                <a16:creationId xmlns:a16="http://schemas.microsoft.com/office/drawing/2014/main" id="{ABDA06F2-D14D-7955-AC5B-683CB8295A44}"/>
              </a:ext>
            </a:extLst>
          </p:cNvPr>
          <p:cNvSpPr>
            <a:spLocks noGrp="1"/>
          </p:cNvSpPr>
          <p:nvPr>
            <p:ph sz="quarter" idx="32" hasCustomPrompt="1"/>
          </p:nvPr>
        </p:nvSpPr>
        <p:spPr>
          <a:xfrm>
            <a:off x="9072563" y="3547018"/>
            <a:ext cx="2600325" cy="2437857"/>
          </a:xfrm>
          <a:custGeom>
            <a:avLst/>
            <a:gdLst>
              <a:gd name="connsiteX0" fmla="*/ 0 w 8382000"/>
              <a:gd name="connsiteY0" fmla="*/ 0 h 4530292"/>
              <a:gd name="connsiteX1" fmla="*/ 8382000 w 8382000"/>
              <a:gd name="connsiteY1" fmla="*/ 0 h 4530292"/>
              <a:gd name="connsiteX2" fmla="*/ 8382000 w 8382000"/>
              <a:gd name="connsiteY2" fmla="*/ 4530292 h 4530292"/>
              <a:gd name="connsiteX3" fmla="*/ 0 w 8382000"/>
              <a:gd name="connsiteY3" fmla="*/ 4530292 h 4530292"/>
            </a:gdLst>
            <a:ahLst/>
            <a:cxnLst>
              <a:cxn ang="0">
                <a:pos x="connsiteX0" y="connsiteY0"/>
              </a:cxn>
              <a:cxn ang="0">
                <a:pos x="connsiteX1" y="connsiteY1"/>
              </a:cxn>
              <a:cxn ang="0">
                <a:pos x="connsiteX2" y="connsiteY2"/>
              </a:cxn>
              <a:cxn ang="0">
                <a:pos x="connsiteX3" y="connsiteY3"/>
              </a:cxn>
            </a:cxnLst>
            <a:rect l="l" t="t" r="r" b="b"/>
            <a:pathLst>
              <a:path w="8382000" h="4530292">
                <a:moveTo>
                  <a:pt x="0" y="0"/>
                </a:moveTo>
                <a:lnTo>
                  <a:pt x="8382000" y="0"/>
                </a:lnTo>
                <a:lnTo>
                  <a:pt x="8382000" y="4530292"/>
                </a:lnTo>
                <a:lnTo>
                  <a:pt x="0" y="4530292"/>
                </a:lnTo>
                <a:close/>
              </a:path>
            </a:pathLst>
          </a:custGeom>
        </p:spPr>
        <p:txBody>
          <a:bodyPr wrap="square">
            <a:noAutofit/>
          </a:bodyPr>
          <a:lstStyle/>
          <a:p>
            <a:pPr lvl="0"/>
            <a:r>
              <a:rPr lang="en-GB" noProof="0"/>
              <a:t>First Level</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Sixth level</a:t>
            </a:r>
          </a:p>
          <a:p>
            <a:pPr lvl="6"/>
            <a:r>
              <a:rPr lang="en-GB" noProof="0"/>
              <a:t>Seventh level</a:t>
            </a:r>
          </a:p>
          <a:p>
            <a:pPr lvl="7"/>
            <a:r>
              <a:rPr lang="en-GB" noProof="0"/>
              <a:t>Eight level</a:t>
            </a:r>
          </a:p>
          <a:p>
            <a:pPr lvl="8"/>
            <a:r>
              <a:rPr lang="en-GB" noProof="0"/>
              <a:t>Ninth level</a:t>
            </a:r>
          </a:p>
        </p:txBody>
      </p:sp>
      <p:sp>
        <p:nvSpPr>
          <p:cNvPr id="15" name="Picture Placeholder 6">
            <a:extLst>
              <a:ext uri="{FF2B5EF4-FFF2-40B4-BE49-F238E27FC236}">
                <a16:creationId xmlns:a16="http://schemas.microsoft.com/office/drawing/2014/main" id="{8BF10BAF-6C35-FFDB-BC09-52660DBE1E6F}"/>
              </a:ext>
            </a:extLst>
          </p:cNvPr>
          <p:cNvSpPr>
            <a:spLocks noGrp="1" noChangeAspect="1"/>
          </p:cNvSpPr>
          <p:nvPr>
            <p:ph type="pic" sz="quarter" idx="33" hasCustomPrompt="1"/>
          </p:nvPr>
        </p:nvSpPr>
        <p:spPr>
          <a:xfrm>
            <a:off x="9801226" y="1932782"/>
            <a:ext cx="1142999" cy="1142999"/>
          </a:xfrm>
          <a:prstGeom prst="rect">
            <a:avLst/>
          </a:prstGeom>
          <a:noFill/>
        </p:spPr>
        <p:txBody>
          <a:bodyPr wrap="none"/>
          <a:lstStyle>
            <a:lvl1pPr algn="ctr">
              <a:lnSpc>
                <a:spcPct val="100000"/>
              </a:lnSpc>
              <a:spcAft>
                <a:spcPts val="0"/>
              </a:spcAft>
              <a:defRPr sz="1000" b="0">
                <a:solidFill>
                  <a:schemeClr val="bg1"/>
                </a:solidFill>
              </a:defRPr>
            </a:lvl1pPr>
            <a:lvl2pPr algn="ctr">
              <a:lnSpc>
                <a:spcPct val="100000"/>
              </a:lnSpc>
              <a:spcAft>
                <a:spcPts val="0"/>
              </a:spcAft>
              <a:defRPr/>
            </a:lvl2pPr>
            <a:lvl3pPr algn="ctr">
              <a:lnSpc>
                <a:spcPct val="100000"/>
              </a:lnSpc>
              <a:spcAft>
                <a:spcPts val="0"/>
              </a:spcAft>
              <a:defRPr/>
            </a:lvl3pPr>
            <a:lvl4pPr marL="0" indent="0" algn="ctr">
              <a:lnSpc>
                <a:spcPct val="100000"/>
              </a:lnSpc>
              <a:spcAft>
                <a:spcPts val="0"/>
              </a:spcAft>
              <a:buFont typeface="Arial" panose="020B0604020202020204" pitchFamily="34" charset="0"/>
              <a:buNone/>
              <a:defRPr lang="en-US" sz="1050" dirty="0">
                <a:solidFill>
                  <a:schemeClr val="bg1"/>
                </a:solidFill>
              </a:defRPr>
            </a:lvl4pPr>
            <a:lvl5pPr algn="ctr">
              <a:lnSpc>
                <a:spcPct val="100000"/>
              </a:lnSpc>
              <a:spcAft>
                <a:spcPts val="0"/>
              </a:spcAft>
              <a:defRPr/>
            </a:lvl5pPr>
            <a:lvl6pPr algn="ctr">
              <a:lnSpc>
                <a:spcPct val="100000"/>
              </a:lnSpc>
              <a:spcAft>
                <a:spcPts val="0"/>
              </a:spcAft>
              <a:defRPr/>
            </a:lvl6pPr>
            <a:lvl7pPr algn="ctr">
              <a:lnSpc>
                <a:spcPct val="100000"/>
              </a:lnSpc>
              <a:spcAft>
                <a:spcPts val="0"/>
              </a:spcAft>
              <a:defRPr/>
            </a:lvl7pPr>
            <a:lvl8pPr algn="ctr">
              <a:lnSpc>
                <a:spcPct val="100000"/>
              </a:lnSpc>
              <a:spcAft>
                <a:spcPts val="0"/>
              </a:spcAft>
              <a:defRPr/>
            </a:lvl8pPr>
            <a:lvl9pPr algn="ctr">
              <a:lnSpc>
                <a:spcPct val="100000"/>
              </a:lnSpc>
              <a:spcAft>
                <a:spcPts val="0"/>
              </a:spcAft>
              <a:defRPr/>
            </a:lvl9pPr>
          </a:lstStyle>
          <a:p>
            <a:pPr marL="0" marR="0" lvl="0" indent="0" algn="l" defTabSz="736656"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add icon</a:t>
            </a:r>
          </a:p>
        </p:txBody>
      </p:sp>
      <p:sp>
        <p:nvSpPr>
          <p:cNvPr id="4" name="ChapterTitle">
            <a:extLst>
              <a:ext uri="{FF2B5EF4-FFF2-40B4-BE49-F238E27FC236}">
                <a16:creationId xmlns:a16="http://schemas.microsoft.com/office/drawing/2014/main" id="{E54D270D-B935-9324-D1DF-5923A8F2A210}"/>
              </a:ext>
            </a:extLst>
          </p:cNvPr>
          <p:cNvSpPr>
            <a:spLocks noGrp="1"/>
          </p:cNvSpPr>
          <p:nvPr>
            <p:ph type="body" sz="quarter" idx="12" hasCustomPrompt="1"/>
          </p:nvPr>
        </p:nvSpPr>
        <p:spPr>
          <a:xfrm>
            <a:off x="508000" y="240853"/>
            <a:ext cx="5465763" cy="153888"/>
          </a:xfrm>
          <a:prstGeom prst="rect">
            <a:avLst/>
          </a:prstGeom>
        </p:spPr>
        <p:txBody>
          <a:bodyPr>
            <a:noAutofit/>
          </a:bodyPr>
          <a:lstStyle>
            <a:lvl1pPr marL="0" indent="0">
              <a:buFont typeface="Arial" panose="020B0604020202020204" pitchFamily="34" charset="0"/>
              <a:buNone/>
              <a:defRPr sz="1000" b="0" baseline="0">
                <a:latin typeface="+mn-lt"/>
              </a:defRPr>
            </a:lvl1pPr>
          </a:lstStyle>
          <a:p>
            <a:pPr lvl="0"/>
            <a:r>
              <a:rPr lang="en-GB"/>
              <a:t>Chapter title (optional)</a:t>
            </a:r>
          </a:p>
        </p:txBody>
      </p:sp>
    </p:spTree>
    <p:extLst>
      <p:ext uri="{BB962C8B-B14F-4D97-AF65-F5344CB8AC3E}">
        <p14:creationId xmlns:p14="http://schemas.microsoft.com/office/powerpoint/2010/main" val="904772505"/>
      </p:ext>
    </p:extLst>
  </p:cSld>
  <p:clrMapOvr>
    <a:masterClrMapping/>
  </p:clrMapOvr>
  <p:hf hd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6 icons with text">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8EC4F705-AFB3-2AE2-FBD5-ABC87FC05E3F}"/>
              </a:ext>
            </a:extLst>
          </p:cNvPr>
          <p:cNvSpPr>
            <a:spLocks noGrp="1" noChangeAspect="1"/>
          </p:cNvSpPr>
          <p:nvPr>
            <p:ph type="body" sz="quarter" idx="24" hasCustomPrompt="1"/>
          </p:nvPr>
        </p:nvSpPr>
        <p:spPr>
          <a:xfrm>
            <a:off x="508000" y="1724025"/>
            <a:ext cx="789285" cy="790575"/>
          </a:xfrm>
          <a:custGeom>
            <a:avLst/>
            <a:gdLst>
              <a:gd name="connsiteX0" fmla="*/ 0 w 3562350"/>
              <a:gd name="connsiteY0" fmla="*/ 0 h 2190750"/>
              <a:gd name="connsiteX1" fmla="*/ 3562350 w 3562350"/>
              <a:gd name="connsiteY1" fmla="*/ 0 h 2190750"/>
              <a:gd name="connsiteX2" fmla="*/ 3562350 w 3562350"/>
              <a:gd name="connsiteY2" fmla="*/ 2190750 h 2190750"/>
              <a:gd name="connsiteX3" fmla="*/ 0 w 3562350"/>
              <a:gd name="connsiteY3" fmla="*/ 2190750 h 2190750"/>
            </a:gdLst>
            <a:ahLst/>
            <a:cxnLst>
              <a:cxn ang="0">
                <a:pos x="connsiteX0" y="connsiteY0"/>
              </a:cxn>
              <a:cxn ang="0">
                <a:pos x="connsiteX1" y="connsiteY1"/>
              </a:cxn>
              <a:cxn ang="0">
                <a:pos x="connsiteX2" y="connsiteY2"/>
              </a:cxn>
              <a:cxn ang="0">
                <a:pos x="connsiteX3" y="connsiteY3"/>
              </a:cxn>
            </a:cxnLst>
            <a:rect l="l" t="t" r="r" b="b"/>
            <a:pathLst>
              <a:path w="3562350" h="2190750">
                <a:moveTo>
                  <a:pt x="0" y="0"/>
                </a:moveTo>
                <a:lnTo>
                  <a:pt x="3562350" y="0"/>
                </a:lnTo>
                <a:lnTo>
                  <a:pt x="3562350" y="2190750"/>
                </a:lnTo>
                <a:lnTo>
                  <a:pt x="0" y="2190750"/>
                </a:lnTo>
                <a:close/>
              </a:path>
            </a:pathLst>
          </a:custGeom>
          <a:solidFill>
            <a:schemeClr val="bg2"/>
          </a:solidFill>
        </p:spPr>
        <p:txBody>
          <a:bodyPr vert="horz" wrap="square" lIns="108000" tIns="108000" rIns="108000" bIns="108000" rtlCol="0" anchor="t" anchorCtr="0">
            <a:noAutofit/>
          </a:bodyPr>
          <a:lstStyle>
            <a:lvl1pPr>
              <a:defRPr lang="en-GB"/>
            </a:lvl1pPr>
          </a:lstStyle>
          <a:p>
            <a:pPr lvl="0"/>
            <a:r>
              <a:rPr lang="en-GB"/>
              <a:t> </a:t>
            </a:r>
          </a:p>
        </p:txBody>
      </p:sp>
      <p:sp>
        <p:nvSpPr>
          <p:cNvPr id="3" name="Title"/>
          <p:cNvSpPr>
            <a:spLocks noGrp="1"/>
          </p:cNvSpPr>
          <p:nvPr>
            <p:ph type="title"/>
          </p:nvPr>
        </p:nvSpPr>
        <p:spPr/>
        <p:txBody>
          <a:bodyPr/>
          <a:lstStyle/>
          <a:p>
            <a:r>
              <a:rPr lang="pt-BR"/>
              <a:t>Clique para editar o título Mestre</a:t>
            </a:r>
            <a:endParaRPr lang="en-GB"/>
          </a:p>
        </p:txBody>
      </p:sp>
      <p:sp>
        <p:nvSpPr>
          <p:cNvPr id="10" name="Content 1">
            <a:extLst>
              <a:ext uri="{FF2B5EF4-FFF2-40B4-BE49-F238E27FC236}">
                <a16:creationId xmlns:a16="http://schemas.microsoft.com/office/drawing/2014/main" id="{D656E51E-4D5D-1182-FBB2-19246EA650BA}"/>
              </a:ext>
            </a:extLst>
          </p:cNvPr>
          <p:cNvSpPr>
            <a:spLocks noGrp="1"/>
          </p:cNvSpPr>
          <p:nvPr>
            <p:ph sz="quarter" idx="17" hasCustomPrompt="1"/>
          </p:nvPr>
        </p:nvSpPr>
        <p:spPr>
          <a:xfrm>
            <a:off x="6218240" y="1724024"/>
            <a:ext cx="5463646" cy="4260849"/>
          </a:xfrm>
          <a:custGeom>
            <a:avLst/>
            <a:gdLst>
              <a:gd name="connsiteX0" fmla="*/ 0 w 4098925"/>
              <a:gd name="connsiteY0" fmla="*/ 0 h 4525962"/>
              <a:gd name="connsiteX1" fmla="*/ 4098925 w 4098925"/>
              <a:gd name="connsiteY1" fmla="*/ 0 h 4525962"/>
              <a:gd name="connsiteX2" fmla="*/ 4098925 w 4098925"/>
              <a:gd name="connsiteY2" fmla="*/ 4525962 h 4525962"/>
              <a:gd name="connsiteX3" fmla="*/ 0 w 4098925"/>
              <a:gd name="connsiteY3" fmla="*/ 4525962 h 4525962"/>
            </a:gdLst>
            <a:ahLst/>
            <a:cxnLst>
              <a:cxn ang="0">
                <a:pos x="connsiteX0" y="connsiteY0"/>
              </a:cxn>
              <a:cxn ang="0">
                <a:pos x="connsiteX1" y="connsiteY1"/>
              </a:cxn>
              <a:cxn ang="0">
                <a:pos x="connsiteX2" y="connsiteY2"/>
              </a:cxn>
              <a:cxn ang="0">
                <a:pos x="connsiteX3" y="connsiteY3"/>
              </a:cxn>
            </a:cxnLst>
            <a:rect l="l" t="t" r="r" b="b"/>
            <a:pathLst>
              <a:path w="4098925" h="4525962">
                <a:moveTo>
                  <a:pt x="0" y="0"/>
                </a:moveTo>
                <a:lnTo>
                  <a:pt x="4098925" y="0"/>
                </a:lnTo>
                <a:lnTo>
                  <a:pt x="4098925" y="4525962"/>
                </a:lnTo>
                <a:lnTo>
                  <a:pt x="0" y="4525962"/>
                </a:lnTo>
                <a:close/>
              </a:path>
            </a:pathLst>
          </a:custGeom>
        </p:spPr>
        <p:txBody>
          <a:bodyPr wrap="square">
            <a:noAutofit/>
          </a:bodyPr>
          <a:lstStyle/>
          <a:p>
            <a:pPr lvl="0"/>
            <a:r>
              <a:rPr lang="en-GB" noProof="0"/>
              <a:t>First Level</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Sixth level</a:t>
            </a:r>
          </a:p>
          <a:p>
            <a:pPr lvl="6"/>
            <a:r>
              <a:rPr lang="en-GB" noProof="0"/>
              <a:t>Seventh level</a:t>
            </a:r>
          </a:p>
          <a:p>
            <a:pPr lvl="7"/>
            <a:r>
              <a:rPr lang="en-GB" noProof="0"/>
              <a:t>Eight level</a:t>
            </a:r>
          </a:p>
          <a:p>
            <a:pPr lvl="8"/>
            <a:r>
              <a:rPr lang="en-GB" noProof="0"/>
              <a:t>Ninth level</a:t>
            </a:r>
          </a:p>
        </p:txBody>
      </p:sp>
      <p:sp>
        <p:nvSpPr>
          <p:cNvPr id="2" name="Text 1">
            <a:extLst>
              <a:ext uri="{FF2B5EF4-FFF2-40B4-BE49-F238E27FC236}">
                <a16:creationId xmlns:a16="http://schemas.microsoft.com/office/drawing/2014/main" id="{2949FD37-0749-945F-834F-877B2C076C6A}"/>
              </a:ext>
            </a:extLst>
          </p:cNvPr>
          <p:cNvSpPr>
            <a:spLocks noGrp="1"/>
          </p:cNvSpPr>
          <p:nvPr>
            <p:ph type="body" sz="quarter" idx="15" hasCustomPrompt="1"/>
          </p:nvPr>
        </p:nvSpPr>
        <p:spPr>
          <a:xfrm>
            <a:off x="1458912" y="1724025"/>
            <a:ext cx="1649413" cy="788987"/>
          </a:xfrm>
          <a:prstGeom prst="rect">
            <a:avLst/>
          </a:prstGeom>
        </p:spPr>
        <p:txBody>
          <a:bodyPr vert="horz" wrap="square" lIns="0" tIns="0" rIns="0" bIns="0" rtlCol="0" anchor="t" anchorCtr="0">
            <a:noAutofit/>
          </a:bodyPr>
          <a:lstStyle>
            <a:lvl1pPr>
              <a:spcAft>
                <a:spcPts val="400"/>
              </a:spcAft>
              <a:defRPr lang="en-GB" sz="1000" dirty="0">
                <a:solidFill>
                  <a:schemeClr val="tx1"/>
                </a:solidFill>
              </a:defRPr>
            </a:lvl1pPr>
            <a:lvl2pPr>
              <a:spcAft>
                <a:spcPts val="400"/>
              </a:spcAft>
              <a:defRPr lang="en-GB" sz="1000" b="0" dirty="0">
                <a:solidFill>
                  <a:schemeClr val="tx1"/>
                </a:solidFill>
              </a:defRPr>
            </a:lvl2pPr>
            <a:lvl3pPr>
              <a:spcAft>
                <a:spcPts val="400"/>
              </a:spcAft>
              <a:defRPr lang="en-GB" sz="900" b="0" dirty="0"/>
            </a:lvl3pPr>
            <a:lvl4pPr>
              <a:spcAft>
                <a:spcPts val="400"/>
              </a:spcAft>
              <a:defRPr lang="en-GB" sz="900" i="1" dirty="0"/>
            </a:lvl4pPr>
            <a:lvl5pPr>
              <a:spcAft>
                <a:spcPts val="0"/>
              </a:spcAft>
              <a:defRPr lang="en-GB" sz="900" dirty="0"/>
            </a:lvl5pPr>
            <a:lvl6pPr>
              <a:spcAft>
                <a:spcPts val="0"/>
              </a:spcAft>
              <a:defRPr lang="en-GB" sz="900" dirty="0"/>
            </a:lvl6pPr>
            <a:lvl7pPr>
              <a:spcAft>
                <a:spcPts val="0"/>
              </a:spcAft>
              <a:defRPr lang="en-GB" sz="900" dirty="0"/>
            </a:lvl7pPr>
            <a:lvl8pPr marL="183600" indent="-183600">
              <a:spcAft>
                <a:spcPts val="0"/>
              </a:spcAft>
              <a:defRPr lang="en-GB" sz="900" dirty="0"/>
            </a:lvl8pPr>
            <a:lvl9pPr marL="360000" indent="-176400">
              <a:spcAft>
                <a:spcPts val="0"/>
              </a:spcAft>
              <a:defRPr lang="en-GB" sz="900" dirty="0"/>
            </a:lvl9pPr>
          </a:lstStyle>
          <a:p>
            <a:pPr lvl="0"/>
            <a:r>
              <a:rPr lang="en-GB" noProof="0"/>
              <a:t>First Level</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Sixth level</a:t>
            </a:r>
          </a:p>
          <a:p>
            <a:pPr lvl="6"/>
            <a:r>
              <a:rPr lang="en-GB" noProof="0"/>
              <a:t>Seventh level</a:t>
            </a:r>
          </a:p>
          <a:p>
            <a:pPr lvl="7"/>
            <a:r>
              <a:rPr lang="en-GB" noProof="0"/>
              <a:t>Eight level</a:t>
            </a:r>
          </a:p>
          <a:p>
            <a:pPr lvl="8"/>
            <a:r>
              <a:rPr lang="en-GB" noProof="0"/>
              <a:t>Ninth level</a:t>
            </a:r>
          </a:p>
        </p:txBody>
      </p:sp>
      <p:sp>
        <p:nvSpPr>
          <p:cNvPr id="7" name="Picture Placeholder 10">
            <a:extLst>
              <a:ext uri="{FF2B5EF4-FFF2-40B4-BE49-F238E27FC236}">
                <a16:creationId xmlns:a16="http://schemas.microsoft.com/office/drawing/2014/main" id="{4949B985-57F5-B0CC-EEEB-59E9F1B13F34}"/>
              </a:ext>
            </a:extLst>
          </p:cNvPr>
          <p:cNvSpPr>
            <a:spLocks noGrp="1" noChangeAspect="1"/>
          </p:cNvSpPr>
          <p:nvPr>
            <p:ph type="pic" sz="quarter" idx="18" hasCustomPrompt="1"/>
          </p:nvPr>
        </p:nvSpPr>
        <p:spPr>
          <a:xfrm>
            <a:off x="633120" y="1849791"/>
            <a:ext cx="539044" cy="539043"/>
          </a:xfrm>
          <a:prstGeom prst="rect">
            <a:avLst/>
          </a:prstGeom>
          <a:noFill/>
          <a:ln>
            <a:noFill/>
          </a:ln>
        </p:spPr>
        <p:txBody>
          <a:bodyPr anchor="ctr"/>
          <a:lstStyle>
            <a:lvl1pPr algn="ctr">
              <a:defRPr sz="1000"/>
            </a:lvl1pPr>
          </a:lstStyle>
          <a:p>
            <a:pPr marL="0" marR="0" lvl="0" indent="0" algn="l" defTabSz="736656"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add icon</a:t>
            </a:r>
          </a:p>
        </p:txBody>
      </p:sp>
      <p:sp>
        <p:nvSpPr>
          <p:cNvPr id="29" name="Text Placeholder 28">
            <a:extLst>
              <a:ext uri="{FF2B5EF4-FFF2-40B4-BE49-F238E27FC236}">
                <a16:creationId xmlns:a16="http://schemas.microsoft.com/office/drawing/2014/main" id="{DCB984E8-2180-87AE-F038-4A3C23A80080}"/>
              </a:ext>
            </a:extLst>
          </p:cNvPr>
          <p:cNvSpPr>
            <a:spLocks noGrp="1" noChangeAspect="1"/>
          </p:cNvSpPr>
          <p:nvPr>
            <p:ph type="body" sz="quarter" idx="25" hasCustomPrompt="1"/>
          </p:nvPr>
        </p:nvSpPr>
        <p:spPr>
          <a:xfrm>
            <a:off x="3373438" y="1724025"/>
            <a:ext cx="789285" cy="790575"/>
          </a:xfrm>
          <a:custGeom>
            <a:avLst/>
            <a:gdLst>
              <a:gd name="connsiteX0" fmla="*/ 0 w 3562350"/>
              <a:gd name="connsiteY0" fmla="*/ 0 h 2190750"/>
              <a:gd name="connsiteX1" fmla="*/ 3562350 w 3562350"/>
              <a:gd name="connsiteY1" fmla="*/ 0 h 2190750"/>
              <a:gd name="connsiteX2" fmla="*/ 3562350 w 3562350"/>
              <a:gd name="connsiteY2" fmla="*/ 2190750 h 2190750"/>
              <a:gd name="connsiteX3" fmla="*/ 0 w 3562350"/>
              <a:gd name="connsiteY3" fmla="*/ 2190750 h 2190750"/>
            </a:gdLst>
            <a:ahLst/>
            <a:cxnLst>
              <a:cxn ang="0">
                <a:pos x="connsiteX0" y="connsiteY0"/>
              </a:cxn>
              <a:cxn ang="0">
                <a:pos x="connsiteX1" y="connsiteY1"/>
              </a:cxn>
              <a:cxn ang="0">
                <a:pos x="connsiteX2" y="connsiteY2"/>
              </a:cxn>
              <a:cxn ang="0">
                <a:pos x="connsiteX3" y="connsiteY3"/>
              </a:cxn>
            </a:cxnLst>
            <a:rect l="l" t="t" r="r" b="b"/>
            <a:pathLst>
              <a:path w="3562350" h="2190750">
                <a:moveTo>
                  <a:pt x="0" y="0"/>
                </a:moveTo>
                <a:lnTo>
                  <a:pt x="3562350" y="0"/>
                </a:lnTo>
                <a:lnTo>
                  <a:pt x="3562350" y="2190750"/>
                </a:lnTo>
                <a:lnTo>
                  <a:pt x="0" y="2190750"/>
                </a:lnTo>
                <a:close/>
              </a:path>
            </a:pathLst>
          </a:custGeom>
          <a:solidFill>
            <a:schemeClr val="bg2"/>
          </a:solidFill>
        </p:spPr>
        <p:txBody>
          <a:bodyPr vert="horz" wrap="square" lIns="108000" tIns="108000" rIns="108000" bIns="108000" rtlCol="0" anchor="t" anchorCtr="0">
            <a:noAutofit/>
          </a:bodyPr>
          <a:lstStyle>
            <a:lvl1pPr>
              <a:defRPr lang="en-GB" dirty="0"/>
            </a:lvl1pPr>
          </a:lstStyle>
          <a:p>
            <a:pPr lvl="0"/>
            <a:r>
              <a:rPr lang="en-GB"/>
              <a:t> </a:t>
            </a:r>
          </a:p>
        </p:txBody>
      </p:sp>
      <p:sp>
        <p:nvSpPr>
          <p:cNvPr id="30" name="Text 1">
            <a:extLst>
              <a:ext uri="{FF2B5EF4-FFF2-40B4-BE49-F238E27FC236}">
                <a16:creationId xmlns:a16="http://schemas.microsoft.com/office/drawing/2014/main" id="{8C74CE68-8E06-448F-1AC9-209DF427BF63}"/>
              </a:ext>
            </a:extLst>
          </p:cNvPr>
          <p:cNvSpPr>
            <a:spLocks noGrp="1"/>
          </p:cNvSpPr>
          <p:nvPr>
            <p:ph type="body" sz="quarter" idx="26" hasCustomPrompt="1"/>
          </p:nvPr>
        </p:nvSpPr>
        <p:spPr>
          <a:xfrm>
            <a:off x="4324350" y="1724025"/>
            <a:ext cx="1649413" cy="788987"/>
          </a:xfrm>
          <a:prstGeom prst="rect">
            <a:avLst/>
          </a:prstGeom>
        </p:spPr>
        <p:txBody>
          <a:bodyPr vert="horz" wrap="square" lIns="0" tIns="0" rIns="0" bIns="0" rtlCol="0" anchor="t" anchorCtr="0">
            <a:noAutofit/>
          </a:bodyPr>
          <a:lstStyle>
            <a:lvl1pPr>
              <a:spcAft>
                <a:spcPts val="400"/>
              </a:spcAft>
              <a:defRPr lang="en-GB" sz="1000" dirty="0">
                <a:solidFill>
                  <a:schemeClr val="tx1"/>
                </a:solidFill>
              </a:defRPr>
            </a:lvl1pPr>
            <a:lvl2pPr>
              <a:spcAft>
                <a:spcPts val="400"/>
              </a:spcAft>
              <a:defRPr lang="en-GB" sz="1000" b="0" dirty="0">
                <a:solidFill>
                  <a:schemeClr val="tx1"/>
                </a:solidFill>
              </a:defRPr>
            </a:lvl2pPr>
            <a:lvl3pPr>
              <a:spcAft>
                <a:spcPts val="400"/>
              </a:spcAft>
              <a:defRPr lang="en-GB" sz="900" b="0" dirty="0"/>
            </a:lvl3pPr>
            <a:lvl4pPr>
              <a:spcAft>
                <a:spcPts val="400"/>
              </a:spcAft>
              <a:defRPr lang="en-GB" sz="900" i="1" dirty="0"/>
            </a:lvl4pPr>
            <a:lvl5pPr>
              <a:spcAft>
                <a:spcPts val="0"/>
              </a:spcAft>
              <a:defRPr lang="en-GB" sz="900" dirty="0"/>
            </a:lvl5pPr>
            <a:lvl6pPr>
              <a:spcAft>
                <a:spcPts val="0"/>
              </a:spcAft>
              <a:defRPr lang="en-GB" sz="900" dirty="0"/>
            </a:lvl6pPr>
            <a:lvl7pPr>
              <a:spcAft>
                <a:spcPts val="0"/>
              </a:spcAft>
              <a:defRPr lang="en-GB" sz="900" dirty="0"/>
            </a:lvl7pPr>
            <a:lvl8pPr marL="183600" indent="-183600">
              <a:spcAft>
                <a:spcPts val="0"/>
              </a:spcAft>
              <a:defRPr lang="en-GB" sz="900" dirty="0"/>
            </a:lvl8pPr>
            <a:lvl9pPr marL="360000" indent="-176400">
              <a:spcAft>
                <a:spcPts val="0"/>
              </a:spcAft>
              <a:defRPr lang="en-GB" sz="900" dirty="0"/>
            </a:lvl9pPr>
          </a:lstStyle>
          <a:p>
            <a:pPr lvl="0"/>
            <a:r>
              <a:rPr lang="en-GB" noProof="0"/>
              <a:t>First Level</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Sixth level</a:t>
            </a:r>
          </a:p>
          <a:p>
            <a:pPr lvl="6"/>
            <a:r>
              <a:rPr lang="en-GB" noProof="0"/>
              <a:t>Seventh level</a:t>
            </a:r>
          </a:p>
          <a:p>
            <a:pPr lvl="7"/>
            <a:r>
              <a:rPr lang="en-GB" noProof="0"/>
              <a:t>Eight level</a:t>
            </a:r>
          </a:p>
          <a:p>
            <a:pPr lvl="8"/>
            <a:r>
              <a:rPr lang="en-GB" noProof="0"/>
              <a:t>Ninth level</a:t>
            </a:r>
          </a:p>
        </p:txBody>
      </p:sp>
      <p:sp>
        <p:nvSpPr>
          <p:cNvPr id="31" name="Picture Placeholder 10">
            <a:extLst>
              <a:ext uri="{FF2B5EF4-FFF2-40B4-BE49-F238E27FC236}">
                <a16:creationId xmlns:a16="http://schemas.microsoft.com/office/drawing/2014/main" id="{6F73E224-EE96-96BD-4FB2-C3AFA77AB809}"/>
              </a:ext>
            </a:extLst>
          </p:cNvPr>
          <p:cNvSpPr>
            <a:spLocks noGrp="1" noChangeAspect="1"/>
          </p:cNvSpPr>
          <p:nvPr>
            <p:ph type="pic" sz="quarter" idx="27" hasCustomPrompt="1"/>
          </p:nvPr>
        </p:nvSpPr>
        <p:spPr>
          <a:xfrm>
            <a:off x="3498558" y="1849791"/>
            <a:ext cx="539044" cy="539043"/>
          </a:xfrm>
          <a:prstGeom prst="rect">
            <a:avLst/>
          </a:prstGeom>
          <a:noFill/>
          <a:ln>
            <a:noFill/>
          </a:ln>
        </p:spPr>
        <p:txBody>
          <a:bodyPr anchor="ctr"/>
          <a:lstStyle>
            <a:lvl1pPr algn="ctr">
              <a:defRPr sz="1000"/>
            </a:lvl1pPr>
          </a:lstStyle>
          <a:p>
            <a:pPr marL="0" marR="0" lvl="0" indent="0" algn="l" defTabSz="736656"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add icon</a:t>
            </a:r>
          </a:p>
        </p:txBody>
      </p:sp>
      <p:sp>
        <p:nvSpPr>
          <p:cNvPr id="32" name="Text Placeholder 31">
            <a:extLst>
              <a:ext uri="{FF2B5EF4-FFF2-40B4-BE49-F238E27FC236}">
                <a16:creationId xmlns:a16="http://schemas.microsoft.com/office/drawing/2014/main" id="{F955B085-787E-7CE6-2CC7-EF4E2F7460B9}"/>
              </a:ext>
            </a:extLst>
          </p:cNvPr>
          <p:cNvSpPr>
            <a:spLocks noGrp="1" noChangeAspect="1"/>
          </p:cNvSpPr>
          <p:nvPr>
            <p:ph type="body" sz="quarter" idx="28" hasCustomPrompt="1"/>
          </p:nvPr>
        </p:nvSpPr>
        <p:spPr>
          <a:xfrm>
            <a:off x="508000" y="2924175"/>
            <a:ext cx="789285" cy="790575"/>
          </a:xfrm>
          <a:custGeom>
            <a:avLst/>
            <a:gdLst>
              <a:gd name="connsiteX0" fmla="*/ 0 w 3562350"/>
              <a:gd name="connsiteY0" fmla="*/ 0 h 2190750"/>
              <a:gd name="connsiteX1" fmla="*/ 3562350 w 3562350"/>
              <a:gd name="connsiteY1" fmla="*/ 0 h 2190750"/>
              <a:gd name="connsiteX2" fmla="*/ 3562350 w 3562350"/>
              <a:gd name="connsiteY2" fmla="*/ 2190750 h 2190750"/>
              <a:gd name="connsiteX3" fmla="*/ 0 w 3562350"/>
              <a:gd name="connsiteY3" fmla="*/ 2190750 h 2190750"/>
            </a:gdLst>
            <a:ahLst/>
            <a:cxnLst>
              <a:cxn ang="0">
                <a:pos x="connsiteX0" y="connsiteY0"/>
              </a:cxn>
              <a:cxn ang="0">
                <a:pos x="connsiteX1" y="connsiteY1"/>
              </a:cxn>
              <a:cxn ang="0">
                <a:pos x="connsiteX2" y="connsiteY2"/>
              </a:cxn>
              <a:cxn ang="0">
                <a:pos x="connsiteX3" y="connsiteY3"/>
              </a:cxn>
            </a:cxnLst>
            <a:rect l="l" t="t" r="r" b="b"/>
            <a:pathLst>
              <a:path w="3562350" h="2190750">
                <a:moveTo>
                  <a:pt x="0" y="0"/>
                </a:moveTo>
                <a:lnTo>
                  <a:pt x="3562350" y="0"/>
                </a:lnTo>
                <a:lnTo>
                  <a:pt x="3562350" y="2190750"/>
                </a:lnTo>
                <a:lnTo>
                  <a:pt x="0" y="2190750"/>
                </a:lnTo>
                <a:close/>
              </a:path>
            </a:pathLst>
          </a:custGeom>
          <a:solidFill>
            <a:schemeClr val="bg2"/>
          </a:solidFill>
        </p:spPr>
        <p:txBody>
          <a:bodyPr vert="horz" wrap="square" lIns="108000" tIns="108000" rIns="108000" bIns="108000" rtlCol="0" anchor="t" anchorCtr="0">
            <a:noAutofit/>
          </a:bodyPr>
          <a:lstStyle>
            <a:lvl1pPr>
              <a:defRPr lang="en-GB"/>
            </a:lvl1pPr>
          </a:lstStyle>
          <a:p>
            <a:pPr lvl="0"/>
            <a:r>
              <a:rPr lang="en-GB"/>
              <a:t> </a:t>
            </a:r>
          </a:p>
        </p:txBody>
      </p:sp>
      <p:sp>
        <p:nvSpPr>
          <p:cNvPr id="33" name="Text 1">
            <a:extLst>
              <a:ext uri="{FF2B5EF4-FFF2-40B4-BE49-F238E27FC236}">
                <a16:creationId xmlns:a16="http://schemas.microsoft.com/office/drawing/2014/main" id="{F7D63918-335B-89B5-9CAD-613E0276C8EE}"/>
              </a:ext>
            </a:extLst>
          </p:cNvPr>
          <p:cNvSpPr>
            <a:spLocks noGrp="1"/>
          </p:cNvSpPr>
          <p:nvPr>
            <p:ph type="body" sz="quarter" idx="29" hasCustomPrompt="1"/>
          </p:nvPr>
        </p:nvSpPr>
        <p:spPr>
          <a:xfrm>
            <a:off x="1458912" y="2924175"/>
            <a:ext cx="1649413" cy="788987"/>
          </a:xfrm>
          <a:prstGeom prst="rect">
            <a:avLst/>
          </a:prstGeom>
        </p:spPr>
        <p:txBody>
          <a:bodyPr vert="horz" wrap="square" lIns="0" tIns="0" rIns="0" bIns="0" rtlCol="0" anchor="t" anchorCtr="0">
            <a:noAutofit/>
          </a:bodyPr>
          <a:lstStyle>
            <a:lvl1pPr>
              <a:spcAft>
                <a:spcPts val="400"/>
              </a:spcAft>
              <a:defRPr lang="en-GB" sz="1000" dirty="0">
                <a:solidFill>
                  <a:schemeClr val="tx1"/>
                </a:solidFill>
              </a:defRPr>
            </a:lvl1pPr>
            <a:lvl2pPr>
              <a:spcAft>
                <a:spcPts val="400"/>
              </a:spcAft>
              <a:defRPr lang="en-GB" sz="1000" b="0" dirty="0">
                <a:solidFill>
                  <a:schemeClr val="tx1"/>
                </a:solidFill>
              </a:defRPr>
            </a:lvl2pPr>
            <a:lvl3pPr>
              <a:spcAft>
                <a:spcPts val="400"/>
              </a:spcAft>
              <a:defRPr lang="en-GB" sz="900" b="0" dirty="0"/>
            </a:lvl3pPr>
            <a:lvl4pPr>
              <a:spcAft>
                <a:spcPts val="400"/>
              </a:spcAft>
              <a:defRPr lang="en-GB" sz="900" i="1" dirty="0"/>
            </a:lvl4pPr>
            <a:lvl5pPr>
              <a:spcAft>
                <a:spcPts val="0"/>
              </a:spcAft>
              <a:defRPr lang="en-GB" sz="900" dirty="0"/>
            </a:lvl5pPr>
            <a:lvl6pPr>
              <a:spcAft>
                <a:spcPts val="0"/>
              </a:spcAft>
              <a:defRPr lang="en-GB" sz="900" dirty="0"/>
            </a:lvl6pPr>
            <a:lvl7pPr>
              <a:spcAft>
                <a:spcPts val="0"/>
              </a:spcAft>
              <a:defRPr lang="en-GB" sz="900" dirty="0"/>
            </a:lvl7pPr>
            <a:lvl8pPr marL="183600" indent="-183600">
              <a:spcAft>
                <a:spcPts val="0"/>
              </a:spcAft>
              <a:defRPr lang="en-GB" sz="900" dirty="0"/>
            </a:lvl8pPr>
            <a:lvl9pPr marL="360000" indent="-176400">
              <a:spcAft>
                <a:spcPts val="0"/>
              </a:spcAft>
              <a:defRPr lang="en-GB" sz="900" dirty="0"/>
            </a:lvl9pPr>
          </a:lstStyle>
          <a:p>
            <a:pPr lvl="0"/>
            <a:r>
              <a:rPr lang="en-GB" noProof="0"/>
              <a:t>First Level</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Sixth level</a:t>
            </a:r>
          </a:p>
          <a:p>
            <a:pPr lvl="6"/>
            <a:r>
              <a:rPr lang="en-GB" noProof="0"/>
              <a:t>Seventh level</a:t>
            </a:r>
          </a:p>
          <a:p>
            <a:pPr lvl="7"/>
            <a:r>
              <a:rPr lang="en-GB" noProof="0"/>
              <a:t>Eight level</a:t>
            </a:r>
          </a:p>
          <a:p>
            <a:pPr lvl="8"/>
            <a:r>
              <a:rPr lang="en-GB" noProof="0"/>
              <a:t>Ninth level</a:t>
            </a:r>
          </a:p>
        </p:txBody>
      </p:sp>
      <p:sp>
        <p:nvSpPr>
          <p:cNvPr id="34" name="Picture Placeholder 10">
            <a:extLst>
              <a:ext uri="{FF2B5EF4-FFF2-40B4-BE49-F238E27FC236}">
                <a16:creationId xmlns:a16="http://schemas.microsoft.com/office/drawing/2014/main" id="{43EC35B7-D6A4-BE47-941F-73AD353D872C}"/>
              </a:ext>
            </a:extLst>
          </p:cNvPr>
          <p:cNvSpPr>
            <a:spLocks noGrp="1" noChangeAspect="1"/>
          </p:cNvSpPr>
          <p:nvPr>
            <p:ph type="pic" sz="quarter" idx="30" hasCustomPrompt="1"/>
          </p:nvPr>
        </p:nvSpPr>
        <p:spPr>
          <a:xfrm>
            <a:off x="633120" y="3049941"/>
            <a:ext cx="539044" cy="539043"/>
          </a:xfrm>
          <a:prstGeom prst="rect">
            <a:avLst/>
          </a:prstGeom>
          <a:noFill/>
          <a:ln>
            <a:noFill/>
          </a:ln>
        </p:spPr>
        <p:txBody>
          <a:bodyPr anchor="ctr"/>
          <a:lstStyle>
            <a:lvl1pPr algn="ctr">
              <a:defRPr sz="1000"/>
            </a:lvl1pPr>
          </a:lstStyle>
          <a:p>
            <a:pPr marL="0" marR="0" lvl="0" indent="0" algn="l" defTabSz="736656"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add icon</a:t>
            </a:r>
          </a:p>
        </p:txBody>
      </p:sp>
      <p:sp>
        <p:nvSpPr>
          <p:cNvPr id="35" name="Text Placeholder 34">
            <a:extLst>
              <a:ext uri="{FF2B5EF4-FFF2-40B4-BE49-F238E27FC236}">
                <a16:creationId xmlns:a16="http://schemas.microsoft.com/office/drawing/2014/main" id="{10AB073F-F602-CDC4-A47A-5393E55103D7}"/>
              </a:ext>
            </a:extLst>
          </p:cNvPr>
          <p:cNvSpPr>
            <a:spLocks noGrp="1" noChangeAspect="1"/>
          </p:cNvSpPr>
          <p:nvPr>
            <p:ph type="body" sz="quarter" idx="31" hasCustomPrompt="1"/>
          </p:nvPr>
        </p:nvSpPr>
        <p:spPr>
          <a:xfrm>
            <a:off x="3373438" y="2924175"/>
            <a:ext cx="789285" cy="790575"/>
          </a:xfrm>
          <a:custGeom>
            <a:avLst/>
            <a:gdLst>
              <a:gd name="connsiteX0" fmla="*/ 0 w 3562350"/>
              <a:gd name="connsiteY0" fmla="*/ 0 h 2190750"/>
              <a:gd name="connsiteX1" fmla="*/ 3562350 w 3562350"/>
              <a:gd name="connsiteY1" fmla="*/ 0 h 2190750"/>
              <a:gd name="connsiteX2" fmla="*/ 3562350 w 3562350"/>
              <a:gd name="connsiteY2" fmla="*/ 2190750 h 2190750"/>
              <a:gd name="connsiteX3" fmla="*/ 0 w 3562350"/>
              <a:gd name="connsiteY3" fmla="*/ 2190750 h 2190750"/>
            </a:gdLst>
            <a:ahLst/>
            <a:cxnLst>
              <a:cxn ang="0">
                <a:pos x="connsiteX0" y="connsiteY0"/>
              </a:cxn>
              <a:cxn ang="0">
                <a:pos x="connsiteX1" y="connsiteY1"/>
              </a:cxn>
              <a:cxn ang="0">
                <a:pos x="connsiteX2" y="connsiteY2"/>
              </a:cxn>
              <a:cxn ang="0">
                <a:pos x="connsiteX3" y="connsiteY3"/>
              </a:cxn>
            </a:cxnLst>
            <a:rect l="l" t="t" r="r" b="b"/>
            <a:pathLst>
              <a:path w="3562350" h="2190750">
                <a:moveTo>
                  <a:pt x="0" y="0"/>
                </a:moveTo>
                <a:lnTo>
                  <a:pt x="3562350" y="0"/>
                </a:lnTo>
                <a:lnTo>
                  <a:pt x="3562350" y="2190750"/>
                </a:lnTo>
                <a:lnTo>
                  <a:pt x="0" y="2190750"/>
                </a:lnTo>
                <a:close/>
              </a:path>
            </a:pathLst>
          </a:custGeom>
          <a:solidFill>
            <a:schemeClr val="bg2"/>
          </a:solidFill>
        </p:spPr>
        <p:txBody>
          <a:bodyPr vert="horz" wrap="square" lIns="108000" tIns="108000" rIns="108000" bIns="108000" rtlCol="0" anchor="t" anchorCtr="0">
            <a:noAutofit/>
          </a:bodyPr>
          <a:lstStyle>
            <a:lvl1pPr>
              <a:defRPr lang="en-GB"/>
            </a:lvl1pPr>
          </a:lstStyle>
          <a:p>
            <a:pPr lvl="0"/>
            <a:r>
              <a:rPr lang="en-GB"/>
              <a:t> </a:t>
            </a:r>
          </a:p>
        </p:txBody>
      </p:sp>
      <p:sp>
        <p:nvSpPr>
          <p:cNvPr id="36" name="Text 1">
            <a:extLst>
              <a:ext uri="{FF2B5EF4-FFF2-40B4-BE49-F238E27FC236}">
                <a16:creationId xmlns:a16="http://schemas.microsoft.com/office/drawing/2014/main" id="{D3750153-55D7-EF80-D769-656234795748}"/>
              </a:ext>
            </a:extLst>
          </p:cNvPr>
          <p:cNvSpPr>
            <a:spLocks noGrp="1"/>
          </p:cNvSpPr>
          <p:nvPr>
            <p:ph type="body" sz="quarter" idx="32" hasCustomPrompt="1"/>
          </p:nvPr>
        </p:nvSpPr>
        <p:spPr>
          <a:xfrm>
            <a:off x="4324350" y="2924175"/>
            <a:ext cx="1649413" cy="788987"/>
          </a:xfrm>
          <a:prstGeom prst="rect">
            <a:avLst/>
          </a:prstGeom>
        </p:spPr>
        <p:txBody>
          <a:bodyPr vert="horz" wrap="square" lIns="0" tIns="0" rIns="0" bIns="0" rtlCol="0" anchor="t" anchorCtr="0">
            <a:noAutofit/>
          </a:bodyPr>
          <a:lstStyle>
            <a:lvl1pPr>
              <a:spcAft>
                <a:spcPts val="400"/>
              </a:spcAft>
              <a:defRPr lang="en-GB" sz="1000" dirty="0">
                <a:solidFill>
                  <a:schemeClr val="tx1"/>
                </a:solidFill>
              </a:defRPr>
            </a:lvl1pPr>
            <a:lvl2pPr>
              <a:spcAft>
                <a:spcPts val="400"/>
              </a:spcAft>
              <a:defRPr lang="en-GB" sz="1000" b="0" dirty="0">
                <a:solidFill>
                  <a:schemeClr val="tx1"/>
                </a:solidFill>
              </a:defRPr>
            </a:lvl2pPr>
            <a:lvl3pPr>
              <a:spcAft>
                <a:spcPts val="400"/>
              </a:spcAft>
              <a:defRPr lang="en-GB" sz="900" b="0" dirty="0"/>
            </a:lvl3pPr>
            <a:lvl4pPr>
              <a:spcAft>
                <a:spcPts val="400"/>
              </a:spcAft>
              <a:defRPr lang="en-GB" sz="900" i="1" dirty="0"/>
            </a:lvl4pPr>
            <a:lvl5pPr>
              <a:spcAft>
                <a:spcPts val="0"/>
              </a:spcAft>
              <a:defRPr lang="en-GB" sz="900" dirty="0"/>
            </a:lvl5pPr>
            <a:lvl6pPr>
              <a:spcAft>
                <a:spcPts val="0"/>
              </a:spcAft>
              <a:defRPr lang="en-GB" sz="900" dirty="0"/>
            </a:lvl6pPr>
            <a:lvl7pPr>
              <a:spcAft>
                <a:spcPts val="0"/>
              </a:spcAft>
              <a:defRPr lang="en-GB" sz="900" dirty="0"/>
            </a:lvl7pPr>
            <a:lvl8pPr marL="183600" indent="-183600">
              <a:spcAft>
                <a:spcPts val="0"/>
              </a:spcAft>
              <a:defRPr lang="en-GB" sz="900" dirty="0"/>
            </a:lvl8pPr>
            <a:lvl9pPr marL="360000" indent="-176400">
              <a:spcAft>
                <a:spcPts val="0"/>
              </a:spcAft>
              <a:defRPr lang="en-GB" sz="900" dirty="0"/>
            </a:lvl9pPr>
          </a:lstStyle>
          <a:p>
            <a:pPr lvl="0"/>
            <a:r>
              <a:rPr lang="en-GB" noProof="0"/>
              <a:t>First Level</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Sixth level</a:t>
            </a:r>
          </a:p>
          <a:p>
            <a:pPr lvl="6"/>
            <a:r>
              <a:rPr lang="en-GB" noProof="0"/>
              <a:t>Seventh level</a:t>
            </a:r>
          </a:p>
          <a:p>
            <a:pPr lvl="7"/>
            <a:r>
              <a:rPr lang="en-GB" noProof="0"/>
              <a:t>Eight level</a:t>
            </a:r>
          </a:p>
          <a:p>
            <a:pPr lvl="8"/>
            <a:r>
              <a:rPr lang="en-GB" noProof="0"/>
              <a:t>Ninth level</a:t>
            </a:r>
          </a:p>
        </p:txBody>
      </p:sp>
      <p:sp>
        <p:nvSpPr>
          <p:cNvPr id="37" name="Picture Placeholder 10">
            <a:extLst>
              <a:ext uri="{FF2B5EF4-FFF2-40B4-BE49-F238E27FC236}">
                <a16:creationId xmlns:a16="http://schemas.microsoft.com/office/drawing/2014/main" id="{25B616FE-BB55-32C3-23A9-29C476B9F68C}"/>
              </a:ext>
            </a:extLst>
          </p:cNvPr>
          <p:cNvSpPr>
            <a:spLocks noGrp="1" noChangeAspect="1"/>
          </p:cNvSpPr>
          <p:nvPr>
            <p:ph type="pic" sz="quarter" idx="33" hasCustomPrompt="1"/>
          </p:nvPr>
        </p:nvSpPr>
        <p:spPr>
          <a:xfrm>
            <a:off x="3498558" y="3049941"/>
            <a:ext cx="539044" cy="539043"/>
          </a:xfrm>
          <a:prstGeom prst="rect">
            <a:avLst/>
          </a:prstGeom>
          <a:noFill/>
          <a:ln>
            <a:noFill/>
          </a:ln>
        </p:spPr>
        <p:txBody>
          <a:bodyPr anchor="ctr"/>
          <a:lstStyle>
            <a:lvl1pPr algn="ctr">
              <a:defRPr sz="1000"/>
            </a:lvl1pPr>
          </a:lstStyle>
          <a:p>
            <a:pPr marL="0" marR="0" lvl="0" indent="0" algn="l" defTabSz="736656"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add icon</a:t>
            </a:r>
          </a:p>
        </p:txBody>
      </p:sp>
      <p:sp>
        <p:nvSpPr>
          <p:cNvPr id="44" name="Text Placeholder 43">
            <a:extLst>
              <a:ext uri="{FF2B5EF4-FFF2-40B4-BE49-F238E27FC236}">
                <a16:creationId xmlns:a16="http://schemas.microsoft.com/office/drawing/2014/main" id="{1A7BCA48-7247-3D86-50FF-747CD4C23227}"/>
              </a:ext>
            </a:extLst>
          </p:cNvPr>
          <p:cNvSpPr>
            <a:spLocks noGrp="1" noChangeAspect="1"/>
          </p:cNvSpPr>
          <p:nvPr>
            <p:ph type="body" sz="quarter" idx="34" hasCustomPrompt="1"/>
          </p:nvPr>
        </p:nvSpPr>
        <p:spPr>
          <a:xfrm>
            <a:off x="508000" y="4149726"/>
            <a:ext cx="789285" cy="790575"/>
          </a:xfrm>
          <a:custGeom>
            <a:avLst/>
            <a:gdLst>
              <a:gd name="connsiteX0" fmla="*/ 0 w 3562350"/>
              <a:gd name="connsiteY0" fmla="*/ 0 h 2190750"/>
              <a:gd name="connsiteX1" fmla="*/ 3562350 w 3562350"/>
              <a:gd name="connsiteY1" fmla="*/ 0 h 2190750"/>
              <a:gd name="connsiteX2" fmla="*/ 3562350 w 3562350"/>
              <a:gd name="connsiteY2" fmla="*/ 2190750 h 2190750"/>
              <a:gd name="connsiteX3" fmla="*/ 0 w 3562350"/>
              <a:gd name="connsiteY3" fmla="*/ 2190750 h 2190750"/>
            </a:gdLst>
            <a:ahLst/>
            <a:cxnLst>
              <a:cxn ang="0">
                <a:pos x="connsiteX0" y="connsiteY0"/>
              </a:cxn>
              <a:cxn ang="0">
                <a:pos x="connsiteX1" y="connsiteY1"/>
              </a:cxn>
              <a:cxn ang="0">
                <a:pos x="connsiteX2" y="connsiteY2"/>
              </a:cxn>
              <a:cxn ang="0">
                <a:pos x="connsiteX3" y="connsiteY3"/>
              </a:cxn>
            </a:cxnLst>
            <a:rect l="l" t="t" r="r" b="b"/>
            <a:pathLst>
              <a:path w="3562350" h="2190750">
                <a:moveTo>
                  <a:pt x="0" y="0"/>
                </a:moveTo>
                <a:lnTo>
                  <a:pt x="3562350" y="0"/>
                </a:lnTo>
                <a:lnTo>
                  <a:pt x="3562350" y="2190750"/>
                </a:lnTo>
                <a:lnTo>
                  <a:pt x="0" y="2190750"/>
                </a:lnTo>
                <a:close/>
              </a:path>
            </a:pathLst>
          </a:custGeom>
          <a:solidFill>
            <a:schemeClr val="bg2"/>
          </a:solidFill>
        </p:spPr>
        <p:txBody>
          <a:bodyPr vert="horz" wrap="square" lIns="108000" tIns="108000" rIns="108000" bIns="108000" rtlCol="0" anchor="t" anchorCtr="0">
            <a:noAutofit/>
          </a:bodyPr>
          <a:lstStyle>
            <a:lvl1pPr>
              <a:defRPr lang="en-GB"/>
            </a:lvl1pPr>
          </a:lstStyle>
          <a:p>
            <a:pPr lvl="0"/>
            <a:r>
              <a:rPr lang="en-GB"/>
              <a:t> </a:t>
            </a:r>
          </a:p>
        </p:txBody>
      </p:sp>
      <p:sp>
        <p:nvSpPr>
          <p:cNvPr id="45" name="Text 1">
            <a:extLst>
              <a:ext uri="{FF2B5EF4-FFF2-40B4-BE49-F238E27FC236}">
                <a16:creationId xmlns:a16="http://schemas.microsoft.com/office/drawing/2014/main" id="{277028E0-E7FB-1413-A3F7-34F61F1A9CF8}"/>
              </a:ext>
            </a:extLst>
          </p:cNvPr>
          <p:cNvSpPr>
            <a:spLocks noGrp="1"/>
          </p:cNvSpPr>
          <p:nvPr>
            <p:ph type="body" sz="quarter" idx="35" hasCustomPrompt="1"/>
          </p:nvPr>
        </p:nvSpPr>
        <p:spPr>
          <a:xfrm>
            <a:off x="1458912" y="4149726"/>
            <a:ext cx="1649413" cy="788987"/>
          </a:xfrm>
          <a:prstGeom prst="rect">
            <a:avLst/>
          </a:prstGeom>
        </p:spPr>
        <p:txBody>
          <a:bodyPr vert="horz" wrap="square" lIns="0" tIns="0" rIns="0" bIns="0" rtlCol="0" anchor="t" anchorCtr="0">
            <a:noAutofit/>
          </a:bodyPr>
          <a:lstStyle>
            <a:lvl1pPr>
              <a:spcAft>
                <a:spcPts val="400"/>
              </a:spcAft>
              <a:defRPr lang="en-GB" sz="1000" dirty="0">
                <a:solidFill>
                  <a:schemeClr val="tx1"/>
                </a:solidFill>
              </a:defRPr>
            </a:lvl1pPr>
            <a:lvl2pPr>
              <a:spcAft>
                <a:spcPts val="400"/>
              </a:spcAft>
              <a:defRPr lang="en-GB" sz="1000" b="0" dirty="0">
                <a:solidFill>
                  <a:schemeClr val="tx1"/>
                </a:solidFill>
              </a:defRPr>
            </a:lvl2pPr>
            <a:lvl3pPr>
              <a:spcAft>
                <a:spcPts val="400"/>
              </a:spcAft>
              <a:defRPr lang="en-GB" sz="900" b="0" dirty="0"/>
            </a:lvl3pPr>
            <a:lvl4pPr>
              <a:spcAft>
                <a:spcPts val="400"/>
              </a:spcAft>
              <a:defRPr lang="en-GB" sz="900" i="1" dirty="0"/>
            </a:lvl4pPr>
            <a:lvl5pPr>
              <a:spcAft>
                <a:spcPts val="0"/>
              </a:spcAft>
              <a:defRPr lang="en-GB" sz="900" dirty="0"/>
            </a:lvl5pPr>
            <a:lvl6pPr>
              <a:spcAft>
                <a:spcPts val="0"/>
              </a:spcAft>
              <a:defRPr lang="en-GB" sz="900" dirty="0"/>
            </a:lvl6pPr>
            <a:lvl7pPr>
              <a:spcAft>
                <a:spcPts val="0"/>
              </a:spcAft>
              <a:defRPr lang="en-GB" sz="900" dirty="0"/>
            </a:lvl7pPr>
            <a:lvl8pPr marL="183600" indent="-183600">
              <a:spcAft>
                <a:spcPts val="0"/>
              </a:spcAft>
              <a:defRPr lang="en-GB" sz="900" dirty="0"/>
            </a:lvl8pPr>
            <a:lvl9pPr marL="360000" indent="-176400">
              <a:spcAft>
                <a:spcPts val="0"/>
              </a:spcAft>
              <a:defRPr lang="en-GB" sz="900" dirty="0"/>
            </a:lvl9pPr>
          </a:lstStyle>
          <a:p>
            <a:pPr lvl="0"/>
            <a:r>
              <a:rPr lang="en-GB" noProof="0"/>
              <a:t>First Level</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Sixth level</a:t>
            </a:r>
          </a:p>
          <a:p>
            <a:pPr lvl="6"/>
            <a:r>
              <a:rPr lang="en-GB" noProof="0"/>
              <a:t>Seventh level</a:t>
            </a:r>
          </a:p>
          <a:p>
            <a:pPr lvl="7"/>
            <a:r>
              <a:rPr lang="en-GB" noProof="0"/>
              <a:t>Eight level</a:t>
            </a:r>
          </a:p>
          <a:p>
            <a:pPr lvl="8"/>
            <a:r>
              <a:rPr lang="en-GB" noProof="0"/>
              <a:t>Ninth level</a:t>
            </a:r>
          </a:p>
        </p:txBody>
      </p:sp>
      <p:sp>
        <p:nvSpPr>
          <p:cNvPr id="46" name="Picture Placeholder 10">
            <a:extLst>
              <a:ext uri="{FF2B5EF4-FFF2-40B4-BE49-F238E27FC236}">
                <a16:creationId xmlns:a16="http://schemas.microsoft.com/office/drawing/2014/main" id="{4A3E7866-088B-5983-93F9-FC3A1D9EB152}"/>
              </a:ext>
            </a:extLst>
          </p:cNvPr>
          <p:cNvSpPr>
            <a:spLocks noGrp="1" noChangeAspect="1"/>
          </p:cNvSpPr>
          <p:nvPr>
            <p:ph type="pic" sz="quarter" idx="36" hasCustomPrompt="1"/>
          </p:nvPr>
        </p:nvSpPr>
        <p:spPr>
          <a:xfrm>
            <a:off x="633120" y="4275492"/>
            <a:ext cx="539044" cy="539043"/>
          </a:xfrm>
          <a:prstGeom prst="rect">
            <a:avLst/>
          </a:prstGeom>
          <a:noFill/>
          <a:ln>
            <a:noFill/>
          </a:ln>
        </p:spPr>
        <p:txBody>
          <a:bodyPr anchor="ctr"/>
          <a:lstStyle>
            <a:lvl1pPr algn="ctr">
              <a:defRPr sz="1000"/>
            </a:lvl1pPr>
          </a:lstStyle>
          <a:p>
            <a:pPr marL="0" marR="0" lvl="0" indent="0" algn="l" defTabSz="736656"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add icon</a:t>
            </a:r>
          </a:p>
        </p:txBody>
      </p:sp>
      <p:sp>
        <p:nvSpPr>
          <p:cNvPr id="47" name="Text Placeholder 46">
            <a:extLst>
              <a:ext uri="{FF2B5EF4-FFF2-40B4-BE49-F238E27FC236}">
                <a16:creationId xmlns:a16="http://schemas.microsoft.com/office/drawing/2014/main" id="{9EB92709-E853-D8A4-AD14-AE75C0C5D89E}"/>
              </a:ext>
            </a:extLst>
          </p:cNvPr>
          <p:cNvSpPr>
            <a:spLocks noGrp="1" noChangeAspect="1"/>
          </p:cNvSpPr>
          <p:nvPr>
            <p:ph type="body" sz="quarter" idx="37" hasCustomPrompt="1"/>
          </p:nvPr>
        </p:nvSpPr>
        <p:spPr>
          <a:xfrm>
            <a:off x="3373438" y="4149726"/>
            <a:ext cx="789285" cy="790575"/>
          </a:xfrm>
          <a:custGeom>
            <a:avLst/>
            <a:gdLst>
              <a:gd name="connsiteX0" fmla="*/ 0 w 3562350"/>
              <a:gd name="connsiteY0" fmla="*/ 0 h 2190750"/>
              <a:gd name="connsiteX1" fmla="*/ 3562350 w 3562350"/>
              <a:gd name="connsiteY1" fmla="*/ 0 h 2190750"/>
              <a:gd name="connsiteX2" fmla="*/ 3562350 w 3562350"/>
              <a:gd name="connsiteY2" fmla="*/ 2190750 h 2190750"/>
              <a:gd name="connsiteX3" fmla="*/ 0 w 3562350"/>
              <a:gd name="connsiteY3" fmla="*/ 2190750 h 2190750"/>
            </a:gdLst>
            <a:ahLst/>
            <a:cxnLst>
              <a:cxn ang="0">
                <a:pos x="connsiteX0" y="connsiteY0"/>
              </a:cxn>
              <a:cxn ang="0">
                <a:pos x="connsiteX1" y="connsiteY1"/>
              </a:cxn>
              <a:cxn ang="0">
                <a:pos x="connsiteX2" y="connsiteY2"/>
              </a:cxn>
              <a:cxn ang="0">
                <a:pos x="connsiteX3" y="connsiteY3"/>
              </a:cxn>
            </a:cxnLst>
            <a:rect l="l" t="t" r="r" b="b"/>
            <a:pathLst>
              <a:path w="3562350" h="2190750">
                <a:moveTo>
                  <a:pt x="0" y="0"/>
                </a:moveTo>
                <a:lnTo>
                  <a:pt x="3562350" y="0"/>
                </a:lnTo>
                <a:lnTo>
                  <a:pt x="3562350" y="2190750"/>
                </a:lnTo>
                <a:lnTo>
                  <a:pt x="0" y="2190750"/>
                </a:lnTo>
                <a:close/>
              </a:path>
            </a:pathLst>
          </a:custGeom>
          <a:solidFill>
            <a:schemeClr val="bg2"/>
          </a:solidFill>
        </p:spPr>
        <p:txBody>
          <a:bodyPr vert="horz" wrap="square" lIns="108000" tIns="108000" rIns="108000" bIns="108000" rtlCol="0" anchor="t" anchorCtr="0">
            <a:noAutofit/>
          </a:bodyPr>
          <a:lstStyle>
            <a:lvl1pPr>
              <a:defRPr lang="en-GB"/>
            </a:lvl1pPr>
          </a:lstStyle>
          <a:p>
            <a:pPr lvl="0"/>
            <a:r>
              <a:rPr lang="en-GB"/>
              <a:t> </a:t>
            </a:r>
          </a:p>
        </p:txBody>
      </p:sp>
      <p:sp>
        <p:nvSpPr>
          <p:cNvPr id="48" name="Text 1">
            <a:extLst>
              <a:ext uri="{FF2B5EF4-FFF2-40B4-BE49-F238E27FC236}">
                <a16:creationId xmlns:a16="http://schemas.microsoft.com/office/drawing/2014/main" id="{29BA12A9-6E38-F618-BB44-FBF193B6B84C}"/>
              </a:ext>
            </a:extLst>
          </p:cNvPr>
          <p:cNvSpPr>
            <a:spLocks noGrp="1"/>
          </p:cNvSpPr>
          <p:nvPr>
            <p:ph type="body" sz="quarter" idx="38" hasCustomPrompt="1"/>
          </p:nvPr>
        </p:nvSpPr>
        <p:spPr>
          <a:xfrm>
            <a:off x="4324350" y="4149726"/>
            <a:ext cx="1649413" cy="788987"/>
          </a:xfrm>
          <a:prstGeom prst="rect">
            <a:avLst/>
          </a:prstGeom>
        </p:spPr>
        <p:txBody>
          <a:bodyPr vert="horz" wrap="square" lIns="0" tIns="0" rIns="0" bIns="0" rtlCol="0" anchor="t" anchorCtr="0">
            <a:noAutofit/>
          </a:bodyPr>
          <a:lstStyle>
            <a:lvl1pPr>
              <a:spcAft>
                <a:spcPts val="400"/>
              </a:spcAft>
              <a:defRPr lang="en-GB" sz="1000" dirty="0">
                <a:solidFill>
                  <a:schemeClr val="tx1"/>
                </a:solidFill>
              </a:defRPr>
            </a:lvl1pPr>
            <a:lvl2pPr>
              <a:spcAft>
                <a:spcPts val="400"/>
              </a:spcAft>
              <a:defRPr lang="en-GB" sz="1000" b="0" dirty="0">
                <a:solidFill>
                  <a:schemeClr val="tx1"/>
                </a:solidFill>
              </a:defRPr>
            </a:lvl2pPr>
            <a:lvl3pPr>
              <a:spcAft>
                <a:spcPts val="400"/>
              </a:spcAft>
              <a:defRPr lang="en-GB" sz="900" b="0" dirty="0"/>
            </a:lvl3pPr>
            <a:lvl4pPr>
              <a:spcAft>
                <a:spcPts val="400"/>
              </a:spcAft>
              <a:defRPr lang="en-GB" sz="900" i="1" dirty="0"/>
            </a:lvl4pPr>
            <a:lvl5pPr>
              <a:spcAft>
                <a:spcPts val="0"/>
              </a:spcAft>
              <a:defRPr lang="en-GB" sz="900" dirty="0"/>
            </a:lvl5pPr>
            <a:lvl6pPr>
              <a:spcAft>
                <a:spcPts val="0"/>
              </a:spcAft>
              <a:defRPr lang="en-GB" sz="900" dirty="0"/>
            </a:lvl6pPr>
            <a:lvl7pPr>
              <a:spcAft>
                <a:spcPts val="0"/>
              </a:spcAft>
              <a:defRPr lang="en-GB" sz="900" dirty="0"/>
            </a:lvl7pPr>
            <a:lvl8pPr marL="183600" indent="-183600">
              <a:spcAft>
                <a:spcPts val="0"/>
              </a:spcAft>
              <a:defRPr lang="en-GB" sz="900" dirty="0"/>
            </a:lvl8pPr>
            <a:lvl9pPr marL="360000" indent="-176400">
              <a:spcAft>
                <a:spcPts val="0"/>
              </a:spcAft>
              <a:defRPr lang="en-GB" sz="900" dirty="0"/>
            </a:lvl9pPr>
          </a:lstStyle>
          <a:p>
            <a:pPr lvl="0"/>
            <a:r>
              <a:rPr lang="en-GB" noProof="0"/>
              <a:t>First Level</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Sixth level</a:t>
            </a:r>
          </a:p>
          <a:p>
            <a:pPr lvl="6"/>
            <a:r>
              <a:rPr lang="en-GB" noProof="0"/>
              <a:t>Seventh level</a:t>
            </a:r>
          </a:p>
          <a:p>
            <a:pPr lvl="7"/>
            <a:r>
              <a:rPr lang="en-GB" noProof="0"/>
              <a:t>Eight level</a:t>
            </a:r>
          </a:p>
          <a:p>
            <a:pPr lvl="8"/>
            <a:r>
              <a:rPr lang="en-GB" noProof="0"/>
              <a:t>Ninth level</a:t>
            </a:r>
          </a:p>
        </p:txBody>
      </p:sp>
      <p:sp>
        <p:nvSpPr>
          <p:cNvPr id="49" name="Picture Placeholder 10">
            <a:extLst>
              <a:ext uri="{FF2B5EF4-FFF2-40B4-BE49-F238E27FC236}">
                <a16:creationId xmlns:a16="http://schemas.microsoft.com/office/drawing/2014/main" id="{1671D716-8844-F63D-8C7D-71BFEA3BBADD}"/>
              </a:ext>
            </a:extLst>
          </p:cNvPr>
          <p:cNvSpPr>
            <a:spLocks noGrp="1" noChangeAspect="1"/>
          </p:cNvSpPr>
          <p:nvPr>
            <p:ph type="pic" sz="quarter" idx="39" hasCustomPrompt="1"/>
          </p:nvPr>
        </p:nvSpPr>
        <p:spPr>
          <a:xfrm>
            <a:off x="3498558" y="4275492"/>
            <a:ext cx="539044" cy="539043"/>
          </a:xfrm>
          <a:prstGeom prst="rect">
            <a:avLst/>
          </a:prstGeom>
          <a:noFill/>
          <a:ln>
            <a:noFill/>
          </a:ln>
        </p:spPr>
        <p:txBody>
          <a:bodyPr anchor="ctr"/>
          <a:lstStyle>
            <a:lvl1pPr algn="ctr">
              <a:defRPr sz="1000"/>
            </a:lvl1pPr>
          </a:lstStyle>
          <a:p>
            <a:pPr marL="0" marR="0" lvl="0" indent="0" algn="l" defTabSz="736656"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add icon</a:t>
            </a:r>
          </a:p>
        </p:txBody>
      </p:sp>
      <p:sp>
        <p:nvSpPr>
          <p:cNvPr id="4" name="ChapterTitle">
            <a:extLst>
              <a:ext uri="{FF2B5EF4-FFF2-40B4-BE49-F238E27FC236}">
                <a16:creationId xmlns:a16="http://schemas.microsoft.com/office/drawing/2014/main" id="{418A4D13-795C-77CA-A4FC-198FDFC3D44B}"/>
              </a:ext>
            </a:extLst>
          </p:cNvPr>
          <p:cNvSpPr>
            <a:spLocks noGrp="1"/>
          </p:cNvSpPr>
          <p:nvPr>
            <p:ph type="body" sz="quarter" idx="12" hasCustomPrompt="1"/>
          </p:nvPr>
        </p:nvSpPr>
        <p:spPr>
          <a:xfrm>
            <a:off x="508000" y="240853"/>
            <a:ext cx="5465763" cy="153888"/>
          </a:xfrm>
          <a:prstGeom prst="rect">
            <a:avLst/>
          </a:prstGeom>
        </p:spPr>
        <p:txBody>
          <a:bodyPr>
            <a:noAutofit/>
          </a:bodyPr>
          <a:lstStyle>
            <a:lvl1pPr marL="0" indent="0">
              <a:buFont typeface="Arial" panose="020B0604020202020204" pitchFamily="34" charset="0"/>
              <a:buNone/>
              <a:defRPr sz="1000" b="0" baseline="0">
                <a:latin typeface="+mn-lt"/>
              </a:defRPr>
            </a:lvl1pPr>
          </a:lstStyle>
          <a:p>
            <a:pPr lvl="0"/>
            <a:r>
              <a:rPr lang="en-GB"/>
              <a:t>Chapter title (optional)</a:t>
            </a:r>
          </a:p>
        </p:txBody>
      </p:sp>
    </p:spTree>
    <p:extLst>
      <p:ext uri="{BB962C8B-B14F-4D97-AF65-F5344CB8AC3E}">
        <p14:creationId xmlns:p14="http://schemas.microsoft.com/office/powerpoint/2010/main" val="3446670047"/>
      </p:ext>
    </p:extLst>
  </p:cSld>
  <p:clrMapOvr>
    <a:masterClrMapping/>
  </p:clrMapOvr>
  <p:hf hd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6 icons with image">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8EC4F705-AFB3-2AE2-FBD5-ABC87FC05E3F}"/>
              </a:ext>
            </a:extLst>
          </p:cNvPr>
          <p:cNvSpPr>
            <a:spLocks noGrp="1"/>
          </p:cNvSpPr>
          <p:nvPr>
            <p:ph type="body" sz="quarter" idx="24" hasCustomPrompt="1"/>
          </p:nvPr>
        </p:nvSpPr>
        <p:spPr>
          <a:xfrm>
            <a:off x="508000" y="1724025"/>
            <a:ext cx="789285" cy="790575"/>
          </a:xfrm>
          <a:custGeom>
            <a:avLst/>
            <a:gdLst>
              <a:gd name="connsiteX0" fmla="*/ 0 w 3562350"/>
              <a:gd name="connsiteY0" fmla="*/ 0 h 2190750"/>
              <a:gd name="connsiteX1" fmla="*/ 3562350 w 3562350"/>
              <a:gd name="connsiteY1" fmla="*/ 0 h 2190750"/>
              <a:gd name="connsiteX2" fmla="*/ 3562350 w 3562350"/>
              <a:gd name="connsiteY2" fmla="*/ 2190750 h 2190750"/>
              <a:gd name="connsiteX3" fmla="*/ 0 w 3562350"/>
              <a:gd name="connsiteY3" fmla="*/ 2190750 h 2190750"/>
            </a:gdLst>
            <a:ahLst/>
            <a:cxnLst>
              <a:cxn ang="0">
                <a:pos x="connsiteX0" y="connsiteY0"/>
              </a:cxn>
              <a:cxn ang="0">
                <a:pos x="connsiteX1" y="connsiteY1"/>
              </a:cxn>
              <a:cxn ang="0">
                <a:pos x="connsiteX2" y="connsiteY2"/>
              </a:cxn>
              <a:cxn ang="0">
                <a:pos x="connsiteX3" y="connsiteY3"/>
              </a:cxn>
            </a:cxnLst>
            <a:rect l="l" t="t" r="r" b="b"/>
            <a:pathLst>
              <a:path w="3562350" h="2190750">
                <a:moveTo>
                  <a:pt x="0" y="0"/>
                </a:moveTo>
                <a:lnTo>
                  <a:pt x="3562350" y="0"/>
                </a:lnTo>
                <a:lnTo>
                  <a:pt x="3562350" y="2190750"/>
                </a:lnTo>
                <a:lnTo>
                  <a:pt x="0" y="2190750"/>
                </a:lnTo>
                <a:close/>
              </a:path>
            </a:pathLst>
          </a:custGeom>
          <a:solidFill>
            <a:schemeClr val="bg2"/>
          </a:solidFill>
        </p:spPr>
        <p:txBody>
          <a:bodyPr vert="horz" wrap="square" lIns="108000" tIns="108000" rIns="108000" bIns="108000" rtlCol="0" anchor="t" anchorCtr="0">
            <a:noAutofit/>
          </a:bodyPr>
          <a:lstStyle>
            <a:lvl1pPr>
              <a:defRPr lang="en-GB" dirty="0"/>
            </a:lvl1pPr>
          </a:lstStyle>
          <a:p>
            <a:pPr lvl="0"/>
            <a:r>
              <a:rPr lang="en-GB"/>
              <a:t> </a:t>
            </a:r>
          </a:p>
        </p:txBody>
      </p:sp>
      <p:sp>
        <p:nvSpPr>
          <p:cNvPr id="3" name="Title"/>
          <p:cNvSpPr>
            <a:spLocks noGrp="1"/>
          </p:cNvSpPr>
          <p:nvPr>
            <p:ph type="title"/>
          </p:nvPr>
        </p:nvSpPr>
        <p:spPr/>
        <p:txBody>
          <a:bodyPr/>
          <a:lstStyle/>
          <a:p>
            <a:r>
              <a:rPr lang="pt-BR"/>
              <a:t>Clique para editar o título Mestre</a:t>
            </a:r>
            <a:endParaRPr lang="en-GB"/>
          </a:p>
        </p:txBody>
      </p:sp>
      <p:sp>
        <p:nvSpPr>
          <p:cNvPr id="2" name="Text 1">
            <a:extLst>
              <a:ext uri="{FF2B5EF4-FFF2-40B4-BE49-F238E27FC236}">
                <a16:creationId xmlns:a16="http://schemas.microsoft.com/office/drawing/2014/main" id="{2949FD37-0749-945F-834F-877B2C076C6A}"/>
              </a:ext>
            </a:extLst>
          </p:cNvPr>
          <p:cNvSpPr>
            <a:spLocks noGrp="1"/>
          </p:cNvSpPr>
          <p:nvPr>
            <p:ph type="body" sz="quarter" idx="15" hasCustomPrompt="1"/>
          </p:nvPr>
        </p:nvSpPr>
        <p:spPr>
          <a:xfrm>
            <a:off x="1458912" y="1725613"/>
            <a:ext cx="1649413" cy="788987"/>
          </a:xfrm>
          <a:prstGeom prst="rect">
            <a:avLst/>
          </a:prstGeom>
        </p:spPr>
        <p:txBody>
          <a:bodyPr vert="horz" wrap="square" lIns="0" tIns="0" rIns="0" bIns="0" rtlCol="0" anchor="t" anchorCtr="0">
            <a:noAutofit/>
          </a:bodyPr>
          <a:lstStyle>
            <a:lvl1pPr>
              <a:spcAft>
                <a:spcPts val="400"/>
              </a:spcAft>
              <a:defRPr lang="en-GB" sz="1000" dirty="0">
                <a:solidFill>
                  <a:schemeClr val="tx1"/>
                </a:solidFill>
              </a:defRPr>
            </a:lvl1pPr>
            <a:lvl2pPr>
              <a:spcAft>
                <a:spcPts val="400"/>
              </a:spcAft>
              <a:defRPr lang="en-GB" sz="1000" b="0" dirty="0">
                <a:solidFill>
                  <a:schemeClr val="tx1"/>
                </a:solidFill>
              </a:defRPr>
            </a:lvl2pPr>
            <a:lvl3pPr>
              <a:spcAft>
                <a:spcPts val="400"/>
              </a:spcAft>
              <a:defRPr lang="en-GB" sz="900" b="0" dirty="0"/>
            </a:lvl3pPr>
            <a:lvl4pPr>
              <a:spcAft>
                <a:spcPts val="400"/>
              </a:spcAft>
              <a:defRPr lang="en-GB" sz="900" i="1" dirty="0"/>
            </a:lvl4pPr>
            <a:lvl5pPr>
              <a:spcAft>
                <a:spcPts val="0"/>
              </a:spcAft>
              <a:defRPr lang="en-GB" sz="900" dirty="0"/>
            </a:lvl5pPr>
            <a:lvl6pPr>
              <a:spcAft>
                <a:spcPts val="0"/>
              </a:spcAft>
              <a:defRPr lang="en-GB" sz="900" dirty="0"/>
            </a:lvl6pPr>
            <a:lvl7pPr>
              <a:spcAft>
                <a:spcPts val="0"/>
              </a:spcAft>
              <a:defRPr lang="en-GB" sz="900" dirty="0"/>
            </a:lvl7pPr>
            <a:lvl8pPr marL="183600" indent="-183600">
              <a:spcAft>
                <a:spcPts val="0"/>
              </a:spcAft>
              <a:defRPr lang="en-GB" sz="900" dirty="0"/>
            </a:lvl8pPr>
            <a:lvl9pPr marL="360000" indent="-176400">
              <a:spcAft>
                <a:spcPts val="0"/>
              </a:spcAft>
              <a:defRPr lang="en-GB" sz="900" dirty="0"/>
            </a:lvl9pPr>
          </a:lstStyle>
          <a:p>
            <a:pPr lvl="0"/>
            <a:r>
              <a:rPr lang="en-GB" noProof="0"/>
              <a:t>First Level</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Sixth level</a:t>
            </a:r>
          </a:p>
          <a:p>
            <a:pPr lvl="6"/>
            <a:r>
              <a:rPr lang="en-GB" noProof="0"/>
              <a:t>Seventh level</a:t>
            </a:r>
          </a:p>
          <a:p>
            <a:pPr lvl="7"/>
            <a:r>
              <a:rPr lang="en-GB" noProof="0"/>
              <a:t>Eight level</a:t>
            </a:r>
          </a:p>
          <a:p>
            <a:pPr lvl="8"/>
            <a:r>
              <a:rPr lang="en-GB" noProof="0"/>
              <a:t>Ninth level</a:t>
            </a:r>
          </a:p>
        </p:txBody>
      </p:sp>
      <p:sp>
        <p:nvSpPr>
          <p:cNvPr id="7" name="Picture Placeholder 10">
            <a:extLst>
              <a:ext uri="{FF2B5EF4-FFF2-40B4-BE49-F238E27FC236}">
                <a16:creationId xmlns:a16="http://schemas.microsoft.com/office/drawing/2014/main" id="{4949B985-57F5-B0CC-EEEB-59E9F1B13F34}"/>
              </a:ext>
            </a:extLst>
          </p:cNvPr>
          <p:cNvSpPr>
            <a:spLocks noGrp="1"/>
          </p:cNvSpPr>
          <p:nvPr>
            <p:ph type="pic" sz="quarter" idx="18" hasCustomPrompt="1"/>
          </p:nvPr>
        </p:nvSpPr>
        <p:spPr>
          <a:xfrm>
            <a:off x="633120" y="1849791"/>
            <a:ext cx="539044" cy="539043"/>
          </a:xfrm>
          <a:prstGeom prst="rect">
            <a:avLst/>
          </a:prstGeom>
          <a:noFill/>
          <a:ln>
            <a:noFill/>
          </a:ln>
        </p:spPr>
        <p:txBody>
          <a:bodyPr anchor="ctr"/>
          <a:lstStyle>
            <a:lvl1pPr algn="ctr">
              <a:defRPr sz="1000"/>
            </a:lvl1pPr>
          </a:lstStyle>
          <a:p>
            <a:pPr marL="0" marR="0" lvl="0" indent="0" algn="l" defTabSz="736656"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add icon</a:t>
            </a:r>
          </a:p>
        </p:txBody>
      </p:sp>
      <p:sp>
        <p:nvSpPr>
          <p:cNvPr id="29" name="Text Placeholder 28">
            <a:extLst>
              <a:ext uri="{FF2B5EF4-FFF2-40B4-BE49-F238E27FC236}">
                <a16:creationId xmlns:a16="http://schemas.microsoft.com/office/drawing/2014/main" id="{DCB984E8-2180-87AE-F038-4A3C23A80080}"/>
              </a:ext>
            </a:extLst>
          </p:cNvPr>
          <p:cNvSpPr>
            <a:spLocks noGrp="1"/>
          </p:cNvSpPr>
          <p:nvPr>
            <p:ph type="body" sz="quarter" idx="25" hasCustomPrompt="1"/>
          </p:nvPr>
        </p:nvSpPr>
        <p:spPr>
          <a:xfrm>
            <a:off x="3373438" y="1724025"/>
            <a:ext cx="789285" cy="790575"/>
          </a:xfrm>
          <a:custGeom>
            <a:avLst/>
            <a:gdLst>
              <a:gd name="connsiteX0" fmla="*/ 0 w 3562350"/>
              <a:gd name="connsiteY0" fmla="*/ 0 h 2190750"/>
              <a:gd name="connsiteX1" fmla="*/ 3562350 w 3562350"/>
              <a:gd name="connsiteY1" fmla="*/ 0 h 2190750"/>
              <a:gd name="connsiteX2" fmla="*/ 3562350 w 3562350"/>
              <a:gd name="connsiteY2" fmla="*/ 2190750 h 2190750"/>
              <a:gd name="connsiteX3" fmla="*/ 0 w 3562350"/>
              <a:gd name="connsiteY3" fmla="*/ 2190750 h 2190750"/>
            </a:gdLst>
            <a:ahLst/>
            <a:cxnLst>
              <a:cxn ang="0">
                <a:pos x="connsiteX0" y="connsiteY0"/>
              </a:cxn>
              <a:cxn ang="0">
                <a:pos x="connsiteX1" y="connsiteY1"/>
              </a:cxn>
              <a:cxn ang="0">
                <a:pos x="connsiteX2" y="connsiteY2"/>
              </a:cxn>
              <a:cxn ang="0">
                <a:pos x="connsiteX3" y="connsiteY3"/>
              </a:cxn>
            </a:cxnLst>
            <a:rect l="l" t="t" r="r" b="b"/>
            <a:pathLst>
              <a:path w="3562350" h="2190750">
                <a:moveTo>
                  <a:pt x="0" y="0"/>
                </a:moveTo>
                <a:lnTo>
                  <a:pt x="3562350" y="0"/>
                </a:lnTo>
                <a:lnTo>
                  <a:pt x="3562350" y="2190750"/>
                </a:lnTo>
                <a:lnTo>
                  <a:pt x="0" y="2190750"/>
                </a:lnTo>
                <a:close/>
              </a:path>
            </a:pathLst>
          </a:custGeom>
          <a:solidFill>
            <a:schemeClr val="bg2"/>
          </a:solidFill>
        </p:spPr>
        <p:txBody>
          <a:bodyPr vert="horz" wrap="square" lIns="108000" tIns="108000" rIns="108000" bIns="108000" rtlCol="0" anchor="t" anchorCtr="0">
            <a:noAutofit/>
          </a:bodyPr>
          <a:lstStyle>
            <a:lvl1pPr>
              <a:defRPr lang="en-GB"/>
            </a:lvl1pPr>
          </a:lstStyle>
          <a:p>
            <a:pPr lvl="0"/>
            <a:r>
              <a:rPr lang="en-GB"/>
              <a:t> </a:t>
            </a:r>
          </a:p>
        </p:txBody>
      </p:sp>
      <p:sp>
        <p:nvSpPr>
          <p:cNvPr id="30" name="Text 1">
            <a:extLst>
              <a:ext uri="{FF2B5EF4-FFF2-40B4-BE49-F238E27FC236}">
                <a16:creationId xmlns:a16="http://schemas.microsoft.com/office/drawing/2014/main" id="{8C74CE68-8E06-448F-1AC9-209DF427BF63}"/>
              </a:ext>
            </a:extLst>
          </p:cNvPr>
          <p:cNvSpPr>
            <a:spLocks noGrp="1"/>
          </p:cNvSpPr>
          <p:nvPr>
            <p:ph type="body" sz="quarter" idx="26" hasCustomPrompt="1"/>
          </p:nvPr>
        </p:nvSpPr>
        <p:spPr>
          <a:xfrm>
            <a:off x="4324350" y="1725613"/>
            <a:ext cx="1649413" cy="788987"/>
          </a:xfrm>
          <a:prstGeom prst="rect">
            <a:avLst/>
          </a:prstGeom>
        </p:spPr>
        <p:txBody>
          <a:bodyPr vert="horz" wrap="square" lIns="0" tIns="0" rIns="0" bIns="0" rtlCol="0" anchor="t" anchorCtr="0">
            <a:noAutofit/>
          </a:bodyPr>
          <a:lstStyle>
            <a:lvl1pPr>
              <a:spcAft>
                <a:spcPts val="400"/>
              </a:spcAft>
              <a:defRPr lang="en-GB" sz="1000" dirty="0">
                <a:solidFill>
                  <a:schemeClr val="tx1"/>
                </a:solidFill>
              </a:defRPr>
            </a:lvl1pPr>
            <a:lvl2pPr>
              <a:spcAft>
                <a:spcPts val="400"/>
              </a:spcAft>
              <a:defRPr lang="en-GB" sz="1000" b="0" dirty="0">
                <a:solidFill>
                  <a:schemeClr val="tx1"/>
                </a:solidFill>
              </a:defRPr>
            </a:lvl2pPr>
            <a:lvl3pPr>
              <a:spcAft>
                <a:spcPts val="400"/>
              </a:spcAft>
              <a:defRPr lang="en-GB" sz="900" b="0" dirty="0"/>
            </a:lvl3pPr>
            <a:lvl4pPr>
              <a:spcAft>
                <a:spcPts val="400"/>
              </a:spcAft>
              <a:defRPr lang="en-GB" sz="900" i="1" dirty="0"/>
            </a:lvl4pPr>
            <a:lvl5pPr>
              <a:spcAft>
                <a:spcPts val="0"/>
              </a:spcAft>
              <a:defRPr lang="en-GB" sz="900" dirty="0"/>
            </a:lvl5pPr>
            <a:lvl6pPr>
              <a:spcAft>
                <a:spcPts val="0"/>
              </a:spcAft>
              <a:defRPr lang="en-GB" sz="900" dirty="0"/>
            </a:lvl6pPr>
            <a:lvl7pPr>
              <a:spcAft>
                <a:spcPts val="0"/>
              </a:spcAft>
              <a:defRPr lang="en-GB" sz="900" dirty="0"/>
            </a:lvl7pPr>
            <a:lvl8pPr marL="183600" indent="-183600">
              <a:spcAft>
                <a:spcPts val="0"/>
              </a:spcAft>
              <a:defRPr lang="en-GB" sz="900" dirty="0"/>
            </a:lvl8pPr>
            <a:lvl9pPr marL="360000" indent="-176400">
              <a:spcAft>
                <a:spcPts val="0"/>
              </a:spcAft>
              <a:defRPr lang="en-GB" sz="900" dirty="0"/>
            </a:lvl9pPr>
          </a:lstStyle>
          <a:p>
            <a:pPr lvl="0"/>
            <a:r>
              <a:rPr lang="en-GB" noProof="0"/>
              <a:t>First Level</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Sixth level</a:t>
            </a:r>
          </a:p>
          <a:p>
            <a:pPr lvl="6"/>
            <a:r>
              <a:rPr lang="en-GB" noProof="0"/>
              <a:t>Seventh level</a:t>
            </a:r>
          </a:p>
          <a:p>
            <a:pPr lvl="7"/>
            <a:r>
              <a:rPr lang="en-GB" noProof="0"/>
              <a:t>Eight level</a:t>
            </a:r>
          </a:p>
          <a:p>
            <a:pPr lvl="8"/>
            <a:r>
              <a:rPr lang="en-GB" noProof="0"/>
              <a:t>Ninth level</a:t>
            </a:r>
          </a:p>
        </p:txBody>
      </p:sp>
      <p:sp>
        <p:nvSpPr>
          <p:cNvPr id="31" name="Picture Placeholder 10">
            <a:extLst>
              <a:ext uri="{FF2B5EF4-FFF2-40B4-BE49-F238E27FC236}">
                <a16:creationId xmlns:a16="http://schemas.microsoft.com/office/drawing/2014/main" id="{6F73E224-EE96-96BD-4FB2-C3AFA77AB809}"/>
              </a:ext>
            </a:extLst>
          </p:cNvPr>
          <p:cNvSpPr>
            <a:spLocks noGrp="1"/>
          </p:cNvSpPr>
          <p:nvPr>
            <p:ph type="pic" sz="quarter" idx="27" hasCustomPrompt="1"/>
          </p:nvPr>
        </p:nvSpPr>
        <p:spPr>
          <a:xfrm>
            <a:off x="3498558" y="1849791"/>
            <a:ext cx="539044" cy="539043"/>
          </a:xfrm>
          <a:prstGeom prst="rect">
            <a:avLst/>
          </a:prstGeom>
          <a:noFill/>
          <a:ln>
            <a:noFill/>
          </a:ln>
        </p:spPr>
        <p:txBody>
          <a:bodyPr anchor="ctr"/>
          <a:lstStyle>
            <a:lvl1pPr algn="ctr">
              <a:defRPr sz="1000"/>
            </a:lvl1pPr>
          </a:lstStyle>
          <a:p>
            <a:pPr marL="0" marR="0" lvl="0" indent="0" algn="l" defTabSz="736656"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add icon</a:t>
            </a:r>
          </a:p>
        </p:txBody>
      </p:sp>
      <p:sp>
        <p:nvSpPr>
          <p:cNvPr id="32" name="Text Placeholder 31">
            <a:extLst>
              <a:ext uri="{FF2B5EF4-FFF2-40B4-BE49-F238E27FC236}">
                <a16:creationId xmlns:a16="http://schemas.microsoft.com/office/drawing/2014/main" id="{F955B085-787E-7CE6-2CC7-EF4E2F7460B9}"/>
              </a:ext>
            </a:extLst>
          </p:cNvPr>
          <p:cNvSpPr>
            <a:spLocks noGrp="1"/>
          </p:cNvSpPr>
          <p:nvPr>
            <p:ph type="body" sz="quarter" idx="28" hasCustomPrompt="1"/>
          </p:nvPr>
        </p:nvSpPr>
        <p:spPr>
          <a:xfrm>
            <a:off x="508000" y="2924175"/>
            <a:ext cx="789285" cy="790575"/>
          </a:xfrm>
          <a:custGeom>
            <a:avLst/>
            <a:gdLst>
              <a:gd name="connsiteX0" fmla="*/ 0 w 3562350"/>
              <a:gd name="connsiteY0" fmla="*/ 0 h 2190750"/>
              <a:gd name="connsiteX1" fmla="*/ 3562350 w 3562350"/>
              <a:gd name="connsiteY1" fmla="*/ 0 h 2190750"/>
              <a:gd name="connsiteX2" fmla="*/ 3562350 w 3562350"/>
              <a:gd name="connsiteY2" fmla="*/ 2190750 h 2190750"/>
              <a:gd name="connsiteX3" fmla="*/ 0 w 3562350"/>
              <a:gd name="connsiteY3" fmla="*/ 2190750 h 2190750"/>
            </a:gdLst>
            <a:ahLst/>
            <a:cxnLst>
              <a:cxn ang="0">
                <a:pos x="connsiteX0" y="connsiteY0"/>
              </a:cxn>
              <a:cxn ang="0">
                <a:pos x="connsiteX1" y="connsiteY1"/>
              </a:cxn>
              <a:cxn ang="0">
                <a:pos x="connsiteX2" y="connsiteY2"/>
              </a:cxn>
              <a:cxn ang="0">
                <a:pos x="connsiteX3" y="connsiteY3"/>
              </a:cxn>
            </a:cxnLst>
            <a:rect l="l" t="t" r="r" b="b"/>
            <a:pathLst>
              <a:path w="3562350" h="2190750">
                <a:moveTo>
                  <a:pt x="0" y="0"/>
                </a:moveTo>
                <a:lnTo>
                  <a:pt x="3562350" y="0"/>
                </a:lnTo>
                <a:lnTo>
                  <a:pt x="3562350" y="2190750"/>
                </a:lnTo>
                <a:lnTo>
                  <a:pt x="0" y="2190750"/>
                </a:lnTo>
                <a:close/>
              </a:path>
            </a:pathLst>
          </a:custGeom>
          <a:solidFill>
            <a:schemeClr val="bg2"/>
          </a:solidFill>
        </p:spPr>
        <p:txBody>
          <a:bodyPr vert="horz" wrap="square" lIns="108000" tIns="108000" rIns="108000" bIns="108000" rtlCol="0" anchor="t" anchorCtr="0">
            <a:noAutofit/>
          </a:bodyPr>
          <a:lstStyle>
            <a:lvl1pPr>
              <a:defRPr lang="en-GB"/>
            </a:lvl1pPr>
          </a:lstStyle>
          <a:p>
            <a:pPr lvl="0"/>
            <a:r>
              <a:rPr lang="en-GB"/>
              <a:t> </a:t>
            </a:r>
          </a:p>
        </p:txBody>
      </p:sp>
      <p:sp>
        <p:nvSpPr>
          <p:cNvPr id="33" name="Text 1">
            <a:extLst>
              <a:ext uri="{FF2B5EF4-FFF2-40B4-BE49-F238E27FC236}">
                <a16:creationId xmlns:a16="http://schemas.microsoft.com/office/drawing/2014/main" id="{F7D63918-335B-89B5-9CAD-613E0276C8EE}"/>
              </a:ext>
            </a:extLst>
          </p:cNvPr>
          <p:cNvSpPr>
            <a:spLocks noGrp="1"/>
          </p:cNvSpPr>
          <p:nvPr>
            <p:ph type="body" sz="quarter" idx="29" hasCustomPrompt="1"/>
          </p:nvPr>
        </p:nvSpPr>
        <p:spPr>
          <a:xfrm>
            <a:off x="1458912" y="2925763"/>
            <a:ext cx="1649413" cy="788987"/>
          </a:xfrm>
          <a:prstGeom prst="rect">
            <a:avLst/>
          </a:prstGeom>
        </p:spPr>
        <p:txBody>
          <a:bodyPr vert="horz" wrap="square" lIns="0" tIns="0" rIns="0" bIns="0" rtlCol="0" anchor="t" anchorCtr="0">
            <a:noAutofit/>
          </a:bodyPr>
          <a:lstStyle>
            <a:lvl1pPr>
              <a:spcAft>
                <a:spcPts val="400"/>
              </a:spcAft>
              <a:defRPr lang="en-GB" sz="1000" dirty="0">
                <a:solidFill>
                  <a:schemeClr val="tx1"/>
                </a:solidFill>
              </a:defRPr>
            </a:lvl1pPr>
            <a:lvl2pPr>
              <a:spcAft>
                <a:spcPts val="400"/>
              </a:spcAft>
              <a:defRPr lang="en-GB" sz="1000" b="0" dirty="0">
                <a:solidFill>
                  <a:schemeClr val="tx1"/>
                </a:solidFill>
              </a:defRPr>
            </a:lvl2pPr>
            <a:lvl3pPr>
              <a:spcAft>
                <a:spcPts val="400"/>
              </a:spcAft>
              <a:defRPr lang="en-GB" sz="900" b="0" dirty="0"/>
            </a:lvl3pPr>
            <a:lvl4pPr>
              <a:spcAft>
                <a:spcPts val="400"/>
              </a:spcAft>
              <a:defRPr lang="en-GB" sz="900" i="1" dirty="0"/>
            </a:lvl4pPr>
            <a:lvl5pPr>
              <a:spcAft>
                <a:spcPts val="0"/>
              </a:spcAft>
              <a:defRPr lang="en-GB" sz="900" dirty="0"/>
            </a:lvl5pPr>
            <a:lvl6pPr>
              <a:spcAft>
                <a:spcPts val="0"/>
              </a:spcAft>
              <a:defRPr lang="en-GB" sz="900" dirty="0"/>
            </a:lvl6pPr>
            <a:lvl7pPr>
              <a:spcAft>
                <a:spcPts val="0"/>
              </a:spcAft>
              <a:defRPr lang="en-GB" sz="900" dirty="0"/>
            </a:lvl7pPr>
            <a:lvl8pPr marL="183600" indent="-183600">
              <a:spcAft>
                <a:spcPts val="0"/>
              </a:spcAft>
              <a:defRPr lang="en-GB" sz="900" dirty="0"/>
            </a:lvl8pPr>
            <a:lvl9pPr marL="360000" indent="-176400">
              <a:spcAft>
                <a:spcPts val="0"/>
              </a:spcAft>
              <a:defRPr lang="en-GB" sz="900" dirty="0"/>
            </a:lvl9pPr>
          </a:lstStyle>
          <a:p>
            <a:pPr lvl="0"/>
            <a:r>
              <a:rPr lang="en-GB" noProof="0"/>
              <a:t>First Level</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Sixth level</a:t>
            </a:r>
          </a:p>
          <a:p>
            <a:pPr lvl="6"/>
            <a:r>
              <a:rPr lang="en-GB" noProof="0"/>
              <a:t>Seventh level</a:t>
            </a:r>
          </a:p>
          <a:p>
            <a:pPr lvl="7"/>
            <a:r>
              <a:rPr lang="en-GB" noProof="0"/>
              <a:t>Eight level</a:t>
            </a:r>
          </a:p>
          <a:p>
            <a:pPr lvl="8"/>
            <a:r>
              <a:rPr lang="en-GB" noProof="0"/>
              <a:t>Ninth level</a:t>
            </a:r>
          </a:p>
        </p:txBody>
      </p:sp>
      <p:sp>
        <p:nvSpPr>
          <p:cNvPr id="34" name="Picture Placeholder 10">
            <a:extLst>
              <a:ext uri="{FF2B5EF4-FFF2-40B4-BE49-F238E27FC236}">
                <a16:creationId xmlns:a16="http://schemas.microsoft.com/office/drawing/2014/main" id="{43EC35B7-D6A4-BE47-941F-73AD353D872C}"/>
              </a:ext>
            </a:extLst>
          </p:cNvPr>
          <p:cNvSpPr>
            <a:spLocks noGrp="1"/>
          </p:cNvSpPr>
          <p:nvPr>
            <p:ph type="pic" sz="quarter" idx="30" hasCustomPrompt="1"/>
          </p:nvPr>
        </p:nvSpPr>
        <p:spPr>
          <a:xfrm>
            <a:off x="633120" y="3049941"/>
            <a:ext cx="539044" cy="539043"/>
          </a:xfrm>
          <a:prstGeom prst="rect">
            <a:avLst/>
          </a:prstGeom>
          <a:noFill/>
          <a:ln>
            <a:noFill/>
          </a:ln>
        </p:spPr>
        <p:txBody>
          <a:bodyPr anchor="ctr"/>
          <a:lstStyle>
            <a:lvl1pPr algn="ctr">
              <a:defRPr sz="1000"/>
            </a:lvl1pPr>
          </a:lstStyle>
          <a:p>
            <a:pPr marL="0" marR="0" lvl="0" indent="0" algn="l" defTabSz="736656"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add icon</a:t>
            </a:r>
          </a:p>
        </p:txBody>
      </p:sp>
      <p:sp>
        <p:nvSpPr>
          <p:cNvPr id="35" name="Text Placeholder 34">
            <a:extLst>
              <a:ext uri="{FF2B5EF4-FFF2-40B4-BE49-F238E27FC236}">
                <a16:creationId xmlns:a16="http://schemas.microsoft.com/office/drawing/2014/main" id="{10AB073F-F602-CDC4-A47A-5393E55103D7}"/>
              </a:ext>
            </a:extLst>
          </p:cNvPr>
          <p:cNvSpPr>
            <a:spLocks noGrp="1"/>
          </p:cNvSpPr>
          <p:nvPr>
            <p:ph type="body" sz="quarter" idx="31" hasCustomPrompt="1"/>
          </p:nvPr>
        </p:nvSpPr>
        <p:spPr>
          <a:xfrm>
            <a:off x="3373438" y="2924175"/>
            <a:ext cx="789285" cy="790575"/>
          </a:xfrm>
          <a:custGeom>
            <a:avLst/>
            <a:gdLst>
              <a:gd name="connsiteX0" fmla="*/ 0 w 3562350"/>
              <a:gd name="connsiteY0" fmla="*/ 0 h 2190750"/>
              <a:gd name="connsiteX1" fmla="*/ 3562350 w 3562350"/>
              <a:gd name="connsiteY1" fmla="*/ 0 h 2190750"/>
              <a:gd name="connsiteX2" fmla="*/ 3562350 w 3562350"/>
              <a:gd name="connsiteY2" fmla="*/ 2190750 h 2190750"/>
              <a:gd name="connsiteX3" fmla="*/ 0 w 3562350"/>
              <a:gd name="connsiteY3" fmla="*/ 2190750 h 2190750"/>
            </a:gdLst>
            <a:ahLst/>
            <a:cxnLst>
              <a:cxn ang="0">
                <a:pos x="connsiteX0" y="connsiteY0"/>
              </a:cxn>
              <a:cxn ang="0">
                <a:pos x="connsiteX1" y="connsiteY1"/>
              </a:cxn>
              <a:cxn ang="0">
                <a:pos x="connsiteX2" y="connsiteY2"/>
              </a:cxn>
              <a:cxn ang="0">
                <a:pos x="connsiteX3" y="connsiteY3"/>
              </a:cxn>
            </a:cxnLst>
            <a:rect l="l" t="t" r="r" b="b"/>
            <a:pathLst>
              <a:path w="3562350" h="2190750">
                <a:moveTo>
                  <a:pt x="0" y="0"/>
                </a:moveTo>
                <a:lnTo>
                  <a:pt x="3562350" y="0"/>
                </a:lnTo>
                <a:lnTo>
                  <a:pt x="3562350" y="2190750"/>
                </a:lnTo>
                <a:lnTo>
                  <a:pt x="0" y="2190750"/>
                </a:lnTo>
                <a:close/>
              </a:path>
            </a:pathLst>
          </a:custGeom>
          <a:solidFill>
            <a:schemeClr val="bg2"/>
          </a:solidFill>
        </p:spPr>
        <p:txBody>
          <a:bodyPr vert="horz" wrap="square" lIns="108000" tIns="108000" rIns="108000" bIns="108000" rtlCol="0" anchor="t" anchorCtr="0">
            <a:noAutofit/>
          </a:bodyPr>
          <a:lstStyle>
            <a:lvl1pPr>
              <a:defRPr lang="en-GB"/>
            </a:lvl1pPr>
          </a:lstStyle>
          <a:p>
            <a:pPr lvl="0"/>
            <a:r>
              <a:rPr lang="en-GB"/>
              <a:t> </a:t>
            </a:r>
          </a:p>
        </p:txBody>
      </p:sp>
      <p:sp>
        <p:nvSpPr>
          <p:cNvPr id="36" name="Text 1">
            <a:extLst>
              <a:ext uri="{FF2B5EF4-FFF2-40B4-BE49-F238E27FC236}">
                <a16:creationId xmlns:a16="http://schemas.microsoft.com/office/drawing/2014/main" id="{D3750153-55D7-EF80-D769-656234795748}"/>
              </a:ext>
            </a:extLst>
          </p:cNvPr>
          <p:cNvSpPr>
            <a:spLocks noGrp="1"/>
          </p:cNvSpPr>
          <p:nvPr>
            <p:ph type="body" sz="quarter" idx="32" hasCustomPrompt="1"/>
          </p:nvPr>
        </p:nvSpPr>
        <p:spPr>
          <a:xfrm>
            <a:off x="4324350" y="2925763"/>
            <a:ext cx="1649413" cy="788987"/>
          </a:xfrm>
          <a:prstGeom prst="rect">
            <a:avLst/>
          </a:prstGeom>
        </p:spPr>
        <p:txBody>
          <a:bodyPr vert="horz" wrap="square" lIns="0" tIns="0" rIns="0" bIns="0" rtlCol="0" anchor="t" anchorCtr="0">
            <a:noAutofit/>
          </a:bodyPr>
          <a:lstStyle>
            <a:lvl1pPr>
              <a:spcAft>
                <a:spcPts val="400"/>
              </a:spcAft>
              <a:defRPr lang="en-GB" sz="1000" dirty="0">
                <a:solidFill>
                  <a:schemeClr val="tx1"/>
                </a:solidFill>
              </a:defRPr>
            </a:lvl1pPr>
            <a:lvl2pPr>
              <a:spcAft>
                <a:spcPts val="400"/>
              </a:spcAft>
              <a:defRPr lang="en-GB" sz="1000" b="0" dirty="0">
                <a:solidFill>
                  <a:schemeClr val="tx1"/>
                </a:solidFill>
              </a:defRPr>
            </a:lvl2pPr>
            <a:lvl3pPr>
              <a:spcAft>
                <a:spcPts val="400"/>
              </a:spcAft>
              <a:defRPr lang="en-GB" sz="900" b="0" dirty="0"/>
            </a:lvl3pPr>
            <a:lvl4pPr>
              <a:spcAft>
                <a:spcPts val="400"/>
              </a:spcAft>
              <a:defRPr lang="en-GB" sz="900" i="1" dirty="0"/>
            </a:lvl4pPr>
            <a:lvl5pPr>
              <a:spcAft>
                <a:spcPts val="0"/>
              </a:spcAft>
              <a:defRPr lang="en-GB" sz="900" dirty="0"/>
            </a:lvl5pPr>
            <a:lvl6pPr>
              <a:spcAft>
                <a:spcPts val="0"/>
              </a:spcAft>
              <a:defRPr lang="en-GB" sz="900" dirty="0"/>
            </a:lvl6pPr>
            <a:lvl7pPr>
              <a:spcAft>
                <a:spcPts val="0"/>
              </a:spcAft>
              <a:defRPr lang="en-GB" sz="900" dirty="0"/>
            </a:lvl7pPr>
            <a:lvl8pPr marL="183600" indent="-183600">
              <a:spcAft>
                <a:spcPts val="0"/>
              </a:spcAft>
              <a:defRPr lang="en-GB" sz="900" dirty="0"/>
            </a:lvl8pPr>
            <a:lvl9pPr marL="360000" indent="-176400">
              <a:spcAft>
                <a:spcPts val="0"/>
              </a:spcAft>
              <a:defRPr lang="en-GB" sz="900" dirty="0"/>
            </a:lvl9pPr>
          </a:lstStyle>
          <a:p>
            <a:pPr lvl="0"/>
            <a:r>
              <a:rPr lang="en-GB" noProof="0"/>
              <a:t>First Level</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Sixth level</a:t>
            </a:r>
          </a:p>
          <a:p>
            <a:pPr lvl="6"/>
            <a:r>
              <a:rPr lang="en-GB" noProof="0"/>
              <a:t>Seventh level</a:t>
            </a:r>
          </a:p>
          <a:p>
            <a:pPr lvl="7"/>
            <a:r>
              <a:rPr lang="en-GB" noProof="0"/>
              <a:t>Eight level</a:t>
            </a:r>
          </a:p>
          <a:p>
            <a:pPr lvl="8"/>
            <a:r>
              <a:rPr lang="en-GB" noProof="0"/>
              <a:t>Ninth level</a:t>
            </a:r>
          </a:p>
        </p:txBody>
      </p:sp>
      <p:sp>
        <p:nvSpPr>
          <p:cNvPr id="37" name="Picture Placeholder 10">
            <a:extLst>
              <a:ext uri="{FF2B5EF4-FFF2-40B4-BE49-F238E27FC236}">
                <a16:creationId xmlns:a16="http://schemas.microsoft.com/office/drawing/2014/main" id="{25B616FE-BB55-32C3-23A9-29C476B9F68C}"/>
              </a:ext>
            </a:extLst>
          </p:cNvPr>
          <p:cNvSpPr>
            <a:spLocks noGrp="1"/>
          </p:cNvSpPr>
          <p:nvPr>
            <p:ph type="pic" sz="quarter" idx="33" hasCustomPrompt="1"/>
          </p:nvPr>
        </p:nvSpPr>
        <p:spPr>
          <a:xfrm>
            <a:off x="3498558" y="3049941"/>
            <a:ext cx="539044" cy="539043"/>
          </a:xfrm>
          <a:prstGeom prst="rect">
            <a:avLst/>
          </a:prstGeom>
          <a:noFill/>
          <a:ln>
            <a:noFill/>
          </a:ln>
        </p:spPr>
        <p:txBody>
          <a:bodyPr anchor="ctr"/>
          <a:lstStyle>
            <a:lvl1pPr algn="ctr">
              <a:defRPr sz="1000"/>
            </a:lvl1pPr>
          </a:lstStyle>
          <a:p>
            <a:pPr marL="0" marR="0" lvl="0" indent="0" algn="l" defTabSz="736656"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add icon</a:t>
            </a:r>
          </a:p>
        </p:txBody>
      </p:sp>
      <p:sp>
        <p:nvSpPr>
          <p:cNvPr id="44" name="Text Placeholder 43">
            <a:extLst>
              <a:ext uri="{FF2B5EF4-FFF2-40B4-BE49-F238E27FC236}">
                <a16:creationId xmlns:a16="http://schemas.microsoft.com/office/drawing/2014/main" id="{1A7BCA48-7247-3D86-50FF-747CD4C23227}"/>
              </a:ext>
            </a:extLst>
          </p:cNvPr>
          <p:cNvSpPr>
            <a:spLocks noGrp="1"/>
          </p:cNvSpPr>
          <p:nvPr>
            <p:ph type="body" sz="quarter" idx="34" hasCustomPrompt="1"/>
          </p:nvPr>
        </p:nvSpPr>
        <p:spPr>
          <a:xfrm>
            <a:off x="508000" y="4149726"/>
            <a:ext cx="789285" cy="790575"/>
          </a:xfrm>
          <a:custGeom>
            <a:avLst/>
            <a:gdLst>
              <a:gd name="connsiteX0" fmla="*/ 0 w 3562350"/>
              <a:gd name="connsiteY0" fmla="*/ 0 h 2190750"/>
              <a:gd name="connsiteX1" fmla="*/ 3562350 w 3562350"/>
              <a:gd name="connsiteY1" fmla="*/ 0 h 2190750"/>
              <a:gd name="connsiteX2" fmla="*/ 3562350 w 3562350"/>
              <a:gd name="connsiteY2" fmla="*/ 2190750 h 2190750"/>
              <a:gd name="connsiteX3" fmla="*/ 0 w 3562350"/>
              <a:gd name="connsiteY3" fmla="*/ 2190750 h 2190750"/>
            </a:gdLst>
            <a:ahLst/>
            <a:cxnLst>
              <a:cxn ang="0">
                <a:pos x="connsiteX0" y="connsiteY0"/>
              </a:cxn>
              <a:cxn ang="0">
                <a:pos x="connsiteX1" y="connsiteY1"/>
              </a:cxn>
              <a:cxn ang="0">
                <a:pos x="connsiteX2" y="connsiteY2"/>
              </a:cxn>
              <a:cxn ang="0">
                <a:pos x="connsiteX3" y="connsiteY3"/>
              </a:cxn>
            </a:cxnLst>
            <a:rect l="l" t="t" r="r" b="b"/>
            <a:pathLst>
              <a:path w="3562350" h="2190750">
                <a:moveTo>
                  <a:pt x="0" y="0"/>
                </a:moveTo>
                <a:lnTo>
                  <a:pt x="3562350" y="0"/>
                </a:lnTo>
                <a:lnTo>
                  <a:pt x="3562350" y="2190750"/>
                </a:lnTo>
                <a:lnTo>
                  <a:pt x="0" y="2190750"/>
                </a:lnTo>
                <a:close/>
              </a:path>
            </a:pathLst>
          </a:custGeom>
          <a:solidFill>
            <a:schemeClr val="bg2"/>
          </a:solidFill>
        </p:spPr>
        <p:txBody>
          <a:bodyPr vert="horz" wrap="square" lIns="108000" tIns="108000" rIns="108000" bIns="108000" rtlCol="0" anchor="t" anchorCtr="0">
            <a:noAutofit/>
          </a:bodyPr>
          <a:lstStyle>
            <a:lvl1pPr>
              <a:defRPr lang="en-GB"/>
            </a:lvl1pPr>
          </a:lstStyle>
          <a:p>
            <a:pPr lvl="0"/>
            <a:r>
              <a:rPr lang="en-GB"/>
              <a:t> </a:t>
            </a:r>
          </a:p>
        </p:txBody>
      </p:sp>
      <p:sp>
        <p:nvSpPr>
          <p:cNvPr id="45" name="Text 1">
            <a:extLst>
              <a:ext uri="{FF2B5EF4-FFF2-40B4-BE49-F238E27FC236}">
                <a16:creationId xmlns:a16="http://schemas.microsoft.com/office/drawing/2014/main" id="{277028E0-E7FB-1413-A3F7-34F61F1A9CF8}"/>
              </a:ext>
            </a:extLst>
          </p:cNvPr>
          <p:cNvSpPr>
            <a:spLocks noGrp="1"/>
          </p:cNvSpPr>
          <p:nvPr>
            <p:ph type="body" sz="quarter" idx="35" hasCustomPrompt="1"/>
          </p:nvPr>
        </p:nvSpPr>
        <p:spPr>
          <a:xfrm>
            <a:off x="1458912" y="4151314"/>
            <a:ext cx="1649413" cy="788987"/>
          </a:xfrm>
          <a:prstGeom prst="rect">
            <a:avLst/>
          </a:prstGeom>
        </p:spPr>
        <p:txBody>
          <a:bodyPr vert="horz" wrap="square" lIns="0" tIns="0" rIns="0" bIns="0" rtlCol="0" anchor="t" anchorCtr="0">
            <a:noAutofit/>
          </a:bodyPr>
          <a:lstStyle>
            <a:lvl1pPr>
              <a:spcAft>
                <a:spcPts val="400"/>
              </a:spcAft>
              <a:defRPr lang="en-GB" sz="1000" dirty="0">
                <a:solidFill>
                  <a:schemeClr val="tx1"/>
                </a:solidFill>
              </a:defRPr>
            </a:lvl1pPr>
            <a:lvl2pPr>
              <a:spcAft>
                <a:spcPts val="400"/>
              </a:spcAft>
              <a:defRPr lang="en-GB" sz="1000" b="0" dirty="0">
                <a:solidFill>
                  <a:schemeClr val="tx1"/>
                </a:solidFill>
              </a:defRPr>
            </a:lvl2pPr>
            <a:lvl3pPr>
              <a:spcAft>
                <a:spcPts val="400"/>
              </a:spcAft>
              <a:defRPr lang="en-GB" sz="900" b="0" dirty="0"/>
            </a:lvl3pPr>
            <a:lvl4pPr>
              <a:spcAft>
                <a:spcPts val="400"/>
              </a:spcAft>
              <a:defRPr lang="en-GB" sz="900" i="1" dirty="0"/>
            </a:lvl4pPr>
            <a:lvl5pPr>
              <a:spcAft>
                <a:spcPts val="0"/>
              </a:spcAft>
              <a:defRPr lang="en-GB" sz="900" dirty="0"/>
            </a:lvl5pPr>
            <a:lvl6pPr>
              <a:spcAft>
                <a:spcPts val="0"/>
              </a:spcAft>
              <a:defRPr lang="en-GB" sz="900" dirty="0"/>
            </a:lvl6pPr>
            <a:lvl7pPr>
              <a:spcAft>
                <a:spcPts val="0"/>
              </a:spcAft>
              <a:defRPr lang="en-GB" sz="900" dirty="0"/>
            </a:lvl7pPr>
            <a:lvl8pPr marL="183600" indent="-183600">
              <a:spcAft>
                <a:spcPts val="0"/>
              </a:spcAft>
              <a:defRPr lang="en-GB" sz="900" dirty="0"/>
            </a:lvl8pPr>
            <a:lvl9pPr marL="360000" indent="-176400">
              <a:spcAft>
                <a:spcPts val="0"/>
              </a:spcAft>
              <a:defRPr lang="en-GB" sz="900" dirty="0"/>
            </a:lvl9pPr>
          </a:lstStyle>
          <a:p>
            <a:pPr lvl="0"/>
            <a:r>
              <a:rPr lang="en-GB" noProof="0"/>
              <a:t>First Level</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Sixth level</a:t>
            </a:r>
          </a:p>
          <a:p>
            <a:pPr lvl="6"/>
            <a:r>
              <a:rPr lang="en-GB" noProof="0"/>
              <a:t>Seventh level</a:t>
            </a:r>
          </a:p>
          <a:p>
            <a:pPr lvl="7"/>
            <a:r>
              <a:rPr lang="en-GB" noProof="0"/>
              <a:t>Eight level</a:t>
            </a:r>
          </a:p>
          <a:p>
            <a:pPr lvl="8"/>
            <a:r>
              <a:rPr lang="en-GB" noProof="0"/>
              <a:t>Ninth level</a:t>
            </a:r>
          </a:p>
        </p:txBody>
      </p:sp>
      <p:sp>
        <p:nvSpPr>
          <p:cNvPr id="46" name="Picture Placeholder 10">
            <a:extLst>
              <a:ext uri="{FF2B5EF4-FFF2-40B4-BE49-F238E27FC236}">
                <a16:creationId xmlns:a16="http://schemas.microsoft.com/office/drawing/2014/main" id="{4A3E7866-088B-5983-93F9-FC3A1D9EB152}"/>
              </a:ext>
            </a:extLst>
          </p:cNvPr>
          <p:cNvSpPr>
            <a:spLocks noGrp="1"/>
          </p:cNvSpPr>
          <p:nvPr>
            <p:ph type="pic" sz="quarter" idx="36" hasCustomPrompt="1"/>
          </p:nvPr>
        </p:nvSpPr>
        <p:spPr>
          <a:xfrm>
            <a:off x="633120" y="4275492"/>
            <a:ext cx="539044" cy="539043"/>
          </a:xfrm>
          <a:prstGeom prst="rect">
            <a:avLst/>
          </a:prstGeom>
          <a:noFill/>
          <a:ln>
            <a:noFill/>
          </a:ln>
        </p:spPr>
        <p:txBody>
          <a:bodyPr anchor="ctr"/>
          <a:lstStyle>
            <a:lvl1pPr algn="ctr">
              <a:defRPr sz="1000"/>
            </a:lvl1pPr>
          </a:lstStyle>
          <a:p>
            <a:pPr marL="0" marR="0" lvl="0" indent="0" algn="l" defTabSz="736656"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add icon</a:t>
            </a:r>
          </a:p>
        </p:txBody>
      </p:sp>
      <p:sp>
        <p:nvSpPr>
          <p:cNvPr id="47" name="Text Placeholder 46">
            <a:extLst>
              <a:ext uri="{FF2B5EF4-FFF2-40B4-BE49-F238E27FC236}">
                <a16:creationId xmlns:a16="http://schemas.microsoft.com/office/drawing/2014/main" id="{9EB92709-E853-D8A4-AD14-AE75C0C5D89E}"/>
              </a:ext>
            </a:extLst>
          </p:cNvPr>
          <p:cNvSpPr>
            <a:spLocks noGrp="1"/>
          </p:cNvSpPr>
          <p:nvPr>
            <p:ph type="body" sz="quarter" idx="37" hasCustomPrompt="1"/>
          </p:nvPr>
        </p:nvSpPr>
        <p:spPr>
          <a:xfrm>
            <a:off x="3373438" y="4149726"/>
            <a:ext cx="789285" cy="790575"/>
          </a:xfrm>
          <a:custGeom>
            <a:avLst/>
            <a:gdLst>
              <a:gd name="connsiteX0" fmla="*/ 0 w 3562350"/>
              <a:gd name="connsiteY0" fmla="*/ 0 h 2190750"/>
              <a:gd name="connsiteX1" fmla="*/ 3562350 w 3562350"/>
              <a:gd name="connsiteY1" fmla="*/ 0 h 2190750"/>
              <a:gd name="connsiteX2" fmla="*/ 3562350 w 3562350"/>
              <a:gd name="connsiteY2" fmla="*/ 2190750 h 2190750"/>
              <a:gd name="connsiteX3" fmla="*/ 0 w 3562350"/>
              <a:gd name="connsiteY3" fmla="*/ 2190750 h 2190750"/>
            </a:gdLst>
            <a:ahLst/>
            <a:cxnLst>
              <a:cxn ang="0">
                <a:pos x="connsiteX0" y="connsiteY0"/>
              </a:cxn>
              <a:cxn ang="0">
                <a:pos x="connsiteX1" y="connsiteY1"/>
              </a:cxn>
              <a:cxn ang="0">
                <a:pos x="connsiteX2" y="connsiteY2"/>
              </a:cxn>
              <a:cxn ang="0">
                <a:pos x="connsiteX3" y="connsiteY3"/>
              </a:cxn>
            </a:cxnLst>
            <a:rect l="l" t="t" r="r" b="b"/>
            <a:pathLst>
              <a:path w="3562350" h="2190750">
                <a:moveTo>
                  <a:pt x="0" y="0"/>
                </a:moveTo>
                <a:lnTo>
                  <a:pt x="3562350" y="0"/>
                </a:lnTo>
                <a:lnTo>
                  <a:pt x="3562350" y="2190750"/>
                </a:lnTo>
                <a:lnTo>
                  <a:pt x="0" y="2190750"/>
                </a:lnTo>
                <a:close/>
              </a:path>
            </a:pathLst>
          </a:custGeom>
          <a:solidFill>
            <a:schemeClr val="bg2"/>
          </a:solidFill>
        </p:spPr>
        <p:txBody>
          <a:bodyPr vert="horz" wrap="square" lIns="108000" tIns="108000" rIns="108000" bIns="108000" rtlCol="0" anchor="t" anchorCtr="0">
            <a:noAutofit/>
          </a:bodyPr>
          <a:lstStyle>
            <a:lvl1pPr>
              <a:defRPr lang="en-GB"/>
            </a:lvl1pPr>
          </a:lstStyle>
          <a:p>
            <a:pPr lvl="0"/>
            <a:r>
              <a:rPr lang="en-GB"/>
              <a:t> </a:t>
            </a:r>
          </a:p>
        </p:txBody>
      </p:sp>
      <p:sp>
        <p:nvSpPr>
          <p:cNvPr id="48" name="Text 1">
            <a:extLst>
              <a:ext uri="{FF2B5EF4-FFF2-40B4-BE49-F238E27FC236}">
                <a16:creationId xmlns:a16="http://schemas.microsoft.com/office/drawing/2014/main" id="{29BA12A9-6E38-F618-BB44-FBF193B6B84C}"/>
              </a:ext>
            </a:extLst>
          </p:cNvPr>
          <p:cNvSpPr>
            <a:spLocks noGrp="1"/>
          </p:cNvSpPr>
          <p:nvPr>
            <p:ph type="body" sz="quarter" idx="38" hasCustomPrompt="1"/>
          </p:nvPr>
        </p:nvSpPr>
        <p:spPr>
          <a:xfrm>
            <a:off x="4324350" y="4151314"/>
            <a:ext cx="1649413" cy="788987"/>
          </a:xfrm>
          <a:prstGeom prst="rect">
            <a:avLst/>
          </a:prstGeom>
        </p:spPr>
        <p:txBody>
          <a:bodyPr vert="horz" wrap="square" lIns="0" tIns="0" rIns="0" bIns="0" rtlCol="0" anchor="t" anchorCtr="0">
            <a:noAutofit/>
          </a:bodyPr>
          <a:lstStyle>
            <a:lvl1pPr>
              <a:spcAft>
                <a:spcPts val="400"/>
              </a:spcAft>
              <a:defRPr lang="en-GB" sz="1000" dirty="0">
                <a:solidFill>
                  <a:schemeClr val="tx1"/>
                </a:solidFill>
              </a:defRPr>
            </a:lvl1pPr>
            <a:lvl2pPr>
              <a:spcAft>
                <a:spcPts val="400"/>
              </a:spcAft>
              <a:defRPr lang="en-GB" sz="1000" b="0" dirty="0">
                <a:solidFill>
                  <a:schemeClr val="tx1"/>
                </a:solidFill>
              </a:defRPr>
            </a:lvl2pPr>
            <a:lvl3pPr>
              <a:spcAft>
                <a:spcPts val="400"/>
              </a:spcAft>
              <a:defRPr lang="en-GB" sz="900" b="0" dirty="0"/>
            </a:lvl3pPr>
            <a:lvl4pPr>
              <a:spcAft>
                <a:spcPts val="400"/>
              </a:spcAft>
              <a:defRPr lang="en-GB" sz="900" i="1" dirty="0"/>
            </a:lvl4pPr>
            <a:lvl5pPr>
              <a:spcAft>
                <a:spcPts val="0"/>
              </a:spcAft>
              <a:defRPr lang="en-GB" sz="900" dirty="0"/>
            </a:lvl5pPr>
            <a:lvl6pPr>
              <a:spcAft>
                <a:spcPts val="0"/>
              </a:spcAft>
              <a:defRPr lang="en-GB" sz="900" dirty="0"/>
            </a:lvl6pPr>
            <a:lvl7pPr>
              <a:spcAft>
                <a:spcPts val="0"/>
              </a:spcAft>
              <a:defRPr lang="en-GB" sz="900" dirty="0"/>
            </a:lvl7pPr>
            <a:lvl8pPr marL="183600" indent="-183600">
              <a:spcAft>
                <a:spcPts val="0"/>
              </a:spcAft>
              <a:defRPr lang="en-GB" sz="900" dirty="0"/>
            </a:lvl8pPr>
            <a:lvl9pPr marL="360000" indent="-176400">
              <a:spcAft>
                <a:spcPts val="0"/>
              </a:spcAft>
              <a:defRPr lang="en-GB" sz="900" dirty="0"/>
            </a:lvl9pPr>
          </a:lstStyle>
          <a:p>
            <a:pPr lvl="0"/>
            <a:r>
              <a:rPr lang="en-GB" noProof="0"/>
              <a:t>First Level</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Sixth level</a:t>
            </a:r>
          </a:p>
          <a:p>
            <a:pPr lvl="6"/>
            <a:r>
              <a:rPr lang="en-GB" noProof="0"/>
              <a:t>Seventh level</a:t>
            </a:r>
          </a:p>
          <a:p>
            <a:pPr lvl="7"/>
            <a:r>
              <a:rPr lang="en-GB" noProof="0"/>
              <a:t>Eight level</a:t>
            </a:r>
          </a:p>
          <a:p>
            <a:pPr lvl="8"/>
            <a:r>
              <a:rPr lang="en-GB" noProof="0"/>
              <a:t>Ninth level</a:t>
            </a:r>
          </a:p>
        </p:txBody>
      </p:sp>
      <p:sp>
        <p:nvSpPr>
          <p:cNvPr id="49" name="Picture Placeholder 10">
            <a:extLst>
              <a:ext uri="{FF2B5EF4-FFF2-40B4-BE49-F238E27FC236}">
                <a16:creationId xmlns:a16="http://schemas.microsoft.com/office/drawing/2014/main" id="{1671D716-8844-F63D-8C7D-71BFEA3BBADD}"/>
              </a:ext>
            </a:extLst>
          </p:cNvPr>
          <p:cNvSpPr>
            <a:spLocks noGrp="1"/>
          </p:cNvSpPr>
          <p:nvPr>
            <p:ph type="pic" sz="quarter" idx="39" hasCustomPrompt="1"/>
          </p:nvPr>
        </p:nvSpPr>
        <p:spPr>
          <a:xfrm>
            <a:off x="3498558" y="4275492"/>
            <a:ext cx="539044" cy="539043"/>
          </a:xfrm>
          <a:prstGeom prst="rect">
            <a:avLst/>
          </a:prstGeom>
          <a:noFill/>
          <a:ln>
            <a:noFill/>
          </a:ln>
        </p:spPr>
        <p:txBody>
          <a:bodyPr anchor="ctr"/>
          <a:lstStyle>
            <a:lvl1pPr algn="ctr">
              <a:defRPr sz="1000"/>
            </a:lvl1pPr>
          </a:lstStyle>
          <a:p>
            <a:pPr marL="0" marR="0" lvl="0" indent="0" algn="l" defTabSz="736656"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add icon</a:t>
            </a:r>
          </a:p>
        </p:txBody>
      </p:sp>
      <p:sp>
        <p:nvSpPr>
          <p:cNvPr id="11" name="Picture Placeholder 10">
            <a:extLst>
              <a:ext uri="{FF2B5EF4-FFF2-40B4-BE49-F238E27FC236}">
                <a16:creationId xmlns:a16="http://schemas.microsoft.com/office/drawing/2014/main" id="{AFDDBDBB-B54F-6E93-96DA-103CCF1CF18C}"/>
              </a:ext>
            </a:extLst>
          </p:cNvPr>
          <p:cNvSpPr>
            <a:spLocks noGrp="1"/>
          </p:cNvSpPr>
          <p:nvPr>
            <p:ph type="pic" sz="quarter" idx="40" hasCustomPrompt="1"/>
          </p:nvPr>
        </p:nvSpPr>
        <p:spPr>
          <a:xfrm>
            <a:off x="6216650" y="1724025"/>
            <a:ext cx="5481863" cy="4260850"/>
          </a:xfrm>
          <a:custGeom>
            <a:avLst/>
            <a:gdLst>
              <a:gd name="connsiteX0" fmla="*/ 271224 w 5481863"/>
              <a:gd name="connsiteY0" fmla="*/ 0 h 4260850"/>
              <a:gd name="connsiteX1" fmla="*/ 1672709 w 5481863"/>
              <a:gd name="connsiteY1" fmla="*/ 0 h 4260850"/>
              <a:gd name="connsiteX2" fmla="*/ 3809155 w 5481863"/>
              <a:gd name="connsiteY2" fmla="*/ 0 h 4260850"/>
              <a:gd name="connsiteX3" fmla="*/ 5210640 w 5481863"/>
              <a:gd name="connsiteY3" fmla="*/ 0 h 4260850"/>
              <a:gd name="connsiteX4" fmla="*/ 5481863 w 5481863"/>
              <a:gd name="connsiteY4" fmla="*/ 271223 h 4260850"/>
              <a:gd name="connsiteX5" fmla="*/ 5481863 w 5481863"/>
              <a:gd name="connsiteY5" fmla="*/ 3989628 h 4260850"/>
              <a:gd name="connsiteX6" fmla="*/ 5210640 w 5481863"/>
              <a:gd name="connsiteY6" fmla="*/ 4260850 h 4260850"/>
              <a:gd name="connsiteX7" fmla="*/ 3809161 w 5481863"/>
              <a:gd name="connsiteY7" fmla="*/ 4260850 h 4260850"/>
              <a:gd name="connsiteX8" fmla="*/ 3809155 w 5481863"/>
              <a:gd name="connsiteY8" fmla="*/ 4260850 h 4260850"/>
              <a:gd name="connsiteX9" fmla="*/ 1619901 w 5481863"/>
              <a:gd name="connsiteY9" fmla="*/ 4260849 h 4260850"/>
              <a:gd name="connsiteX10" fmla="*/ 0 w 5481863"/>
              <a:gd name="connsiteY10" fmla="*/ 2640948 h 4260850"/>
              <a:gd name="connsiteX11" fmla="*/ 0 w 5481863"/>
              <a:gd name="connsiteY11" fmla="*/ 2139622 h 4260850"/>
              <a:gd name="connsiteX12" fmla="*/ 1 w 5481863"/>
              <a:gd name="connsiteY12" fmla="*/ 2139604 h 4260850"/>
              <a:gd name="connsiteX13" fmla="*/ 1 w 5481863"/>
              <a:gd name="connsiteY13" fmla="*/ 1896715 h 4260850"/>
              <a:gd name="connsiteX14" fmla="*/ 1 w 5481863"/>
              <a:gd name="connsiteY14" fmla="*/ 271223 h 4260850"/>
              <a:gd name="connsiteX15" fmla="*/ 271224 w 5481863"/>
              <a:gd name="connsiteY15" fmla="*/ 0 h 4260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81863" h="4260850">
                <a:moveTo>
                  <a:pt x="271224" y="0"/>
                </a:moveTo>
                <a:lnTo>
                  <a:pt x="1672709" y="0"/>
                </a:lnTo>
                <a:lnTo>
                  <a:pt x="3809155" y="0"/>
                </a:lnTo>
                <a:lnTo>
                  <a:pt x="5210640" y="0"/>
                </a:lnTo>
                <a:cubicBezTo>
                  <a:pt x="5360432" y="0"/>
                  <a:pt x="5481863" y="121431"/>
                  <a:pt x="5481863" y="271223"/>
                </a:cubicBezTo>
                <a:lnTo>
                  <a:pt x="5481863" y="3989628"/>
                </a:lnTo>
                <a:cubicBezTo>
                  <a:pt x="5481863" y="4139419"/>
                  <a:pt x="5360432" y="4260850"/>
                  <a:pt x="5210640" y="4260850"/>
                </a:cubicBezTo>
                <a:lnTo>
                  <a:pt x="3809161" y="4260850"/>
                </a:lnTo>
                <a:lnTo>
                  <a:pt x="3809155" y="4260850"/>
                </a:lnTo>
                <a:lnTo>
                  <a:pt x="1619901" y="4260849"/>
                </a:lnTo>
                <a:cubicBezTo>
                  <a:pt x="725254" y="4260849"/>
                  <a:pt x="0" y="3535595"/>
                  <a:pt x="0" y="2640948"/>
                </a:cubicBezTo>
                <a:lnTo>
                  <a:pt x="0" y="2139622"/>
                </a:lnTo>
                <a:cubicBezTo>
                  <a:pt x="0" y="2139617"/>
                  <a:pt x="1" y="2139610"/>
                  <a:pt x="1" y="2139604"/>
                </a:cubicBezTo>
                <a:lnTo>
                  <a:pt x="1" y="1896715"/>
                </a:lnTo>
                <a:lnTo>
                  <a:pt x="1" y="271223"/>
                </a:lnTo>
                <a:cubicBezTo>
                  <a:pt x="1" y="121431"/>
                  <a:pt x="121432" y="0"/>
                  <a:pt x="271224" y="0"/>
                </a:cubicBezTo>
                <a:close/>
              </a:path>
            </a:pathLst>
          </a:custGeom>
          <a:solidFill>
            <a:schemeClr val="bg2"/>
          </a:solidFill>
        </p:spPr>
        <p:txBody>
          <a:bodyPr vert="horz" wrap="square" lIns="0" tIns="0" rIns="0" bIns="0" rtlCol="0" anchor="t" anchorCtr="0">
            <a:noAutofit/>
          </a:bodyPr>
          <a:lstStyle>
            <a:lvl1pPr algn="ctr">
              <a:defRPr lang="en-GB" b="0"/>
            </a:lvl1pPr>
            <a:lvl2pPr algn="ctr">
              <a:defRPr/>
            </a:lvl2pPr>
            <a:lvl3pPr algn="ctr">
              <a:defRPr/>
            </a:lvl3pPr>
            <a:lvl4pPr algn="ctr">
              <a:defRPr/>
            </a:lvl4pPr>
            <a:lvl5pPr algn="ctr">
              <a:defRPr/>
            </a:lvl5pPr>
            <a:lvl6pPr algn="ctr">
              <a:defRPr/>
            </a:lvl6pPr>
            <a:lvl7pPr algn="ctr">
              <a:defRPr/>
            </a:lvl7pPr>
            <a:lvl8pPr algn="ctr">
              <a:defRPr/>
            </a:lvl8pPr>
            <a:lvl9pPr algn="ctr">
              <a:defRPr/>
            </a:lvl9pPr>
          </a:lstStyle>
          <a:p>
            <a:pPr lvl="0"/>
            <a:r>
              <a:rPr lang="en-GB"/>
              <a:t>To insert photo, please select placeholder, then access </a:t>
            </a:r>
            <a:r>
              <a:rPr lang="en-GB" err="1"/>
              <a:t>BrandCentral</a:t>
            </a:r>
            <a:r>
              <a:rPr lang="en-GB"/>
              <a:t> through the </a:t>
            </a:r>
            <a:r>
              <a:rPr lang="en-GB" err="1"/>
              <a:t>BrandCentral</a:t>
            </a:r>
            <a:r>
              <a:rPr lang="en-GB"/>
              <a:t> ribbon</a:t>
            </a:r>
          </a:p>
        </p:txBody>
      </p:sp>
      <p:sp>
        <p:nvSpPr>
          <p:cNvPr id="4" name="ChapterTitle">
            <a:extLst>
              <a:ext uri="{FF2B5EF4-FFF2-40B4-BE49-F238E27FC236}">
                <a16:creationId xmlns:a16="http://schemas.microsoft.com/office/drawing/2014/main" id="{D488BA68-A7C4-6624-5128-DBE33828309C}"/>
              </a:ext>
            </a:extLst>
          </p:cNvPr>
          <p:cNvSpPr>
            <a:spLocks noGrp="1"/>
          </p:cNvSpPr>
          <p:nvPr>
            <p:ph type="body" sz="quarter" idx="12" hasCustomPrompt="1"/>
          </p:nvPr>
        </p:nvSpPr>
        <p:spPr>
          <a:xfrm>
            <a:off x="508000" y="240853"/>
            <a:ext cx="5465763" cy="153888"/>
          </a:xfrm>
          <a:prstGeom prst="rect">
            <a:avLst/>
          </a:prstGeom>
        </p:spPr>
        <p:txBody>
          <a:bodyPr>
            <a:noAutofit/>
          </a:bodyPr>
          <a:lstStyle>
            <a:lvl1pPr marL="0" indent="0">
              <a:buFont typeface="Arial" panose="020B0604020202020204" pitchFamily="34" charset="0"/>
              <a:buNone/>
              <a:defRPr sz="1000" b="0" baseline="0">
                <a:latin typeface="+mn-lt"/>
              </a:defRPr>
            </a:lvl1pPr>
          </a:lstStyle>
          <a:p>
            <a:pPr lvl="0"/>
            <a:r>
              <a:rPr lang="en-GB"/>
              <a:t>Chapter title (optional)</a:t>
            </a:r>
          </a:p>
        </p:txBody>
      </p:sp>
      <p:sp>
        <p:nvSpPr>
          <p:cNvPr id="5" name="Rectangle 4">
            <a:extLst>
              <a:ext uri="{FF2B5EF4-FFF2-40B4-BE49-F238E27FC236}">
                <a16:creationId xmlns:a16="http://schemas.microsoft.com/office/drawing/2014/main" id="{9D36DCF0-3C91-2E97-44E4-1896857917D7}"/>
              </a:ext>
            </a:extLst>
          </p:cNvPr>
          <p:cNvSpPr/>
          <p:nvPr userDrawn="1"/>
        </p:nvSpPr>
        <p:spPr>
          <a:xfrm>
            <a:off x="12318023" y="508000"/>
            <a:ext cx="1397977" cy="275336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600" b="1" noProof="0">
                <a:solidFill>
                  <a:schemeClr val="bg1"/>
                </a:solidFill>
              </a:rPr>
              <a:t>NOTE:</a:t>
            </a:r>
            <a:br>
              <a:rPr lang="en-GB" sz="1600" noProof="0">
                <a:solidFill>
                  <a:schemeClr val="bg1"/>
                </a:solidFill>
              </a:rPr>
            </a:br>
            <a:r>
              <a:rPr lang="en-GB" sz="1600" noProof="0">
                <a:solidFill>
                  <a:schemeClr val="bg1"/>
                </a:solidFill>
              </a:rPr>
              <a:t>To change icons, select the icon, open the icon library and choose your icon. Select Insert or Replace</a:t>
            </a:r>
            <a:endParaRPr lang="en-GB" sz="1600" b="1" noProof="0">
              <a:solidFill>
                <a:schemeClr val="bg1"/>
              </a:solidFill>
            </a:endParaRPr>
          </a:p>
        </p:txBody>
      </p:sp>
    </p:spTree>
    <p:extLst>
      <p:ext uri="{BB962C8B-B14F-4D97-AF65-F5344CB8AC3E}">
        <p14:creationId xmlns:p14="http://schemas.microsoft.com/office/powerpoint/2010/main" val="2441390605"/>
      </p:ext>
    </p:extLst>
  </p:cSld>
  <p:clrMapOvr>
    <a:masterClrMapping/>
  </p:clrMapOvr>
  <p:hf hd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Heavy: Four columns with Header and Banner">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C6F474FC-E4EB-CD83-0A4F-AD1662ACD32C}"/>
              </a:ext>
            </a:extLst>
          </p:cNvPr>
          <p:cNvSpPr>
            <a:spLocks noGrp="1"/>
          </p:cNvSpPr>
          <p:nvPr>
            <p:ph type="title"/>
          </p:nvPr>
        </p:nvSpPr>
        <p:spPr/>
        <p:txBody>
          <a:bodyPr/>
          <a:lstStyle/>
          <a:p>
            <a:r>
              <a:rPr lang="pt-BR"/>
              <a:t>Clique para editar o título Mestre</a:t>
            </a:r>
            <a:endParaRPr lang="en-GB"/>
          </a:p>
        </p:txBody>
      </p:sp>
      <p:sp>
        <p:nvSpPr>
          <p:cNvPr id="12" name="Text 1">
            <a:extLst>
              <a:ext uri="{FF2B5EF4-FFF2-40B4-BE49-F238E27FC236}">
                <a16:creationId xmlns:a16="http://schemas.microsoft.com/office/drawing/2014/main" id="{BAECF42E-FD59-D809-A82F-B2E219E4B112}"/>
              </a:ext>
            </a:extLst>
          </p:cNvPr>
          <p:cNvSpPr>
            <a:spLocks noGrp="1"/>
          </p:cNvSpPr>
          <p:nvPr>
            <p:ph type="body" sz="quarter" idx="15" hasCustomPrompt="1"/>
          </p:nvPr>
        </p:nvSpPr>
        <p:spPr>
          <a:xfrm>
            <a:off x="508001" y="4160837"/>
            <a:ext cx="2609851" cy="1824037"/>
          </a:xfrm>
          <a:prstGeom prst="rect">
            <a:avLst/>
          </a:prstGeom>
        </p:spPr>
        <p:txBody>
          <a:bodyPr vert="horz" wrap="square" lIns="0" tIns="0" rIns="0" bIns="0" rtlCol="0" anchor="t" anchorCtr="0">
            <a:noAutofit/>
          </a:bodyPr>
          <a:lstStyle>
            <a:lvl1pPr>
              <a:defRPr lang="en-GB" sz="1400" dirty="0"/>
            </a:lvl1pPr>
            <a:lvl2pPr>
              <a:defRPr lang="en-GB" sz="1100" dirty="0"/>
            </a:lvl2pPr>
            <a:lvl3pPr>
              <a:defRPr lang="en-GB" sz="900" dirty="0"/>
            </a:lvl3pPr>
            <a:lvl4pPr>
              <a:defRPr lang="en-GB" sz="900" dirty="0"/>
            </a:lvl4pPr>
            <a:lvl5pPr>
              <a:defRPr lang="en-GB" sz="900" dirty="0"/>
            </a:lvl5pPr>
            <a:lvl6pPr>
              <a:defRPr lang="en-GB" sz="900" dirty="0"/>
            </a:lvl6pPr>
            <a:lvl7pPr>
              <a:defRPr lang="en-GB" sz="900" dirty="0"/>
            </a:lvl7pPr>
            <a:lvl8pPr marL="183600" indent="-183600">
              <a:defRPr lang="en-GB" sz="900" dirty="0"/>
            </a:lvl8pPr>
            <a:lvl9pPr marL="360000" indent="-176400">
              <a:defRPr lang="en-GB" sz="900" dirty="0"/>
            </a:lvl9pPr>
          </a:lstStyle>
          <a:p>
            <a:pPr lvl="0"/>
            <a:r>
              <a:rPr lang="en-GB"/>
              <a:t>First Level</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 level</a:t>
            </a:r>
          </a:p>
          <a:p>
            <a:pPr lvl="8"/>
            <a:r>
              <a:rPr lang="en-GB"/>
              <a:t>Ninth level</a:t>
            </a:r>
          </a:p>
        </p:txBody>
      </p:sp>
      <p:sp>
        <p:nvSpPr>
          <p:cNvPr id="14" name="Text 1">
            <a:extLst>
              <a:ext uri="{FF2B5EF4-FFF2-40B4-BE49-F238E27FC236}">
                <a16:creationId xmlns:a16="http://schemas.microsoft.com/office/drawing/2014/main" id="{EA38B840-8B22-DF9F-E9B2-3A822CFF3EE9}"/>
              </a:ext>
            </a:extLst>
          </p:cNvPr>
          <p:cNvSpPr>
            <a:spLocks noGrp="1"/>
          </p:cNvSpPr>
          <p:nvPr>
            <p:ph type="body" sz="quarter" idx="17" hasCustomPrompt="1"/>
          </p:nvPr>
        </p:nvSpPr>
        <p:spPr>
          <a:xfrm>
            <a:off x="3363384" y="4160837"/>
            <a:ext cx="2609851" cy="1824037"/>
          </a:xfrm>
          <a:prstGeom prst="rect">
            <a:avLst/>
          </a:prstGeom>
        </p:spPr>
        <p:txBody>
          <a:bodyPr vert="horz" wrap="square" lIns="0" tIns="0" rIns="0" bIns="0" rtlCol="0" anchor="t" anchorCtr="0">
            <a:noAutofit/>
          </a:bodyPr>
          <a:lstStyle>
            <a:lvl1pPr>
              <a:defRPr lang="en-GB" sz="1400" dirty="0"/>
            </a:lvl1pPr>
            <a:lvl2pPr>
              <a:defRPr lang="en-GB" sz="1100" dirty="0"/>
            </a:lvl2pPr>
            <a:lvl3pPr>
              <a:defRPr lang="en-GB" sz="900" dirty="0"/>
            </a:lvl3pPr>
            <a:lvl4pPr>
              <a:defRPr lang="en-GB" sz="900" dirty="0"/>
            </a:lvl4pPr>
            <a:lvl5pPr>
              <a:defRPr lang="en-GB" sz="900" dirty="0"/>
            </a:lvl5pPr>
            <a:lvl6pPr>
              <a:defRPr lang="en-GB" sz="900" dirty="0"/>
            </a:lvl6pPr>
            <a:lvl7pPr>
              <a:defRPr lang="en-GB" sz="900" dirty="0"/>
            </a:lvl7pPr>
            <a:lvl8pPr marL="183600" indent="-183600">
              <a:defRPr lang="en-GB" sz="900" dirty="0"/>
            </a:lvl8pPr>
            <a:lvl9pPr marL="360000" indent="-183600">
              <a:defRPr lang="en-GB" sz="900" dirty="0"/>
            </a:lvl9pPr>
          </a:lstStyle>
          <a:p>
            <a:pPr lvl="0"/>
            <a:r>
              <a:rPr lang="en-GB"/>
              <a:t>First Level</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 level</a:t>
            </a:r>
          </a:p>
          <a:p>
            <a:pPr lvl="8"/>
            <a:r>
              <a:rPr lang="en-GB"/>
              <a:t>Ninth level</a:t>
            </a:r>
          </a:p>
        </p:txBody>
      </p:sp>
      <p:sp>
        <p:nvSpPr>
          <p:cNvPr id="16" name="Text 1">
            <a:extLst>
              <a:ext uri="{FF2B5EF4-FFF2-40B4-BE49-F238E27FC236}">
                <a16:creationId xmlns:a16="http://schemas.microsoft.com/office/drawing/2014/main" id="{794132B6-137E-0DD3-E988-6236C8D264CA}"/>
              </a:ext>
            </a:extLst>
          </p:cNvPr>
          <p:cNvSpPr>
            <a:spLocks noGrp="1"/>
          </p:cNvSpPr>
          <p:nvPr>
            <p:ph type="body" sz="quarter" idx="19" hasCustomPrompt="1"/>
          </p:nvPr>
        </p:nvSpPr>
        <p:spPr>
          <a:xfrm>
            <a:off x="6218767" y="4160837"/>
            <a:ext cx="2609851" cy="1824037"/>
          </a:xfrm>
          <a:prstGeom prst="rect">
            <a:avLst/>
          </a:prstGeom>
        </p:spPr>
        <p:txBody>
          <a:bodyPr vert="horz" wrap="square" lIns="0" tIns="0" rIns="0" bIns="0" rtlCol="0" anchor="t" anchorCtr="0">
            <a:noAutofit/>
          </a:bodyPr>
          <a:lstStyle>
            <a:lvl1pPr>
              <a:defRPr lang="en-GB" sz="1400" dirty="0"/>
            </a:lvl1pPr>
            <a:lvl2pPr>
              <a:defRPr lang="en-GB" sz="1100" dirty="0"/>
            </a:lvl2pPr>
            <a:lvl3pPr>
              <a:defRPr lang="en-GB" sz="900" dirty="0"/>
            </a:lvl3pPr>
            <a:lvl4pPr>
              <a:defRPr lang="en-GB" sz="900" dirty="0"/>
            </a:lvl4pPr>
            <a:lvl5pPr>
              <a:defRPr lang="en-GB" sz="900" dirty="0"/>
            </a:lvl5pPr>
            <a:lvl6pPr>
              <a:defRPr lang="en-GB" sz="900" dirty="0"/>
            </a:lvl6pPr>
            <a:lvl7pPr>
              <a:defRPr lang="en-GB" sz="900" dirty="0"/>
            </a:lvl7pPr>
            <a:lvl8pPr marL="183600" indent="-183600">
              <a:defRPr lang="en-GB" sz="900" dirty="0"/>
            </a:lvl8pPr>
            <a:lvl9pPr marL="360000" indent="-183600">
              <a:defRPr lang="en-GB" sz="900" dirty="0"/>
            </a:lvl9pPr>
          </a:lstStyle>
          <a:p>
            <a:pPr lvl="0"/>
            <a:r>
              <a:rPr lang="en-GB"/>
              <a:t>First Level</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 level</a:t>
            </a:r>
          </a:p>
          <a:p>
            <a:pPr lvl="8"/>
            <a:r>
              <a:rPr lang="en-GB"/>
              <a:t>Ninth level</a:t>
            </a:r>
          </a:p>
        </p:txBody>
      </p:sp>
      <p:sp>
        <p:nvSpPr>
          <p:cNvPr id="18" name="Text 1">
            <a:extLst>
              <a:ext uri="{FF2B5EF4-FFF2-40B4-BE49-F238E27FC236}">
                <a16:creationId xmlns:a16="http://schemas.microsoft.com/office/drawing/2014/main" id="{FCC25EE5-EBA4-7260-6D99-656309E62D9F}"/>
              </a:ext>
            </a:extLst>
          </p:cNvPr>
          <p:cNvSpPr>
            <a:spLocks noGrp="1"/>
          </p:cNvSpPr>
          <p:nvPr>
            <p:ph type="body" sz="quarter" idx="21" hasCustomPrompt="1"/>
          </p:nvPr>
        </p:nvSpPr>
        <p:spPr>
          <a:xfrm>
            <a:off x="9074150" y="4160837"/>
            <a:ext cx="2609851" cy="1824037"/>
          </a:xfrm>
          <a:prstGeom prst="rect">
            <a:avLst/>
          </a:prstGeom>
        </p:spPr>
        <p:txBody>
          <a:bodyPr vert="horz" wrap="square" lIns="0" tIns="0" rIns="0" bIns="0" rtlCol="0" anchor="t" anchorCtr="0">
            <a:noAutofit/>
          </a:bodyPr>
          <a:lstStyle>
            <a:lvl1pPr>
              <a:defRPr lang="en-GB" sz="1400" dirty="0"/>
            </a:lvl1pPr>
            <a:lvl2pPr>
              <a:defRPr lang="en-GB" sz="1100" dirty="0"/>
            </a:lvl2pPr>
            <a:lvl3pPr>
              <a:defRPr lang="en-GB" sz="900" dirty="0"/>
            </a:lvl3pPr>
            <a:lvl4pPr>
              <a:defRPr lang="en-GB" sz="900" dirty="0"/>
            </a:lvl4pPr>
            <a:lvl5pPr>
              <a:defRPr lang="en-GB" sz="900" dirty="0"/>
            </a:lvl5pPr>
            <a:lvl6pPr>
              <a:defRPr lang="en-GB" sz="900" dirty="0"/>
            </a:lvl6pPr>
            <a:lvl7pPr>
              <a:defRPr lang="en-GB" sz="900" dirty="0"/>
            </a:lvl7pPr>
            <a:lvl8pPr marL="183600" indent="-183600">
              <a:defRPr lang="en-GB" sz="900" dirty="0"/>
            </a:lvl8pPr>
            <a:lvl9pPr marL="360000" indent="-183600">
              <a:defRPr lang="en-GB" sz="900" dirty="0"/>
            </a:lvl9pPr>
          </a:lstStyle>
          <a:p>
            <a:pPr lvl="0"/>
            <a:r>
              <a:rPr lang="en-GB"/>
              <a:t>First Level</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 level</a:t>
            </a:r>
          </a:p>
          <a:p>
            <a:pPr lvl="8"/>
            <a:r>
              <a:rPr lang="en-GB"/>
              <a:t>Ninth level</a:t>
            </a:r>
          </a:p>
        </p:txBody>
      </p:sp>
      <p:sp>
        <p:nvSpPr>
          <p:cNvPr id="2" name="Text 1">
            <a:extLst>
              <a:ext uri="{FF2B5EF4-FFF2-40B4-BE49-F238E27FC236}">
                <a16:creationId xmlns:a16="http://schemas.microsoft.com/office/drawing/2014/main" id="{B482A635-305C-A813-4FC1-2CD06AF045C2}"/>
              </a:ext>
            </a:extLst>
          </p:cNvPr>
          <p:cNvSpPr>
            <a:spLocks noGrp="1"/>
          </p:cNvSpPr>
          <p:nvPr>
            <p:ph type="body" sz="quarter" idx="22" hasCustomPrompt="1"/>
          </p:nvPr>
        </p:nvSpPr>
        <p:spPr>
          <a:xfrm>
            <a:off x="508001" y="1724026"/>
            <a:ext cx="11175999" cy="489490"/>
          </a:xfrm>
          <a:prstGeom prst="rect">
            <a:avLst/>
          </a:prstGeom>
        </p:spPr>
        <p:txBody>
          <a:bodyPr vert="horz" wrap="square" lIns="0" tIns="0" rIns="0" bIns="0" rtlCol="0" anchor="t" anchorCtr="0">
            <a:noAutofit/>
          </a:bodyPr>
          <a:lstStyle>
            <a:lvl1pPr>
              <a:defRPr lang="en-GB" sz="1400" dirty="0"/>
            </a:lvl1pPr>
            <a:lvl2pPr>
              <a:defRPr lang="en-GB" sz="1100" dirty="0"/>
            </a:lvl2pPr>
            <a:lvl3pPr>
              <a:defRPr lang="en-GB" sz="900" dirty="0"/>
            </a:lvl3pPr>
            <a:lvl4pPr>
              <a:defRPr lang="en-GB" sz="900" dirty="0"/>
            </a:lvl4pPr>
            <a:lvl5pPr>
              <a:defRPr lang="en-GB" sz="900" dirty="0"/>
            </a:lvl5pPr>
            <a:lvl6pPr>
              <a:defRPr lang="en-GB" sz="900" dirty="0"/>
            </a:lvl6pPr>
            <a:lvl7pPr>
              <a:defRPr lang="en-GB" sz="900" dirty="0"/>
            </a:lvl7pPr>
            <a:lvl8pPr>
              <a:defRPr lang="en-GB" sz="900" dirty="0"/>
            </a:lvl8pPr>
            <a:lvl9pPr>
              <a:defRPr lang="en-GB" sz="900" dirty="0"/>
            </a:lvl9pPr>
          </a:lstStyle>
          <a:p>
            <a:pPr lvl="0"/>
            <a:r>
              <a:rPr lang="en-GB"/>
              <a:t>First Level</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 level</a:t>
            </a:r>
          </a:p>
          <a:p>
            <a:pPr lvl="8"/>
            <a:r>
              <a:rPr lang="en-GB"/>
              <a:t>Ninth level</a:t>
            </a:r>
          </a:p>
        </p:txBody>
      </p:sp>
      <p:sp>
        <p:nvSpPr>
          <p:cNvPr id="3" name="Picture Placeholder 8">
            <a:extLst>
              <a:ext uri="{FF2B5EF4-FFF2-40B4-BE49-F238E27FC236}">
                <a16:creationId xmlns:a16="http://schemas.microsoft.com/office/drawing/2014/main" id="{D2D9D3FD-940D-E4F4-C51B-784EC5879B51}"/>
              </a:ext>
            </a:extLst>
          </p:cNvPr>
          <p:cNvSpPr>
            <a:spLocks noGrp="1"/>
          </p:cNvSpPr>
          <p:nvPr>
            <p:ph type="pic" sz="quarter" idx="23" hasCustomPrompt="1"/>
          </p:nvPr>
        </p:nvSpPr>
        <p:spPr>
          <a:xfrm>
            <a:off x="507999" y="2456941"/>
            <a:ext cx="11176001" cy="1457834"/>
          </a:xfrm>
          <a:prstGeom prst="rect">
            <a:avLst/>
          </a:prstGeom>
          <a:solidFill>
            <a:schemeClr val="bg2"/>
          </a:solidFill>
        </p:spPr>
        <p:txBody>
          <a:bodyPr vert="horz" wrap="square" lIns="0" tIns="0" rIns="0" bIns="0" rtlCol="0" anchor="t" anchorCtr="0">
            <a:noAutofit/>
          </a:bodyPr>
          <a:lstStyle>
            <a:lvl1pPr algn="ctr">
              <a:defRPr lang="en-GB" b="0" dirty="0"/>
            </a:lvl1pPr>
            <a:lvl2pPr algn="ctr">
              <a:defRPr/>
            </a:lvl2pPr>
            <a:lvl3pPr algn="ctr">
              <a:defRPr/>
            </a:lvl3pPr>
            <a:lvl4pPr algn="ctr">
              <a:defRPr/>
            </a:lvl4pPr>
            <a:lvl5pPr algn="ctr">
              <a:defRPr/>
            </a:lvl5pPr>
            <a:lvl6pPr algn="ctr">
              <a:defRPr/>
            </a:lvl6pPr>
            <a:lvl7pPr algn="ctr">
              <a:defRPr/>
            </a:lvl7pPr>
            <a:lvl8pPr algn="ctr">
              <a:defRPr/>
            </a:lvl8pPr>
            <a:lvl9pPr algn="ctr">
              <a:defRPr/>
            </a:lvl9pPr>
          </a:lstStyle>
          <a:p>
            <a:pPr lvl="0"/>
            <a:r>
              <a:rPr lang="en-GB"/>
              <a:t>To insert photo, please select placeholder, then access </a:t>
            </a:r>
            <a:r>
              <a:rPr lang="en-GB" err="1"/>
              <a:t>BrandCentral</a:t>
            </a:r>
            <a:r>
              <a:rPr lang="en-GB"/>
              <a:t> through the </a:t>
            </a:r>
            <a:r>
              <a:rPr lang="en-GB" err="1"/>
              <a:t>BrandCentral</a:t>
            </a:r>
            <a:r>
              <a:rPr lang="en-GB"/>
              <a:t> ribbon</a:t>
            </a:r>
          </a:p>
        </p:txBody>
      </p:sp>
      <p:sp>
        <p:nvSpPr>
          <p:cNvPr id="4" name="ChapterTitle">
            <a:extLst>
              <a:ext uri="{FF2B5EF4-FFF2-40B4-BE49-F238E27FC236}">
                <a16:creationId xmlns:a16="http://schemas.microsoft.com/office/drawing/2014/main" id="{CD906D69-F981-0E0E-D2E6-2F42AE6C95A5}"/>
              </a:ext>
            </a:extLst>
          </p:cNvPr>
          <p:cNvSpPr>
            <a:spLocks noGrp="1"/>
          </p:cNvSpPr>
          <p:nvPr>
            <p:ph type="body" sz="quarter" idx="12" hasCustomPrompt="1"/>
          </p:nvPr>
        </p:nvSpPr>
        <p:spPr>
          <a:xfrm>
            <a:off x="508000" y="240853"/>
            <a:ext cx="5465763" cy="153888"/>
          </a:xfrm>
          <a:prstGeom prst="rect">
            <a:avLst/>
          </a:prstGeom>
        </p:spPr>
        <p:txBody>
          <a:bodyPr>
            <a:noAutofit/>
          </a:bodyPr>
          <a:lstStyle>
            <a:lvl1pPr marL="0" indent="0">
              <a:buFont typeface="Arial" panose="020B0604020202020204" pitchFamily="34" charset="0"/>
              <a:buNone/>
              <a:defRPr sz="1000" b="0" baseline="0">
                <a:latin typeface="+mn-lt"/>
              </a:defRPr>
            </a:lvl1pPr>
          </a:lstStyle>
          <a:p>
            <a:pPr lvl="0"/>
            <a:r>
              <a:rPr lang="en-GB"/>
              <a:t>Chapter title (optional)</a:t>
            </a:r>
          </a:p>
        </p:txBody>
      </p:sp>
    </p:spTree>
    <p:extLst>
      <p:ext uri="{BB962C8B-B14F-4D97-AF65-F5344CB8AC3E}">
        <p14:creationId xmlns:p14="http://schemas.microsoft.com/office/powerpoint/2010/main" val="136050276"/>
      </p:ext>
    </p:extLst>
  </p:cSld>
  <p:clrMapOvr>
    <a:masterClrMapping/>
  </p:clrMapOvr>
  <p:hf hd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Heavy: Three columns with Large Header">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C6F474FC-E4EB-CD83-0A4F-AD1662ACD32C}"/>
              </a:ext>
            </a:extLst>
          </p:cNvPr>
          <p:cNvSpPr>
            <a:spLocks noGrp="1"/>
          </p:cNvSpPr>
          <p:nvPr>
            <p:ph type="title"/>
          </p:nvPr>
        </p:nvSpPr>
        <p:spPr/>
        <p:txBody>
          <a:bodyPr/>
          <a:lstStyle/>
          <a:p>
            <a:r>
              <a:rPr lang="pt-BR"/>
              <a:t>Clique para editar o título Mestre</a:t>
            </a:r>
            <a:endParaRPr lang="en-GB"/>
          </a:p>
        </p:txBody>
      </p:sp>
      <p:sp>
        <p:nvSpPr>
          <p:cNvPr id="12" name="Text 1">
            <a:extLst>
              <a:ext uri="{FF2B5EF4-FFF2-40B4-BE49-F238E27FC236}">
                <a16:creationId xmlns:a16="http://schemas.microsoft.com/office/drawing/2014/main" id="{BAECF42E-FD59-D809-A82F-B2E219E4B112}"/>
              </a:ext>
            </a:extLst>
          </p:cNvPr>
          <p:cNvSpPr>
            <a:spLocks noGrp="1"/>
          </p:cNvSpPr>
          <p:nvPr>
            <p:ph type="body" sz="quarter" idx="15" hasCustomPrompt="1"/>
          </p:nvPr>
        </p:nvSpPr>
        <p:spPr>
          <a:xfrm>
            <a:off x="508001" y="2894013"/>
            <a:ext cx="3562349" cy="3090862"/>
          </a:xfrm>
          <a:prstGeom prst="rect">
            <a:avLst/>
          </a:prstGeom>
        </p:spPr>
        <p:txBody>
          <a:bodyPr vert="horz" wrap="square" lIns="0" tIns="0" rIns="0" bIns="0" rtlCol="0" anchor="t" anchorCtr="0">
            <a:noAutofit/>
          </a:bodyPr>
          <a:lstStyle>
            <a:lvl1pPr>
              <a:defRPr lang="en-GB" sz="1400" dirty="0"/>
            </a:lvl1pPr>
            <a:lvl2pPr>
              <a:defRPr lang="en-GB" sz="1100" dirty="0"/>
            </a:lvl2pPr>
            <a:lvl3pPr>
              <a:defRPr lang="en-GB" sz="900" dirty="0"/>
            </a:lvl3pPr>
            <a:lvl4pPr>
              <a:defRPr lang="en-GB" sz="900" dirty="0"/>
            </a:lvl4pPr>
            <a:lvl5pPr>
              <a:defRPr lang="en-GB" sz="900" dirty="0"/>
            </a:lvl5pPr>
            <a:lvl6pPr>
              <a:defRPr lang="en-GB" sz="900" dirty="0"/>
            </a:lvl6pPr>
            <a:lvl7pPr>
              <a:defRPr lang="en-GB" sz="900" dirty="0"/>
            </a:lvl7pPr>
            <a:lvl8pPr marL="183600" indent="-183600">
              <a:defRPr lang="en-GB" sz="900" dirty="0"/>
            </a:lvl8pPr>
            <a:lvl9pPr marL="360000" indent="-176400">
              <a:defRPr lang="en-GB" sz="900" dirty="0"/>
            </a:lvl9pPr>
          </a:lstStyle>
          <a:p>
            <a:pPr lvl="0"/>
            <a:r>
              <a:rPr lang="en-GB"/>
              <a:t>First Level</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 level</a:t>
            </a:r>
          </a:p>
          <a:p>
            <a:pPr lvl="8"/>
            <a:r>
              <a:rPr lang="en-GB"/>
              <a:t>Ninth level</a:t>
            </a:r>
          </a:p>
        </p:txBody>
      </p:sp>
      <p:sp>
        <p:nvSpPr>
          <p:cNvPr id="14" name="Text 1">
            <a:extLst>
              <a:ext uri="{FF2B5EF4-FFF2-40B4-BE49-F238E27FC236}">
                <a16:creationId xmlns:a16="http://schemas.microsoft.com/office/drawing/2014/main" id="{EA38B840-8B22-DF9F-E9B2-3A822CFF3EE9}"/>
              </a:ext>
            </a:extLst>
          </p:cNvPr>
          <p:cNvSpPr>
            <a:spLocks noGrp="1"/>
          </p:cNvSpPr>
          <p:nvPr>
            <p:ph type="body" sz="quarter" idx="17" hasCustomPrompt="1"/>
          </p:nvPr>
        </p:nvSpPr>
        <p:spPr>
          <a:xfrm>
            <a:off x="4313238" y="2894013"/>
            <a:ext cx="3562349" cy="3090862"/>
          </a:xfrm>
          <a:prstGeom prst="rect">
            <a:avLst/>
          </a:prstGeom>
        </p:spPr>
        <p:txBody>
          <a:bodyPr vert="horz" wrap="square" lIns="0" tIns="0" rIns="0" bIns="0" rtlCol="0" anchor="t" anchorCtr="0">
            <a:noAutofit/>
          </a:bodyPr>
          <a:lstStyle>
            <a:lvl1pPr>
              <a:defRPr lang="en-GB" sz="1400" dirty="0"/>
            </a:lvl1pPr>
            <a:lvl2pPr>
              <a:defRPr lang="en-GB" sz="1100" dirty="0"/>
            </a:lvl2pPr>
            <a:lvl3pPr>
              <a:defRPr lang="en-GB" sz="900" dirty="0"/>
            </a:lvl3pPr>
            <a:lvl4pPr>
              <a:defRPr lang="en-GB" sz="900" dirty="0"/>
            </a:lvl4pPr>
            <a:lvl5pPr>
              <a:defRPr lang="en-GB" sz="900" dirty="0"/>
            </a:lvl5pPr>
            <a:lvl6pPr>
              <a:defRPr lang="en-GB" sz="900" dirty="0"/>
            </a:lvl6pPr>
            <a:lvl7pPr>
              <a:defRPr lang="en-GB" sz="900" dirty="0"/>
            </a:lvl7pPr>
            <a:lvl8pPr marL="183600" indent="-183600">
              <a:defRPr lang="en-GB" sz="900" dirty="0"/>
            </a:lvl8pPr>
            <a:lvl9pPr marL="360000" indent="-176400">
              <a:defRPr lang="en-GB" sz="900" dirty="0"/>
            </a:lvl9pPr>
          </a:lstStyle>
          <a:p>
            <a:pPr lvl="0"/>
            <a:r>
              <a:rPr lang="en-GB"/>
              <a:t>First Level</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 level</a:t>
            </a:r>
          </a:p>
          <a:p>
            <a:pPr lvl="8"/>
            <a:r>
              <a:rPr lang="en-GB"/>
              <a:t>Ninth level</a:t>
            </a:r>
          </a:p>
        </p:txBody>
      </p:sp>
      <p:sp>
        <p:nvSpPr>
          <p:cNvPr id="16" name="Text 1">
            <a:extLst>
              <a:ext uri="{FF2B5EF4-FFF2-40B4-BE49-F238E27FC236}">
                <a16:creationId xmlns:a16="http://schemas.microsoft.com/office/drawing/2014/main" id="{794132B6-137E-0DD3-E988-6236C8D264CA}"/>
              </a:ext>
            </a:extLst>
          </p:cNvPr>
          <p:cNvSpPr>
            <a:spLocks noGrp="1"/>
          </p:cNvSpPr>
          <p:nvPr>
            <p:ph type="body" sz="quarter" idx="19" hasCustomPrompt="1"/>
          </p:nvPr>
        </p:nvSpPr>
        <p:spPr>
          <a:xfrm>
            <a:off x="8121651" y="2894013"/>
            <a:ext cx="3562349" cy="3090862"/>
          </a:xfrm>
          <a:prstGeom prst="rect">
            <a:avLst/>
          </a:prstGeom>
        </p:spPr>
        <p:txBody>
          <a:bodyPr vert="horz" wrap="square" lIns="0" tIns="0" rIns="0" bIns="0" rtlCol="0" anchor="t" anchorCtr="0">
            <a:noAutofit/>
          </a:bodyPr>
          <a:lstStyle>
            <a:lvl1pPr>
              <a:defRPr lang="en-GB" sz="1400" dirty="0"/>
            </a:lvl1pPr>
            <a:lvl2pPr>
              <a:defRPr lang="en-GB" sz="1100" dirty="0"/>
            </a:lvl2pPr>
            <a:lvl3pPr>
              <a:defRPr lang="en-GB" sz="900" dirty="0"/>
            </a:lvl3pPr>
            <a:lvl4pPr>
              <a:defRPr lang="en-GB" sz="900" dirty="0"/>
            </a:lvl4pPr>
            <a:lvl5pPr>
              <a:defRPr lang="en-GB" sz="900" dirty="0"/>
            </a:lvl5pPr>
            <a:lvl6pPr>
              <a:defRPr lang="en-GB" sz="900" dirty="0"/>
            </a:lvl6pPr>
            <a:lvl7pPr>
              <a:defRPr lang="en-GB" sz="900" dirty="0"/>
            </a:lvl7pPr>
            <a:lvl8pPr marL="183600" indent="-183600">
              <a:defRPr lang="en-GB" sz="900" dirty="0"/>
            </a:lvl8pPr>
            <a:lvl9pPr marL="360000" indent="-176400">
              <a:defRPr lang="en-GB" sz="900" dirty="0"/>
            </a:lvl9pPr>
          </a:lstStyle>
          <a:p>
            <a:pPr lvl="0"/>
            <a:r>
              <a:rPr lang="en-GB"/>
              <a:t>First Level</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 level</a:t>
            </a:r>
          </a:p>
          <a:p>
            <a:pPr lvl="8"/>
            <a:r>
              <a:rPr lang="en-GB"/>
              <a:t>Ninth level</a:t>
            </a:r>
          </a:p>
        </p:txBody>
      </p:sp>
      <p:sp>
        <p:nvSpPr>
          <p:cNvPr id="7" name="Text Placeholder 6">
            <a:extLst>
              <a:ext uri="{FF2B5EF4-FFF2-40B4-BE49-F238E27FC236}">
                <a16:creationId xmlns:a16="http://schemas.microsoft.com/office/drawing/2014/main" id="{0C6B0A6A-7644-2AE9-B4F5-9439ED81F094}"/>
              </a:ext>
            </a:extLst>
          </p:cNvPr>
          <p:cNvSpPr>
            <a:spLocks noGrp="1"/>
          </p:cNvSpPr>
          <p:nvPr>
            <p:ph type="body" sz="quarter" idx="22" hasCustomPrompt="1"/>
          </p:nvPr>
        </p:nvSpPr>
        <p:spPr>
          <a:xfrm>
            <a:off x="508000" y="1724025"/>
            <a:ext cx="11176000" cy="925513"/>
          </a:xfrm>
          <a:prstGeom prst="rect">
            <a:avLst/>
          </a:prstGeom>
        </p:spPr>
        <p:txBody>
          <a:bodyPr/>
          <a:lstStyle>
            <a:lvl1pPr>
              <a:defRPr sz="1400"/>
            </a:lvl1pPr>
            <a:lvl2pPr>
              <a:defRPr sz="1100"/>
            </a:lvl2pPr>
            <a:lvl3pPr>
              <a:defRPr sz="900"/>
            </a:lvl3pPr>
            <a:lvl4pPr>
              <a:defRPr sz="900"/>
            </a:lvl4pPr>
            <a:lvl5pPr>
              <a:defRPr sz="900"/>
            </a:lvl5pPr>
            <a:lvl6pPr>
              <a:defRPr sz="900"/>
            </a:lvl6pPr>
            <a:lvl7pPr>
              <a:defRPr sz="900"/>
            </a:lvl7pPr>
            <a:lvl8pPr marL="183600" indent="-183600">
              <a:defRPr sz="900"/>
            </a:lvl8pPr>
            <a:lvl9pPr marL="360000" indent="-176400">
              <a:defRPr sz="900"/>
            </a:lvl9pPr>
          </a:lstStyle>
          <a:p>
            <a:pPr lvl="0"/>
            <a:r>
              <a:rPr lang="en-GB"/>
              <a:t>First Level</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 level</a:t>
            </a:r>
          </a:p>
          <a:p>
            <a:pPr lvl="8"/>
            <a:r>
              <a:rPr lang="en-GB"/>
              <a:t>Ninth level</a:t>
            </a:r>
          </a:p>
        </p:txBody>
      </p:sp>
      <p:sp>
        <p:nvSpPr>
          <p:cNvPr id="4" name="ChapterTitle">
            <a:extLst>
              <a:ext uri="{FF2B5EF4-FFF2-40B4-BE49-F238E27FC236}">
                <a16:creationId xmlns:a16="http://schemas.microsoft.com/office/drawing/2014/main" id="{164C6635-C953-F5BC-E5E5-5F807B008924}"/>
              </a:ext>
            </a:extLst>
          </p:cNvPr>
          <p:cNvSpPr>
            <a:spLocks noGrp="1"/>
          </p:cNvSpPr>
          <p:nvPr>
            <p:ph type="body" sz="quarter" idx="12" hasCustomPrompt="1"/>
          </p:nvPr>
        </p:nvSpPr>
        <p:spPr>
          <a:xfrm>
            <a:off x="508000" y="240853"/>
            <a:ext cx="5465763" cy="153888"/>
          </a:xfrm>
          <a:prstGeom prst="rect">
            <a:avLst/>
          </a:prstGeom>
        </p:spPr>
        <p:txBody>
          <a:bodyPr>
            <a:noAutofit/>
          </a:bodyPr>
          <a:lstStyle>
            <a:lvl1pPr marL="0" indent="0">
              <a:buFont typeface="Arial" panose="020B0604020202020204" pitchFamily="34" charset="0"/>
              <a:buNone/>
              <a:defRPr sz="1000" b="0" baseline="0">
                <a:latin typeface="+mn-lt"/>
              </a:defRPr>
            </a:lvl1pPr>
          </a:lstStyle>
          <a:p>
            <a:pPr lvl="0"/>
            <a:r>
              <a:rPr lang="en-GB"/>
              <a:t>Chapter title (optional)</a:t>
            </a:r>
          </a:p>
        </p:txBody>
      </p:sp>
    </p:spTree>
    <p:extLst>
      <p:ext uri="{BB962C8B-B14F-4D97-AF65-F5344CB8AC3E}">
        <p14:creationId xmlns:p14="http://schemas.microsoft.com/office/powerpoint/2010/main" val="108234883"/>
      </p:ext>
    </p:extLst>
  </p:cSld>
  <p:clrMapOvr>
    <a:masterClrMapping/>
  </p:clrMapOvr>
  <p:hf hd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Heavy: Text and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094B5-CC98-C901-994F-A9C81E0234E3}"/>
              </a:ext>
            </a:extLst>
          </p:cNvPr>
          <p:cNvSpPr>
            <a:spLocks noGrp="1"/>
          </p:cNvSpPr>
          <p:nvPr>
            <p:ph type="title"/>
          </p:nvPr>
        </p:nvSpPr>
        <p:spPr/>
        <p:txBody>
          <a:bodyPr/>
          <a:lstStyle/>
          <a:p>
            <a:r>
              <a:rPr lang="pt-BR"/>
              <a:t>Clique para editar o título Mestre</a:t>
            </a:r>
            <a:endParaRPr lang="en-GB"/>
          </a:p>
        </p:txBody>
      </p:sp>
      <p:sp>
        <p:nvSpPr>
          <p:cNvPr id="5" name="Text 1">
            <a:extLst>
              <a:ext uri="{FF2B5EF4-FFF2-40B4-BE49-F238E27FC236}">
                <a16:creationId xmlns:a16="http://schemas.microsoft.com/office/drawing/2014/main" id="{7929B154-427C-30DA-7CF1-7CCDD58D350D}"/>
              </a:ext>
            </a:extLst>
          </p:cNvPr>
          <p:cNvSpPr>
            <a:spLocks noGrp="1"/>
          </p:cNvSpPr>
          <p:nvPr>
            <p:ph type="body" sz="quarter" idx="15" hasCustomPrompt="1"/>
          </p:nvPr>
        </p:nvSpPr>
        <p:spPr>
          <a:xfrm>
            <a:off x="4313238" y="1724025"/>
            <a:ext cx="7370761" cy="4260850"/>
          </a:xfrm>
          <a:prstGeom prst="rect">
            <a:avLst/>
          </a:prstGeom>
        </p:spPr>
        <p:txBody>
          <a:bodyPr vert="horz" wrap="square" lIns="0" tIns="0" rIns="0" bIns="0" rtlCol="0" anchor="t" anchorCtr="0">
            <a:noAutofit/>
          </a:bodyPr>
          <a:lstStyle>
            <a:lvl1pPr>
              <a:defRPr lang="en-GB" sz="1400" dirty="0"/>
            </a:lvl1pPr>
            <a:lvl2pPr>
              <a:defRPr lang="en-GB" sz="1100" dirty="0"/>
            </a:lvl2pPr>
            <a:lvl3pPr>
              <a:defRPr lang="en-GB" sz="900" dirty="0"/>
            </a:lvl3pPr>
            <a:lvl4pPr>
              <a:defRPr lang="en-GB" sz="900" dirty="0"/>
            </a:lvl4pPr>
            <a:lvl5pPr>
              <a:defRPr lang="en-GB" sz="900" dirty="0"/>
            </a:lvl5pPr>
            <a:lvl6pPr>
              <a:defRPr lang="en-GB" sz="900" dirty="0"/>
            </a:lvl6pPr>
            <a:lvl7pPr>
              <a:defRPr lang="en-GB" sz="900" dirty="0"/>
            </a:lvl7pPr>
            <a:lvl8pPr marL="183600" indent="-183600">
              <a:defRPr lang="en-GB" sz="900" dirty="0"/>
            </a:lvl8pPr>
            <a:lvl9pPr marL="360000" indent="-176400">
              <a:defRPr lang="en-GB" sz="900" dirty="0"/>
            </a:lvl9pPr>
          </a:lstStyle>
          <a:p>
            <a:pPr lvl="0"/>
            <a:r>
              <a:rPr lang="en-GB"/>
              <a:t>First Level</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 level</a:t>
            </a:r>
          </a:p>
          <a:p>
            <a:pPr lvl="8"/>
            <a:r>
              <a:rPr lang="en-GB"/>
              <a:t>Ninth level</a:t>
            </a:r>
          </a:p>
        </p:txBody>
      </p:sp>
      <p:sp>
        <p:nvSpPr>
          <p:cNvPr id="9" name="Picture Placeholder 9">
            <a:extLst>
              <a:ext uri="{FF2B5EF4-FFF2-40B4-BE49-F238E27FC236}">
                <a16:creationId xmlns:a16="http://schemas.microsoft.com/office/drawing/2014/main" id="{3D76B8B9-B09F-9427-4CA2-997EA784FECD}"/>
              </a:ext>
            </a:extLst>
          </p:cNvPr>
          <p:cNvSpPr>
            <a:spLocks noGrp="1"/>
          </p:cNvSpPr>
          <p:nvPr>
            <p:ph type="pic" sz="quarter" idx="18" hasCustomPrompt="1"/>
          </p:nvPr>
        </p:nvSpPr>
        <p:spPr>
          <a:xfrm>
            <a:off x="508001" y="1724025"/>
            <a:ext cx="3561293" cy="4263313"/>
          </a:xfrm>
          <a:custGeom>
            <a:avLst/>
            <a:gdLst>
              <a:gd name="connsiteX0" fmla="*/ 218331 w 3561293"/>
              <a:gd name="connsiteY0" fmla="*/ 0 h 4263313"/>
              <a:gd name="connsiteX1" fmla="*/ 1058669 w 3561293"/>
              <a:gd name="connsiteY1" fmla="*/ 0 h 4263313"/>
              <a:gd name="connsiteX2" fmla="*/ 2502626 w 3561293"/>
              <a:gd name="connsiteY2" fmla="*/ 0 h 4263313"/>
              <a:gd name="connsiteX3" fmla="*/ 3342964 w 3561293"/>
              <a:gd name="connsiteY3" fmla="*/ 0 h 4263313"/>
              <a:gd name="connsiteX4" fmla="*/ 3561293 w 3561293"/>
              <a:gd name="connsiteY4" fmla="*/ 218329 h 4263313"/>
              <a:gd name="connsiteX5" fmla="*/ 3560486 w 3561293"/>
              <a:gd name="connsiteY5" fmla="*/ 3276471 h 4263313"/>
              <a:gd name="connsiteX6" fmla="*/ 2573644 w 3561293"/>
              <a:gd name="connsiteY6" fmla="*/ 4263313 h 4263313"/>
              <a:gd name="connsiteX7" fmla="*/ 1733306 w 3561293"/>
              <a:gd name="connsiteY7" fmla="*/ 4263313 h 4263313"/>
              <a:gd name="connsiteX8" fmla="*/ 1058669 w 3561293"/>
              <a:gd name="connsiteY8" fmla="*/ 4263313 h 4263313"/>
              <a:gd name="connsiteX9" fmla="*/ 218331 w 3561293"/>
              <a:gd name="connsiteY9" fmla="*/ 4263313 h 4263313"/>
              <a:gd name="connsiteX10" fmla="*/ 2 w 3561293"/>
              <a:gd name="connsiteY10" fmla="*/ 4044984 h 4263313"/>
              <a:gd name="connsiteX11" fmla="*/ 0 w 3561293"/>
              <a:gd name="connsiteY11" fmla="*/ 1866343 h 4263313"/>
              <a:gd name="connsiteX12" fmla="*/ 2 w 3561293"/>
              <a:gd name="connsiteY12" fmla="*/ 1866303 h 4263313"/>
              <a:gd name="connsiteX13" fmla="*/ 2 w 3561293"/>
              <a:gd name="connsiteY13" fmla="*/ 218329 h 4263313"/>
              <a:gd name="connsiteX14" fmla="*/ 218331 w 3561293"/>
              <a:gd name="connsiteY14" fmla="*/ 0 h 4263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61293" h="4263313">
                <a:moveTo>
                  <a:pt x="218331" y="0"/>
                </a:moveTo>
                <a:lnTo>
                  <a:pt x="1058669" y="0"/>
                </a:lnTo>
                <a:lnTo>
                  <a:pt x="2502626" y="0"/>
                </a:lnTo>
                <a:lnTo>
                  <a:pt x="3342964" y="0"/>
                </a:lnTo>
                <a:cubicBezTo>
                  <a:pt x="3463544" y="0"/>
                  <a:pt x="3561293" y="97749"/>
                  <a:pt x="3561293" y="218329"/>
                </a:cubicBezTo>
                <a:cubicBezTo>
                  <a:pt x="3561024" y="1237710"/>
                  <a:pt x="3560754" y="2257091"/>
                  <a:pt x="3560486" y="3276471"/>
                </a:cubicBezTo>
                <a:cubicBezTo>
                  <a:pt x="3560486" y="3821488"/>
                  <a:pt x="3118661" y="4263313"/>
                  <a:pt x="2573644" y="4263313"/>
                </a:cubicBezTo>
                <a:lnTo>
                  <a:pt x="1733306" y="4263313"/>
                </a:lnTo>
                <a:lnTo>
                  <a:pt x="1058669" y="4263313"/>
                </a:lnTo>
                <a:lnTo>
                  <a:pt x="218331" y="4263313"/>
                </a:lnTo>
                <a:cubicBezTo>
                  <a:pt x="97751" y="4263313"/>
                  <a:pt x="2" y="4165564"/>
                  <a:pt x="2" y="4044984"/>
                </a:cubicBezTo>
                <a:cubicBezTo>
                  <a:pt x="1" y="3318770"/>
                  <a:pt x="1" y="2592557"/>
                  <a:pt x="0" y="1866343"/>
                </a:cubicBezTo>
                <a:cubicBezTo>
                  <a:pt x="1" y="1866329"/>
                  <a:pt x="1" y="1866316"/>
                  <a:pt x="2" y="1866303"/>
                </a:cubicBezTo>
                <a:lnTo>
                  <a:pt x="2" y="218329"/>
                </a:lnTo>
                <a:cubicBezTo>
                  <a:pt x="2" y="97749"/>
                  <a:pt x="97751" y="0"/>
                  <a:pt x="218331" y="0"/>
                </a:cubicBezTo>
                <a:close/>
              </a:path>
            </a:pathLst>
          </a:custGeom>
          <a:solidFill>
            <a:schemeClr val="bg2"/>
          </a:solidFill>
        </p:spPr>
        <p:txBody>
          <a:bodyPr vert="horz" wrap="square" lIns="0" tIns="0" rIns="0" bIns="0" rtlCol="0" anchor="t" anchorCtr="0">
            <a:noAutofit/>
          </a:bodyPr>
          <a:lstStyle>
            <a:lvl1pPr algn="ctr">
              <a:defRPr lang="en-GB" b="0"/>
            </a:lvl1pPr>
          </a:lstStyle>
          <a:p>
            <a:pPr lvl="0"/>
            <a:r>
              <a:rPr lang="en-GB"/>
              <a:t>To insert photo, please select placeholder, then access </a:t>
            </a:r>
            <a:r>
              <a:rPr lang="en-GB" err="1"/>
              <a:t>BrandCentral</a:t>
            </a:r>
            <a:r>
              <a:rPr lang="en-GB"/>
              <a:t> through the </a:t>
            </a:r>
            <a:r>
              <a:rPr lang="en-GB" err="1"/>
              <a:t>BrandCentral</a:t>
            </a:r>
            <a:r>
              <a:rPr lang="en-GB"/>
              <a:t> ribbon</a:t>
            </a:r>
          </a:p>
        </p:txBody>
      </p:sp>
      <p:sp>
        <p:nvSpPr>
          <p:cNvPr id="3" name="ChapterTitle">
            <a:extLst>
              <a:ext uri="{FF2B5EF4-FFF2-40B4-BE49-F238E27FC236}">
                <a16:creationId xmlns:a16="http://schemas.microsoft.com/office/drawing/2014/main" id="{11902A60-BF2C-61D9-DC72-97C5E3192D96}"/>
              </a:ext>
            </a:extLst>
          </p:cNvPr>
          <p:cNvSpPr>
            <a:spLocks noGrp="1"/>
          </p:cNvSpPr>
          <p:nvPr>
            <p:ph type="body" sz="quarter" idx="12" hasCustomPrompt="1"/>
          </p:nvPr>
        </p:nvSpPr>
        <p:spPr>
          <a:xfrm>
            <a:off x="508000" y="240853"/>
            <a:ext cx="5465763" cy="153888"/>
          </a:xfrm>
          <a:prstGeom prst="rect">
            <a:avLst/>
          </a:prstGeom>
        </p:spPr>
        <p:txBody>
          <a:bodyPr>
            <a:noAutofit/>
          </a:bodyPr>
          <a:lstStyle>
            <a:lvl1pPr marL="0" indent="0">
              <a:buFont typeface="Arial" panose="020B0604020202020204" pitchFamily="34" charset="0"/>
              <a:buNone/>
              <a:defRPr sz="1000" b="0" baseline="0">
                <a:latin typeface="+mn-lt"/>
              </a:defRPr>
            </a:lvl1pPr>
          </a:lstStyle>
          <a:p>
            <a:pPr lvl="0"/>
            <a:r>
              <a:rPr lang="en-GB"/>
              <a:t>Chapter title (optional)</a:t>
            </a:r>
          </a:p>
        </p:txBody>
      </p:sp>
    </p:spTree>
    <p:extLst>
      <p:ext uri="{BB962C8B-B14F-4D97-AF65-F5344CB8AC3E}">
        <p14:creationId xmlns:p14="http://schemas.microsoft.com/office/powerpoint/2010/main" val="901392187"/>
      </p:ext>
    </p:extLst>
  </p:cSld>
  <p:clrMapOvr>
    <a:masterClrMapping/>
  </p:clrMapOvr>
  <p:hf hd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Heavy: Sidebar and Shaded Box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094B5-CC98-C901-994F-A9C81E0234E3}"/>
              </a:ext>
            </a:extLst>
          </p:cNvPr>
          <p:cNvSpPr>
            <a:spLocks noGrp="1"/>
          </p:cNvSpPr>
          <p:nvPr>
            <p:ph type="title"/>
          </p:nvPr>
        </p:nvSpPr>
        <p:spPr/>
        <p:txBody>
          <a:bodyPr/>
          <a:lstStyle/>
          <a:p>
            <a:r>
              <a:rPr lang="pt-BR"/>
              <a:t>Clique para editar o título Mestre</a:t>
            </a:r>
            <a:endParaRPr lang="en-GB"/>
          </a:p>
        </p:txBody>
      </p:sp>
      <p:sp>
        <p:nvSpPr>
          <p:cNvPr id="5" name="Text 1">
            <a:extLst>
              <a:ext uri="{FF2B5EF4-FFF2-40B4-BE49-F238E27FC236}">
                <a16:creationId xmlns:a16="http://schemas.microsoft.com/office/drawing/2014/main" id="{7929B154-427C-30DA-7CF1-7CCDD58D350D}"/>
              </a:ext>
            </a:extLst>
          </p:cNvPr>
          <p:cNvSpPr>
            <a:spLocks noGrp="1"/>
          </p:cNvSpPr>
          <p:nvPr>
            <p:ph type="body" sz="quarter" idx="15" hasCustomPrompt="1"/>
          </p:nvPr>
        </p:nvSpPr>
        <p:spPr>
          <a:xfrm>
            <a:off x="508001" y="1724024"/>
            <a:ext cx="2609851" cy="4262400"/>
          </a:xfrm>
          <a:prstGeom prst="rect">
            <a:avLst/>
          </a:prstGeom>
        </p:spPr>
        <p:txBody>
          <a:bodyPr vert="horz" wrap="square" lIns="0" tIns="0" rIns="0" bIns="0" rtlCol="0" anchor="t" anchorCtr="0">
            <a:noAutofit/>
          </a:bodyPr>
          <a:lstStyle>
            <a:lvl1pPr>
              <a:defRPr lang="en-GB" sz="1400" dirty="0"/>
            </a:lvl1pPr>
            <a:lvl2pPr>
              <a:defRPr lang="en-GB" sz="1100" dirty="0"/>
            </a:lvl2pPr>
            <a:lvl3pPr>
              <a:defRPr lang="en-GB" sz="900" dirty="0"/>
            </a:lvl3pPr>
            <a:lvl4pPr>
              <a:defRPr lang="en-GB" sz="900" dirty="0"/>
            </a:lvl4pPr>
            <a:lvl5pPr>
              <a:defRPr lang="en-GB" sz="900" dirty="0"/>
            </a:lvl5pPr>
            <a:lvl6pPr>
              <a:defRPr lang="en-GB" sz="900" dirty="0"/>
            </a:lvl6pPr>
            <a:lvl7pPr>
              <a:defRPr lang="en-GB" sz="900" dirty="0"/>
            </a:lvl7pPr>
            <a:lvl8pPr marL="183600" indent="-183600">
              <a:defRPr lang="en-GB" sz="900" dirty="0"/>
            </a:lvl8pPr>
            <a:lvl9pPr marL="360000" indent="-176400">
              <a:defRPr lang="en-GB" sz="900" dirty="0"/>
            </a:lvl9pPr>
          </a:lstStyle>
          <a:p>
            <a:pPr lvl="0"/>
            <a:r>
              <a:rPr lang="en-GB"/>
              <a:t>First Level</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 level</a:t>
            </a:r>
          </a:p>
          <a:p>
            <a:pPr lvl="8"/>
            <a:r>
              <a:rPr lang="en-GB"/>
              <a:t>Ninth level</a:t>
            </a:r>
          </a:p>
        </p:txBody>
      </p:sp>
      <p:sp>
        <p:nvSpPr>
          <p:cNvPr id="6" name="Text 1">
            <a:extLst>
              <a:ext uri="{FF2B5EF4-FFF2-40B4-BE49-F238E27FC236}">
                <a16:creationId xmlns:a16="http://schemas.microsoft.com/office/drawing/2014/main" id="{F1E87C15-83E2-6A43-0EE0-F027F18CC960}"/>
              </a:ext>
            </a:extLst>
          </p:cNvPr>
          <p:cNvSpPr>
            <a:spLocks noGrp="1"/>
          </p:cNvSpPr>
          <p:nvPr>
            <p:ph type="body" sz="quarter" idx="16" hasCustomPrompt="1"/>
          </p:nvPr>
        </p:nvSpPr>
        <p:spPr>
          <a:xfrm>
            <a:off x="3362325" y="1724025"/>
            <a:ext cx="8321674" cy="1216026"/>
          </a:xfrm>
          <a:prstGeom prst="rect">
            <a:avLst/>
          </a:prstGeom>
          <a:solidFill>
            <a:schemeClr val="bg2"/>
          </a:solidFill>
        </p:spPr>
        <p:txBody>
          <a:bodyPr vert="horz" wrap="square" lIns="108000" tIns="108000" rIns="108000" bIns="108000" rtlCol="0" anchor="t" anchorCtr="0">
            <a:noAutofit/>
          </a:bodyPr>
          <a:lstStyle>
            <a:lvl1pPr>
              <a:defRPr lang="en-GB" sz="1400" dirty="0"/>
            </a:lvl1pPr>
            <a:lvl2pPr>
              <a:defRPr lang="en-GB" sz="1100" dirty="0"/>
            </a:lvl2pPr>
            <a:lvl3pPr>
              <a:defRPr lang="en-GB" sz="900" dirty="0"/>
            </a:lvl3pPr>
            <a:lvl4pPr>
              <a:defRPr lang="en-GB" sz="900" dirty="0"/>
            </a:lvl4pPr>
            <a:lvl5pPr>
              <a:defRPr lang="en-GB" sz="900" dirty="0"/>
            </a:lvl5pPr>
            <a:lvl6pPr>
              <a:defRPr lang="en-GB" sz="900" dirty="0"/>
            </a:lvl6pPr>
            <a:lvl7pPr>
              <a:defRPr lang="en-GB" sz="900" dirty="0"/>
            </a:lvl7pPr>
            <a:lvl8pPr marL="183600" indent="-183600">
              <a:defRPr lang="en-GB" sz="900" dirty="0"/>
            </a:lvl8pPr>
            <a:lvl9pPr marL="360000" indent="-176400">
              <a:defRPr lang="en-GB" sz="900" dirty="0"/>
            </a:lvl9pPr>
          </a:lstStyle>
          <a:p>
            <a:pPr lvl="0"/>
            <a:r>
              <a:rPr lang="en-GB"/>
              <a:t>First Level</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 level</a:t>
            </a:r>
          </a:p>
          <a:p>
            <a:pPr lvl="8"/>
            <a:r>
              <a:rPr lang="en-GB"/>
              <a:t>Ninth level</a:t>
            </a:r>
          </a:p>
        </p:txBody>
      </p:sp>
      <p:sp>
        <p:nvSpPr>
          <p:cNvPr id="7" name="Text 1">
            <a:extLst>
              <a:ext uri="{FF2B5EF4-FFF2-40B4-BE49-F238E27FC236}">
                <a16:creationId xmlns:a16="http://schemas.microsoft.com/office/drawing/2014/main" id="{7DCC4265-7F73-404F-62A7-4F4CDB52235F}"/>
              </a:ext>
            </a:extLst>
          </p:cNvPr>
          <p:cNvSpPr>
            <a:spLocks noGrp="1"/>
          </p:cNvSpPr>
          <p:nvPr>
            <p:ph type="body" sz="quarter" idx="17" hasCustomPrompt="1"/>
          </p:nvPr>
        </p:nvSpPr>
        <p:spPr>
          <a:xfrm>
            <a:off x="3362325" y="3247212"/>
            <a:ext cx="8321674" cy="1216026"/>
          </a:xfrm>
          <a:prstGeom prst="rect">
            <a:avLst/>
          </a:prstGeom>
          <a:solidFill>
            <a:schemeClr val="bg2"/>
          </a:solidFill>
        </p:spPr>
        <p:txBody>
          <a:bodyPr vert="horz" wrap="square" lIns="108000" tIns="108000" rIns="108000" bIns="108000" rtlCol="0" anchor="t" anchorCtr="0">
            <a:noAutofit/>
          </a:bodyPr>
          <a:lstStyle>
            <a:lvl1pPr>
              <a:defRPr lang="en-GB" sz="1400" dirty="0"/>
            </a:lvl1pPr>
            <a:lvl2pPr>
              <a:defRPr lang="en-GB" sz="1100" dirty="0"/>
            </a:lvl2pPr>
            <a:lvl3pPr>
              <a:defRPr lang="en-GB" sz="900" dirty="0"/>
            </a:lvl3pPr>
            <a:lvl4pPr>
              <a:defRPr lang="en-GB" sz="900" dirty="0"/>
            </a:lvl4pPr>
            <a:lvl5pPr>
              <a:defRPr lang="en-GB" sz="900" dirty="0"/>
            </a:lvl5pPr>
            <a:lvl6pPr>
              <a:defRPr lang="en-GB" sz="900" dirty="0"/>
            </a:lvl6pPr>
            <a:lvl7pPr>
              <a:defRPr lang="en-GB" sz="900" dirty="0"/>
            </a:lvl7pPr>
            <a:lvl8pPr marL="183600" indent="-183600">
              <a:defRPr lang="en-GB" sz="900" dirty="0"/>
            </a:lvl8pPr>
            <a:lvl9pPr marL="360000" indent="-176400">
              <a:defRPr lang="en-GB" sz="900" dirty="0"/>
            </a:lvl9pPr>
          </a:lstStyle>
          <a:p>
            <a:pPr lvl="0"/>
            <a:r>
              <a:rPr lang="en-GB"/>
              <a:t>First Level</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 level</a:t>
            </a:r>
          </a:p>
          <a:p>
            <a:pPr lvl="8"/>
            <a:r>
              <a:rPr lang="en-GB"/>
              <a:t>Ninth level</a:t>
            </a:r>
          </a:p>
        </p:txBody>
      </p:sp>
      <p:sp>
        <p:nvSpPr>
          <p:cNvPr id="8" name="Text 1">
            <a:extLst>
              <a:ext uri="{FF2B5EF4-FFF2-40B4-BE49-F238E27FC236}">
                <a16:creationId xmlns:a16="http://schemas.microsoft.com/office/drawing/2014/main" id="{4185EDA2-2DD2-160C-EAF6-62F9ED1CFC4C}"/>
              </a:ext>
            </a:extLst>
          </p:cNvPr>
          <p:cNvSpPr>
            <a:spLocks noGrp="1"/>
          </p:cNvSpPr>
          <p:nvPr>
            <p:ph type="body" sz="quarter" idx="18" hasCustomPrompt="1"/>
          </p:nvPr>
        </p:nvSpPr>
        <p:spPr>
          <a:xfrm>
            <a:off x="3362325" y="4770398"/>
            <a:ext cx="8321674" cy="1216026"/>
          </a:xfrm>
          <a:prstGeom prst="rect">
            <a:avLst/>
          </a:prstGeom>
          <a:solidFill>
            <a:schemeClr val="bg2"/>
          </a:solidFill>
        </p:spPr>
        <p:txBody>
          <a:bodyPr vert="horz" wrap="square" lIns="108000" tIns="108000" rIns="108000" bIns="108000" rtlCol="0" anchor="t" anchorCtr="0">
            <a:noAutofit/>
          </a:bodyPr>
          <a:lstStyle>
            <a:lvl1pPr>
              <a:defRPr lang="en-GB" sz="1400" dirty="0"/>
            </a:lvl1pPr>
            <a:lvl2pPr>
              <a:defRPr lang="en-GB" sz="1100" dirty="0"/>
            </a:lvl2pPr>
            <a:lvl3pPr>
              <a:defRPr lang="en-GB" sz="900" dirty="0"/>
            </a:lvl3pPr>
            <a:lvl4pPr>
              <a:defRPr lang="en-GB" sz="900" dirty="0"/>
            </a:lvl4pPr>
            <a:lvl5pPr>
              <a:defRPr lang="en-GB" sz="900" dirty="0"/>
            </a:lvl5pPr>
            <a:lvl6pPr>
              <a:defRPr lang="en-GB" sz="900" dirty="0"/>
            </a:lvl6pPr>
            <a:lvl7pPr>
              <a:defRPr lang="en-GB" sz="900" dirty="0"/>
            </a:lvl7pPr>
            <a:lvl8pPr marL="183600" indent="-183600">
              <a:defRPr lang="en-GB" sz="900" dirty="0"/>
            </a:lvl8pPr>
            <a:lvl9pPr marL="360000" indent="-176400">
              <a:defRPr lang="en-GB" sz="900" dirty="0"/>
            </a:lvl9pPr>
          </a:lstStyle>
          <a:p>
            <a:pPr lvl="0"/>
            <a:r>
              <a:rPr lang="en-GB"/>
              <a:t>First Level</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 level</a:t>
            </a:r>
          </a:p>
          <a:p>
            <a:pPr lvl="8"/>
            <a:r>
              <a:rPr lang="en-GB"/>
              <a:t>Ninth level</a:t>
            </a:r>
          </a:p>
        </p:txBody>
      </p:sp>
      <p:sp>
        <p:nvSpPr>
          <p:cNvPr id="3" name="ChapterTitle">
            <a:extLst>
              <a:ext uri="{FF2B5EF4-FFF2-40B4-BE49-F238E27FC236}">
                <a16:creationId xmlns:a16="http://schemas.microsoft.com/office/drawing/2014/main" id="{01121FFF-E588-F602-2E45-4906791D8847}"/>
              </a:ext>
            </a:extLst>
          </p:cNvPr>
          <p:cNvSpPr>
            <a:spLocks noGrp="1"/>
          </p:cNvSpPr>
          <p:nvPr>
            <p:ph type="body" sz="quarter" idx="12" hasCustomPrompt="1"/>
          </p:nvPr>
        </p:nvSpPr>
        <p:spPr>
          <a:xfrm>
            <a:off x="508000" y="240853"/>
            <a:ext cx="5465763" cy="153888"/>
          </a:xfrm>
          <a:prstGeom prst="rect">
            <a:avLst/>
          </a:prstGeom>
        </p:spPr>
        <p:txBody>
          <a:bodyPr>
            <a:noAutofit/>
          </a:bodyPr>
          <a:lstStyle>
            <a:lvl1pPr marL="0" indent="0">
              <a:buFont typeface="Arial" panose="020B0604020202020204" pitchFamily="34" charset="0"/>
              <a:buNone/>
              <a:defRPr sz="1000" b="0" baseline="0">
                <a:latin typeface="+mn-lt"/>
              </a:defRPr>
            </a:lvl1pPr>
          </a:lstStyle>
          <a:p>
            <a:pPr lvl="0"/>
            <a:r>
              <a:rPr lang="en-GB"/>
              <a:t>Chapter title (optional)</a:t>
            </a:r>
          </a:p>
        </p:txBody>
      </p:sp>
    </p:spTree>
    <p:extLst>
      <p:ext uri="{BB962C8B-B14F-4D97-AF65-F5344CB8AC3E}">
        <p14:creationId xmlns:p14="http://schemas.microsoft.com/office/powerpoint/2010/main" val="4165312971"/>
      </p:ext>
    </p:extLst>
  </p:cSld>
  <p:clrMapOvr>
    <a:masterClrMapping/>
  </p:clrMapOvr>
  <p:hf hd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Heavy: Multi-size box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094B5-CC98-C901-994F-A9C81E0234E3}"/>
              </a:ext>
            </a:extLst>
          </p:cNvPr>
          <p:cNvSpPr>
            <a:spLocks noGrp="1"/>
          </p:cNvSpPr>
          <p:nvPr>
            <p:ph type="title"/>
          </p:nvPr>
        </p:nvSpPr>
        <p:spPr/>
        <p:txBody>
          <a:bodyPr/>
          <a:lstStyle/>
          <a:p>
            <a:r>
              <a:rPr lang="pt-BR"/>
              <a:t>Clique para editar o título Mestre</a:t>
            </a:r>
            <a:endParaRPr lang="en-GB"/>
          </a:p>
        </p:txBody>
      </p:sp>
      <p:sp>
        <p:nvSpPr>
          <p:cNvPr id="5" name="Text 1">
            <a:extLst>
              <a:ext uri="{FF2B5EF4-FFF2-40B4-BE49-F238E27FC236}">
                <a16:creationId xmlns:a16="http://schemas.microsoft.com/office/drawing/2014/main" id="{7929B154-427C-30DA-7CF1-7CCDD58D350D}"/>
              </a:ext>
            </a:extLst>
          </p:cNvPr>
          <p:cNvSpPr>
            <a:spLocks noGrp="1"/>
          </p:cNvSpPr>
          <p:nvPr>
            <p:ph type="body" sz="quarter" idx="15" hasCustomPrompt="1"/>
          </p:nvPr>
        </p:nvSpPr>
        <p:spPr>
          <a:xfrm>
            <a:off x="508001" y="1724025"/>
            <a:ext cx="3563936" cy="2738438"/>
          </a:xfrm>
          <a:prstGeom prst="rect">
            <a:avLst/>
          </a:prstGeom>
        </p:spPr>
        <p:txBody>
          <a:bodyPr vert="horz" wrap="square" lIns="0" tIns="0" rIns="0" bIns="0" rtlCol="0" anchor="t" anchorCtr="0">
            <a:noAutofit/>
          </a:bodyPr>
          <a:lstStyle>
            <a:lvl1pPr>
              <a:defRPr lang="en-GB" sz="1400" dirty="0"/>
            </a:lvl1pPr>
            <a:lvl2pPr>
              <a:defRPr lang="en-GB" sz="1100" dirty="0"/>
            </a:lvl2pPr>
            <a:lvl3pPr>
              <a:defRPr lang="en-GB" sz="900" dirty="0"/>
            </a:lvl3pPr>
            <a:lvl4pPr>
              <a:defRPr lang="en-GB" sz="900" dirty="0"/>
            </a:lvl4pPr>
            <a:lvl5pPr>
              <a:defRPr lang="en-GB" sz="900" dirty="0"/>
            </a:lvl5pPr>
            <a:lvl6pPr>
              <a:defRPr lang="en-GB" sz="900" dirty="0"/>
            </a:lvl6pPr>
            <a:lvl7pPr>
              <a:defRPr lang="en-GB" sz="900" dirty="0"/>
            </a:lvl7pPr>
            <a:lvl8pPr marL="183600" indent="-183600">
              <a:defRPr lang="en-GB" sz="900" dirty="0"/>
            </a:lvl8pPr>
            <a:lvl9pPr marL="360000" indent="-176400">
              <a:defRPr lang="en-GB" sz="900" dirty="0"/>
            </a:lvl9pPr>
          </a:lstStyle>
          <a:p>
            <a:pPr lvl="0"/>
            <a:r>
              <a:rPr lang="en-GB"/>
              <a:t>First Level</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 level</a:t>
            </a:r>
          </a:p>
          <a:p>
            <a:pPr lvl="8"/>
            <a:r>
              <a:rPr lang="en-GB"/>
              <a:t>Ninth level</a:t>
            </a:r>
          </a:p>
        </p:txBody>
      </p:sp>
      <p:sp>
        <p:nvSpPr>
          <p:cNvPr id="6" name="Text 1">
            <a:extLst>
              <a:ext uri="{FF2B5EF4-FFF2-40B4-BE49-F238E27FC236}">
                <a16:creationId xmlns:a16="http://schemas.microsoft.com/office/drawing/2014/main" id="{F1E87C15-83E2-6A43-0EE0-F027F18CC960}"/>
              </a:ext>
            </a:extLst>
          </p:cNvPr>
          <p:cNvSpPr>
            <a:spLocks noGrp="1"/>
          </p:cNvSpPr>
          <p:nvPr>
            <p:ph type="body" sz="quarter" idx="16" hasCustomPrompt="1"/>
          </p:nvPr>
        </p:nvSpPr>
        <p:spPr>
          <a:xfrm>
            <a:off x="8120063" y="1724025"/>
            <a:ext cx="3563936" cy="1216026"/>
          </a:xfrm>
          <a:prstGeom prst="rect">
            <a:avLst/>
          </a:prstGeom>
          <a:solidFill>
            <a:schemeClr val="bg2"/>
          </a:solidFill>
        </p:spPr>
        <p:txBody>
          <a:bodyPr vert="horz" wrap="square" lIns="108000" tIns="108000" rIns="108000" bIns="108000" rtlCol="0" anchor="t" anchorCtr="0">
            <a:noAutofit/>
          </a:bodyPr>
          <a:lstStyle>
            <a:lvl1pPr>
              <a:defRPr lang="en-GB" sz="1400" dirty="0"/>
            </a:lvl1pPr>
            <a:lvl2pPr>
              <a:defRPr lang="en-GB" sz="1100" dirty="0"/>
            </a:lvl2pPr>
            <a:lvl3pPr>
              <a:defRPr lang="en-GB" sz="900" dirty="0"/>
            </a:lvl3pPr>
            <a:lvl4pPr>
              <a:defRPr lang="en-GB" sz="900" dirty="0"/>
            </a:lvl4pPr>
            <a:lvl5pPr>
              <a:defRPr lang="en-GB" sz="900" dirty="0"/>
            </a:lvl5pPr>
            <a:lvl6pPr>
              <a:defRPr lang="en-GB" sz="900" dirty="0"/>
            </a:lvl6pPr>
            <a:lvl7pPr>
              <a:defRPr lang="en-GB" sz="900" dirty="0"/>
            </a:lvl7pPr>
            <a:lvl8pPr marL="183600" indent="-183600">
              <a:defRPr lang="en-GB" sz="900" dirty="0"/>
            </a:lvl8pPr>
            <a:lvl9pPr marL="360000" indent="-176400">
              <a:defRPr lang="en-GB" sz="900" dirty="0"/>
            </a:lvl9pPr>
          </a:lstStyle>
          <a:p>
            <a:pPr lvl="0"/>
            <a:r>
              <a:rPr lang="en-GB"/>
              <a:t>First Level</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 level</a:t>
            </a:r>
          </a:p>
          <a:p>
            <a:pPr lvl="8"/>
            <a:r>
              <a:rPr lang="en-GB"/>
              <a:t>Ninth level</a:t>
            </a:r>
          </a:p>
        </p:txBody>
      </p:sp>
      <p:sp>
        <p:nvSpPr>
          <p:cNvPr id="7" name="Text 1">
            <a:extLst>
              <a:ext uri="{FF2B5EF4-FFF2-40B4-BE49-F238E27FC236}">
                <a16:creationId xmlns:a16="http://schemas.microsoft.com/office/drawing/2014/main" id="{7DCC4265-7F73-404F-62A7-4F4CDB52235F}"/>
              </a:ext>
            </a:extLst>
          </p:cNvPr>
          <p:cNvSpPr>
            <a:spLocks noGrp="1"/>
          </p:cNvSpPr>
          <p:nvPr>
            <p:ph type="body" sz="quarter" idx="17" hasCustomPrompt="1"/>
          </p:nvPr>
        </p:nvSpPr>
        <p:spPr>
          <a:xfrm>
            <a:off x="8120063" y="3246437"/>
            <a:ext cx="3563936" cy="1216026"/>
          </a:xfrm>
          <a:prstGeom prst="rect">
            <a:avLst/>
          </a:prstGeom>
          <a:solidFill>
            <a:schemeClr val="bg2"/>
          </a:solidFill>
        </p:spPr>
        <p:txBody>
          <a:bodyPr vert="horz" wrap="square" lIns="108000" tIns="108000" rIns="108000" bIns="108000" rtlCol="0" anchor="t" anchorCtr="0">
            <a:noAutofit/>
          </a:bodyPr>
          <a:lstStyle>
            <a:lvl1pPr>
              <a:defRPr lang="en-GB" sz="1400" dirty="0"/>
            </a:lvl1pPr>
            <a:lvl2pPr>
              <a:defRPr lang="en-GB" sz="1100" dirty="0"/>
            </a:lvl2pPr>
            <a:lvl3pPr>
              <a:defRPr lang="en-GB" sz="900" dirty="0"/>
            </a:lvl3pPr>
            <a:lvl4pPr>
              <a:defRPr lang="en-GB" sz="900" dirty="0"/>
            </a:lvl4pPr>
            <a:lvl5pPr>
              <a:defRPr lang="en-GB" sz="900" dirty="0"/>
            </a:lvl5pPr>
            <a:lvl6pPr>
              <a:defRPr lang="en-GB" sz="900" dirty="0"/>
            </a:lvl6pPr>
            <a:lvl7pPr>
              <a:defRPr lang="en-GB" sz="900" dirty="0"/>
            </a:lvl7pPr>
            <a:lvl8pPr marL="183600" indent="-183600">
              <a:defRPr lang="en-GB" sz="900" dirty="0"/>
            </a:lvl8pPr>
            <a:lvl9pPr marL="360000" indent="-176400">
              <a:defRPr lang="en-GB" sz="900" dirty="0"/>
            </a:lvl9pPr>
          </a:lstStyle>
          <a:p>
            <a:pPr lvl="0"/>
            <a:r>
              <a:rPr lang="en-GB"/>
              <a:t>First Level</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 level</a:t>
            </a:r>
          </a:p>
          <a:p>
            <a:pPr lvl="8"/>
            <a:r>
              <a:rPr lang="en-GB"/>
              <a:t>Ninth level</a:t>
            </a:r>
          </a:p>
        </p:txBody>
      </p:sp>
      <p:sp>
        <p:nvSpPr>
          <p:cNvPr id="8" name="Text 1">
            <a:extLst>
              <a:ext uri="{FF2B5EF4-FFF2-40B4-BE49-F238E27FC236}">
                <a16:creationId xmlns:a16="http://schemas.microsoft.com/office/drawing/2014/main" id="{4185EDA2-2DD2-160C-EAF6-62F9ED1CFC4C}"/>
              </a:ext>
            </a:extLst>
          </p:cNvPr>
          <p:cNvSpPr>
            <a:spLocks noGrp="1"/>
          </p:cNvSpPr>
          <p:nvPr>
            <p:ph type="body" sz="quarter" idx="18" hasCustomPrompt="1"/>
          </p:nvPr>
        </p:nvSpPr>
        <p:spPr>
          <a:xfrm>
            <a:off x="8120063" y="4768849"/>
            <a:ext cx="3563936" cy="1216026"/>
          </a:xfrm>
          <a:prstGeom prst="rect">
            <a:avLst/>
          </a:prstGeom>
          <a:solidFill>
            <a:schemeClr val="bg2"/>
          </a:solidFill>
        </p:spPr>
        <p:txBody>
          <a:bodyPr vert="horz" wrap="square" lIns="108000" tIns="108000" rIns="108000" bIns="108000" rtlCol="0" anchor="t" anchorCtr="0">
            <a:noAutofit/>
          </a:bodyPr>
          <a:lstStyle>
            <a:lvl1pPr>
              <a:defRPr lang="en-GB" sz="1400" dirty="0"/>
            </a:lvl1pPr>
            <a:lvl2pPr>
              <a:defRPr lang="en-GB" sz="1100" dirty="0"/>
            </a:lvl2pPr>
            <a:lvl3pPr>
              <a:defRPr lang="en-GB" sz="900" dirty="0"/>
            </a:lvl3pPr>
            <a:lvl4pPr>
              <a:defRPr lang="en-GB" sz="900" dirty="0"/>
            </a:lvl4pPr>
            <a:lvl5pPr>
              <a:defRPr lang="en-GB" sz="900" dirty="0"/>
            </a:lvl5pPr>
            <a:lvl6pPr>
              <a:defRPr lang="en-GB" sz="900" dirty="0"/>
            </a:lvl6pPr>
            <a:lvl7pPr>
              <a:defRPr lang="en-GB" sz="900" dirty="0"/>
            </a:lvl7pPr>
            <a:lvl8pPr marL="183600" indent="-183600">
              <a:defRPr lang="en-GB" sz="900" dirty="0"/>
            </a:lvl8pPr>
            <a:lvl9pPr marL="360000" indent="-176400">
              <a:defRPr lang="en-GB" sz="900" dirty="0"/>
            </a:lvl9pPr>
          </a:lstStyle>
          <a:p>
            <a:pPr lvl="0"/>
            <a:r>
              <a:rPr lang="en-GB"/>
              <a:t>First Level</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 level</a:t>
            </a:r>
          </a:p>
          <a:p>
            <a:pPr lvl="8"/>
            <a:r>
              <a:rPr lang="en-GB"/>
              <a:t>Ninth level</a:t>
            </a:r>
          </a:p>
        </p:txBody>
      </p:sp>
      <p:sp>
        <p:nvSpPr>
          <p:cNvPr id="10" name="Text 1">
            <a:extLst>
              <a:ext uri="{FF2B5EF4-FFF2-40B4-BE49-F238E27FC236}">
                <a16:creationId xmlns:a16="http://schemas.microsoft.com/office/drawing/2014/main" id="{93C7B744-BEF5-7717-514C-283241DF255B}"/>
              </a:ext>
            </a:extLst>
          </p:cNvPr>
          <p:cNvSpPr>
            <a:spLocks noGrp="1"/>
          </p:cNvSpPr>
          <p:nvPr>
            <p:ph type="body" sz="quarter" idx="19" hasCustomPrompt="1"/>
          </p:nvPr>
        </p:nvSpPr>
        <p:spPr>
          <a:xfrm>
            <a:off x="4314032" y="1724025"/>
            <a:ext cx="3563936" cy="2738438"/>
          </a:xfrm>
          <a:prstGeom prst="rect">
            <a:avLst/>
          </a:prstGeom>
        </p:spPr>
        <p:txBody>
          <a:bodyPr vert="horz" wrap="square" lIns="0" tIns="0" rIns="0" bIns="0" rtlCol="0" anchor="t" anchorCtr="0">
            <a:noAutofit/>
          </a:bodyPr>
          <a:lstStyle>
            <a:lvl1pPr>
              <a:defRPr lang="en-GB" sz="1400" dirty="0"/>
            </a:lvl1pPr>
            <a:lvl2pPr>
              <a:defRPr lang="en-GB" sz="1100" dirty="0"/>
            </a:lvl2pPr>
            <a:lvl3pPr>
              <a:defRPr lang="en-GB" sz="900" dirty="0"/>
            </a:lvl3pPr>
            <a:lvl4pPr>
              <a:defRPr lang="en-GB" sz="900" dirty="0"/>
            </a:lvl4pPr>
            <a:lvl5pPr>
              <a:defRPr lang="en-GB" sz="900" dirty="0"/>
            </a:lvl5pPr>
            <a:lvl6pPr>
              <a:defRPr lang="en-GB" sz="900" dirty="0"/>
            </a:lvl6pPr>
            <a:lvl7pPr>
              <a:defRPr lang="en-GB" sz="900" dirty="0"/>
            </a:lvl7pPr>
            <a:lvl8pPr marL="183600" indent="-183600">
              <a:defRPr lang="en-GB" sz="900" dirty="0"/>
            </a:lvl8pPr>
            <a:lvl9pPr marL="360000" indent="-176400">
              <a:defRPr lang="en-GB" sz="900" dirty="0"/>
            </a:lvl9pPr>
          </a:lstStyle>
          <a:p>
            <a:pPr lvl="0"/>
            <a:r>
              <a:rPr lang="en-GB"/>
              <a:t>First Level</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 level</a:t>
            </a:r>
          </a:p>
          <a:p>
            <a:pPr lvl="8"/>
            <a:r>
              <a:rPr lang="en-GB"/>
              <a:t>Ninth level</a:t>
            </a:r>
          </a:p>
        </p:txBody>
      </p:sp>
      <p:sp>
        <p:nvSpPr>
          <p:cNvPr id="11" name="Text 1">
            <a:extLst>
              <a:ext uri="{FF2B5EF4-FFF2-40B4-BE49-F238E27FC236}">
                <a16:creationId xmlns:a16="http://schemas.microsoft.com/office/drawing/2014/main" id="{4417C54B-07E7-F5E6-9D1F-5C32FCE6A1C5}"/>
              </a:ext>
            </a:extLst>
          </p:cNvPr>
          <p:cNvSpPr>
            <a:spLocks noGrp="1"/>
          </p:cNvSpPr>
          <p:nvPr>
            <p:ph type="body" sz="quarter" idx="20" hasCustomPrompt="1"/>
          </p:nvPr>
        </p:nvSpPr>
        <p:spPr>
          <a:xfrm>
            <a:off x="508000" y="4768849"/>
            <a:ext cx="7369967" cy="1216026"/>
          </a:xfrm>
          <a:prstGeom prst="rect">
            <a:avLst/>
          </a:prstGeom>
          <a:solidFill>
            <a:schemeClr val="bg2"/>
          </a:solidFill>
        </p:spPr>
        <p:txBody>
          <a:bodyPr vert="horz" wrap="square" lIns="108000" tIns="108000" rIns="108000" bIns="108000" rtlCol="0" anchor="t" anchorCtr="0">
            <a:noAutofit/>
          </a:bodyPr>
          <a:lstStyle>
            <a:lvl1pPr>
              <a:defRPr lang="en-GB" sz="1400" dirty="0"/>
            </a:lvl1pPr>
            <a:lvl2pPr>
              <a:defRPr lang="en-GB" sz="1100" dirty="0"/>
            </a:lvl2pPr>
            <a:lvl3pPr>
              <a:defRPr lang="en-GB" sz="900" dirty="0"/>
            </a:lvl3pPr>
            <a:lvl4pPr>
              <a:defRPr lang="en-GB" sz="900" dirty="0"/>
            </a:lvl4pPr>
            <a:lvl5pPr>
              <a:defRPr lang="en-GB" sz="900" dirty="0"/>
            </a:lvl5pPr>
            <a:lvl6pPr>
              <a:defRPr lang="en-GB" sz="900" dirty="0"/>
            </a:lvl6pPr>
            <a:lvl7pPr>
              <a:defRPr lang="en-GB" sz="900" dirty="0"/>
            </a:lvl7pPr>
            <a:lvl8pPr marL="183600" indent="-183600">
              <a:defRPr lang="en-GB" sz="900" dirty="0"/>
            </a:lvl8pPr>
            <a:lvl9pPr marL="360000" indent="-176400">
              <a:defRPr lang="en-GB" sz="900" dirty="0"/>
            </a:lvl9pPr>
          </a:lstStyle>
          <a:p>
            <a:pPr lvl="0"/>
            <a:r>
              <a:rPr lang="en-GB"/>
              <a:t>First Level</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 level</a:t>
            </a:r>
          </a:p>
          <a:p>
            <a:pPr lvl="8"/>
            <a:r>
              <a:rPr lang="en-GB"/>
              <a:t>Ninth level</a:t>
            </a:r>
          </a:p>
        </p:txBody>
      </p:sp>
      <p:sp>
        <p:nvSpPr>
          <p:cNvPr id="3" name="ChapterTitle">
            <a:extLst>
              <a:ext uri="{FF2B5EF4-FFF2-40B4-BE49-F238E27FC236}">
                <a16:creationId xmlns:a16="http://schemas.microsoft.com/office/drawing/2014/main" id="{BAC90EAC-6C9E-CECC-0459-D8EBB2DAA479}"/>
              </a:ext>
            </a:extLst>
          </p:cNvPr>
          <p:cNvSpPr>
            <a:spLocks noGrp="1"/>
          </p:cNvSpPr>
          <p:nvPr>
            <p:ph type="body" sz="quarter" idx="12" hasCustomPrompt="1"/>
          </p:nvPr>
        </p:nvSpPr>
        <p:spPr>
          <a:xfrm>
            <a:off x="508000" y="240853"/>
            <a:ext cx="5465763" cy="153888"/>
          </a:xfrm>
          <a:prstGeom prst="rect">
            <a:avLst/>
          </a:prstGeom>
        </p:spPr>
        <p:txBody>
          <a:bodyPr>
            <a:noAutofit/>
          </a:bodyPr>
          <a:lstStyle>
            <a:lvl1pPr marL="0" indent="0">
              <a:buFont typeface="Arial" panose="020B0604020202020204" pitchFamily="34" charset="0"/>
              <a:buNone/>
              <a:defRPr sz="1000" b="0" baseline="0">
                <a:latin typeface="+mn-lt"/>
              </a:defRPr>
            </a:lvl1pPr>
          </a:lstStyle>
          <a:p>
            <a:pPr lvl="0"/>
            <a:r>
              <a:rPr lang="en-GB"/>
              <a:t>Chapter title (optional)</a:t>
            </a:r>
          </a:p>
        </p:txBody>
      </p:sp>
    </p:spTree>
    <p:extLst>
      <p:ext uri="{BB962C8B-B14F-4D97-AF65-F5344CB8AC3E}">
        <p14:creationId xmlns:p14="http://schemas.microsoft.com/office/powerpoint/2010/main" val="1267711787"/>
      </p:ext>
    </p:extLst>
  </p:cSld>
  <p:clrMapOvr>
    <a:masterClrMapping/>
  </p:clrMapOvr>
  <p:hf hd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Heavy: Introduction with Two Headshots">
    <p:spTree>
      <p:nvGrpSpPr>
        <p:cNvPr id="1" name=""/>
        <p:cNvGrpSpPr/>
        <p:nvPr/>
      </p:nvGrpSpPr>
      <p:grpSpPr>
        <a:xfrm>
          <a:off x="0" y="0"/>
          <a:ext cx="0" cy="0"/>
          <a:chOff x="0" y="0"/>
          <a:chExt cx="0" cy="0"/>
        </a:xfrm>
      </p:grpSpPr>
      <p:sp>
        <p:nvSpPr>
          <p:cNvPr id="3" name="Title"/>
          <p:cNvSpPr>
            <a:spLocks noGrp="1"/>
          </p:cNvSpPr>
          <p:nvPr>
            <p:ph type="title"/>
          </p:nvPr>
        </p:nvSpPr>
        <p:spPr/>
        <p:txBody>
          <a:bodyPr/>
          <a:lstStyle/>
          <a:p>
            <a:r>
              <a:rPr lang="pt-BR"/>
              <a:t>Clique para editar o título Mestre</a:t>
            </a:r>
            <a:endParaRPr lang="en-GB"/>
          </a:p>
        </p:txBody>
      </p:sp>
      <p:sp>
        <p:nvSpPr>
          <p:cNvPr id="11" name="Picture Placeholder 10">
            <a:extLst>
              <a:ext uri="{FF2B5EF4-FFF2-40B4-BE49-F238E27FC236}">
                <a16:creationId xmlns:a16="http://schemas.microsoft.com/office/drawing/2014/main" id="{7E8AEB13-3929-5620-674D-79DA562D3C91}"/>
              </a:ext>
            </a:extLst>
          </p:cNvPr>
          <p:cNvSpPr>
            <a:spLocks noGrp="1"/>
          </p:cNvSpPr>
          <p:nvPr>
            <p:ph type="pic" sz="quarter" idx="16" hasCustomPrompt="1"/>
          </p:nvPr>
        </p:nvSpPr>
        <p:spPr>
          <a:xfrm>
            <a:off x="1027905" y="1724025"/>
            <a:ext cx="1560515" cy="1560513"/>
          </a:xfrm>
          <a:prstGeom prst="ellipse">
            <a:avLst/>
          </a:prstGeom>
          <a:solidFill>
            <a:schemeClr val="bg2"/>
          </a:solidFill>
          <a:ln>
            <a:solidFill>
              <a:schemeClr val="accent1"/>
            </a:solidFill>
          </a:ln>
        </p:spPr>
        <p:txBody>
          <a:bodyPr anchor="ctr"/>
          <a:lstStyle>
            <a:lvl1pPr algn="ctr">
              <a:defRPr sz="1000"/>
            </a:lvl1pPr>
          </a:lstStyle>
          <a:p>
            <a:r>
              <a:rPr lang="en-GB"/>
              <a:t>Insert headshot</a:t>
            </a:r>
          </a:p>
        </p:txBody>
      </p:sp>
      <p:sp>
        <p:nvSpPr>
          <p:cNvPr id="2" name="Picture Placeholder 10">
            <a:extLst>
              <a:ext uri="{FF2B5EF4-FFF2-40B4-BE49-F238E27FC236}">
                <a16:creationId xmlns:a16="http://schemas.microsoft.com/office/drawing/2014/main" id="{AA7F243A-7227-F005-ADE9-C34357690F4B}"/>
              </a:ext>
            </a:extLst>
          </p:cNvPr>
          <p:cNvSpPr>
            <a:spLocks noGrp="1"/>
          </p:cNvSpPr>
          <p:nvPr>
            <p:ph type="pic" sz="quarter" idx="17" hasCustomPrompt="1"/>
          </p:nvPr>
        </p:nvSpPr>
        <p:spPr>
          <a:xfrm>
            <a:off x="1027905" y="3571876"/>
            <a:ext cx="1560515" cy="1560513"/>
          </a:xfrm>
          <a:prstGeom prst="ellipse">
            <a:avLst/>
          </a:prstGeom>
          <a:solidFill>
            <a:schemeClr val="bg2"/>
          </a:solidFill>
          <a:ln>
            <a:solidFill>
              <a:schemeClr val="accent1"/>
            </a:solidFill>
          </a:ln>
        </p:spPr>
        <p:txBody>
          <a:bodyPr anchor="ctr"/>
          <a:lstStyle>
            <a:lvl1pPr algn="ctr">
              <a:defRPr sz="1000"/>
            </a:lvl1pPr>
          </a:lstStyle>
          <a:p>
            <a:r>
              <a:rPr lang="en-GB"/>
              <a:t>Insert headshot</a:t>
            </a:r>
          </a:p>
        </p:txBody>
      </p:sp>
      <p:sp>
        <p:nvSpPr>
          <p:cNvPr id="6" name="Text 1">
            <a:extLst>
              <a:ext uri="{FF2B5EF4-FFF2-40B4-BE49-F238E27FC236}">
                <a16:creationId xmlns:a16="http://schemas.microsoft.com/office/drawing/2014/main" id="{81341E9B-642B-B371-95BD-66F3AE64B256}"/>
              </a:ext>
            </a:extLst>
          </p:cNvPr>
          <p:cNvSpPr>
            <a:spLocks noGrp="1"/>
          </p:cNvSpPr>
          <p:nvPr>
            <p:ph type="body" sz="quarter" idx="15" hasCustomPrompt="1"/>
          </p:nvPr>
        </p:nvSpPr>
        <p:spPr>
          <a:xfrm>
            <a:off x="3362325" y="2333625"/>
            <a:ext cx="8321675" cy="3651250"/>
          </a:xfrm>
          <a:prstGeom prst="rect">
            <a:avLst/>
          </a:prstGeom>
        </p:spPr>
        <p:txBody>
          <a:bodyPr vert="horz" wrap="square" lIns="0" tIns="0" rIns="0" bIns="0" rtlCol="0" anchor="t" anchorCtr="0">
            <a:noAutofit/>
          </a:bodyPr>
          <a:lstStyle>
            <a:lvl1pPr>
              <a:defRPr lang="en-GB" sz="1400" dirty="0"/>
            </a:lvl1pPr>
            <a:lvl2pPr>
              <a:defRPr lang="en-GB" sz="1100" dirty="0"/>
            </a:lvl2pPr>
            <a:lvl3pPr>
              <a:defRPr lang="en-GB" sz="900" dirty="0"/>
            </a:lvl3pPr>
            <a:lvl4pPr>
              <a:defRPr lang="en-GB" sz="900" dirty="0"/>
            </a:lvl4pPr>
            <a:lvl5pPr>
              <a:defRPr lang="en-GB" sz="900" dirty="0"/>
            </a:lvl5pPr>
            <a:lvl6pPr>
              <a:defRPr lang="en-GB" sz="900" dirty="0"/>
            </a:lvl6pPr>
            <a:lvl7pPr>
              <a:defRPr lang="en-GB" sz="900" dirty="0"/>
            </a:lvl7pPr>
            <a:lvl8pPr marL="183600" indent="-183600">
              <a:defRPr lang="en-GB" sz="900" dirty="0"/>
            </a:lvl8pPr>
            <a:lvl9pPr marL="360000" indent="-176400">
              <a:defRPr lang="en-GB" sz="900" dirty="0"/>
            </a:lvl9pPr>
          </a:lstStyle>
          <a:p>
            <a:pPr lvl="0"/>
            <a:r>
              <a:rPr lang="en-GB"/>
              <a:t>First Level</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 level</a:t>
            </a:r>
          </a:p>
          <a:p>
            <a:pPr lvl="8"/>
            <a:r>
              <a:rPr lang="en-GB"/>
              <a:t>Ninth level</a:t>
            </a:r>
          </a:p>
        </p:txBody>
      </p:sp>
      <p:sp>
        <p:nvSpPr>
          <p:cNvPr id="16" name="Text Placeholder 15">
            <a:extLst>
              <a:ext uri="{FF2B5EF4-FFF2-40B4-BE49-F238E27FC236}">
                <a16:creationId xmlns:a16="http://schemas.microsoft.com/office/drawing/2014/main" id="{326003B6-C5A8-75A3-67E0-561C58AB0E64}"/>
              </a:ext>
            </a:extLst>
          </p:cNvPr>
          <p:cNvSpPr>
            <a:spLocks noGrp="1"/>
          </p:cNvSpPr>
          <p:nvPr>
            <p:ph type="body" sz="quarter" idx="18" hasCustomPrompt="1"/>
          </p:nvPr>
        </p:nvSpPr>
        <p:spPr>
          <a:xfrm>
            <a:off x="3362325" y="1724025"/>
            <a:ext cx="8321675" cy="365125"/>
          </a:xfrm>
          <a:prstGeom prst="rect">
            <a:avLst/>
          </a:prstGeom>
        </p:spPr>
        <p:txBody>
          <a:bodyPr/>
          <a:lstStyle>
            <a:lvl1pPr>
              <a:defRPr lang="en-GB" dirty="0"/>
            </a:lvl1pPr>
            <a:lvl2pPr>
              <a:defRPr lang="en-GB" dirty="0"/>
            </a:lvl2pPr>
            <a:lvl3pPr>
              <a:defRPr lang="en-GB" dirty="0"/>
            </a:lvl3pPr>
            <a:lvl4pPr>
              <a:defRPr lang="en-GB" dirty="0"/>
            </a:lvl4pPr>
            <a:lvl5pPr>
              <a:defRPr lang="en-GB" dirty="0"/>
            </a:lvl5pPr>
            <a:lvl6pPr>
              <a:defRPr lang="en-GB" dirty="0"/>
            </a:lvl6pPr>
            <a:lvl7pPr>
              <a:defRPr lang="en-GB" dirty="0"/>
            </a:lvl7pPr>
            <a:lvl8pPr>
              <a:defRPr lang="en-GB" dirty="0"/>
            </a:lvl8pPr>
            <a:lvl9pPr>
              <a:defRPr lang="en-GB" dirty="0"/>
            </a:lvl9pPr>
          </a:lstStyle>
          <a:p>
            <a:pPr lvl="0"/>
            <a:r>
              <a:rPr lang="en-GB"/>
              <a:t>First Level</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 level</a:t>
            </a:r>
          </a:p>
          <a:p>
            <a:pPr lvl="8"/>
            <a:r>
              <a:rPr lang="en-GB"/>
              <a:t>Ninth level</a:t>
            </a:r>
          </a:p>
        </p:txBody>
      </p:sp>
      <p:sp>
        <p:nvSpPr>
          <p:cNvPr id="4" name="ChapterTitle">
            <a:extLst>
              <a:ext uri="{FF2B5EF4-FFF2-40B4-BE49-F238E27FC236}">
                <a16:creationId xmlns:a16="http://schemas.microsoft.com/office/drawing/2014/main" id="{3EF752A1-3D4E-F37C-B369-B7FF74F27265}"/>
              </a:ext>
            </a:extLst>
          </p:cNvPr>
          <p:cNvSpPr>
            <a:spLocks noGrp="1"/>
          </p:cNvSpPr>
          <p:nvPr>
            <p:ph type="body" sz="quarter" idx="12" hasCustomPrompt="1"/>
          </p:nvPr>
        </p:nvSpPr>
        <p:spPr>
          <a:xfrm>
            <a:off x="508000" y="240853"/>
            <a:ext cx="5465763" cy="153888"/>
          </a:xfrm>
          <a:prstGeom prst="rect">
            <a:avLst/>
          </a:prstGeom>
        </p:spPr>
        <p:txBody>
          <a:bodyPr>
            <a:noAutofit/>
          </a:bodyPr>
          <a:lstStyle>
            <a:lvl1pPr marL="0" indent="0">
              <a:buFont typeface="Arial" panose="020B0604020202020204" pitchFamily="34" charset="0"/>
              <a:buNone/>
              <a:defRPr sz="1000" b="0" baseline="0">
                <a:latin typeface="+mn-lt"/>
              </a:defRPr>
            </a:lvl1pPr>
          </a:lstStyle>
          <a:p>
            <a:pPr lvl="0"/>
            <a:r>
              <a:rPr lang="en-GB"/>
              <a:t>Chapter title (optional)</a:t>
            </a:r>
          </a:p>
        </p:txBody>
      </p:sp>
    </p:spTree>
    <p:extLst>
      <p:ext uri="{BB962C8B-B14F-4D97-AF65-F5344CB8AC3E}">
        <p14:creationId xmlns:p14="http://schemas.microsoft.com/office/powerpoint/2010/main" val="2748556702"/>
      </p:ext>
    </p:extLst>
  </p:cSld>
  <p:clrMapOvr>
    <a:masterClrMapping/>
  </p:clrMapOvr>
  <p:hf hdr="0" dt="0"/>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Full page photo">
    <p:bg>
      <p:bgPr>
        <a:solidFill>
          <a:schemeClr val="accent1"/>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50ACB6F-9A85-F169-F291-E04F4767E09D}"/>
              </a:ext>
            </a:extLst>
          </p:cNvPr>
          <p:cNvSpPr>
            <a:spLocks noGrp="1"/>
          </p:cNvSpPr>
          <p:nvPr>
            <p:ph type="pic" sz="quarter" idx="17" hasCustomPrompt="1"/>
          </p:nvPr>
        </p:nvSpPr>
        <p:spPr>
          <a:xfrm>
            <a:off x="0" y="0"/>
            <a:ext cx="12192000" cy="6858001"/>
          </a:xfrm>
          <a:prstGeom prst="rect">
            <a:avLst/>
          </a:prstGeom>
          <a:noFill/>
        </p:spPr>
        <p:txBody>
          <a:bodyPr wrap="square">
            <a:noAutofit/>
          </a:bodyPr>
          <a:lstStyle>
            <a:lvl1pPr algn="ctr">
              <a:defRPr b="0">
                <a:solidFill>
                  <a:schemeClr val="tx1"/>
                </a:solidFill>
              </a:defRPr>
            </a:lvl1pPr>
          </a:lstStyle>
          <a:p>
            <a:r>
              <a:rPr lang="en-GB"/>
              <a:t>To insert photo, please select placeholder, then access BrandCentral through the </a:t>
            </a:r>
            <a:r>
              <a:rPr lang="en-GB" err="1"/>
              <a:t>BrandCentral</a:t>
            </a:r>
            <a:r>
              <a:rPr lang="en-GB"/>
              <a:t> ribbon</a:t>
            </a:r>
          </a:p>
        </p:txBody>
      </p:sp>
      <p:sp>
        <p:nvSpPr>
          <p:cNvPr id="2" name="Rectangle 1">
            <a:extLst>
              <a:ext uri="{FF2B5EF4-FFF2-40B4-BE49-F238E27FC236}">
                <a16:creationId xmlns:a16="http://schemas.microsoft.com/office/drawing/2014/main" id="{4AF1E024-5CE5-181A-CD2B-669813944354}"/>
              </a:ext>
            </a:extLst>
          </p:cNvPr>
          <p:cNvSpPr/>
          <p:nvPr userDrawn="1"/>
        </p:nvSpPr>
        <p:spPr>
          <a:xfrm>
            <a:off x="12318023" y="508000"/>
            <a:ext cx="1397977" cy="671871"/>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600" b="1">
                <a:solidFill>
                  <a:schemeClr val="tx1"/>
                </a:solidFill>
              </a:rPr>
              <a:t>Image only</a:t>
            </a:r>
          </a:p>
        </p:txBody>
      </p:sp>
      <p:sp>
        <p:nvSpPr>
          <p:cNvPr id="3" name="LogoMap" hidden="1">
            <a:extLst>
              <a:ext uri="{FF2B5EF4-FFF2-40B4-BE49-F238E27FC236}">
                <a16:creationId xmlns:a16="http://schemas.microsoft.com/office/drawing/2014/main" id="{F7DE7CD5-2055-5ACE-F9A4-1D2B0C563BCC}"/>
              </a:ext>
            </a:extLst>
          </p:cNvPr>
          <p:cNvSpPr>
            <a:spLocks noGrp="1"/>
          </p:cNvSpPr>
          <p:nvPr>
            <p:ph type="body" sz="quarter" idx="18" hasCustomPrompt="1"/>
          </p:nvPr>
        </p:nvSpPr>
        <p:spPr>
          <a:xfrm>
            <a:off x="508003" y="6939275"/>
            <a:ext cx="36000" cy="36000"/>
          </a:xfrm>
          <a:prstGeom prst="rect">
            <a:avLst/>
          </a:prstGeom>
          <a:noFill/>
        </p:spPr>
        <p:txBody>
          <a:bodyPr/>
          <a:lstStyle>
            <a:lvl1pPr marL="0" indent="0">
              <a:buFont typeface="Arial" panose="020B0604020202020204" pitchFamily="34" charset="0"/>
              <a:buNone/>
              <a:defRPr sz="100"/>
            </a:lvl1pPr>
          </a:lstStyle>
          <a:p>
            <a:pPr marL="288000" lvl="0" indent="-288000" algn="l" defTabSz="736656" rtl="0" eaLnBrk="1" latinLnBrk="0" hangingPunct="1">
              <a:lnSpc>
                <a:spcPct val="100000"/>
              </a:lnSpc>
              <a:spcBef>
                <a:spcPts val="0"/>
              </a:spcBef>
              <a:spcAft>
                <a:spcPts val="600"/>
              </a:spcAft>
            </a:pPr>
            <a:r>
              <a:rPr lang="en-GB"/>
              <a:t> </a:t>
            </a:r>
          </a:p>
        </p:txBody>
      </p:sp>
    </p:spTree>
    <p:extLst>
      <p:ext uri="{BB962C8B-B14F-4D97-AF65-F5344CB8AC3E}">
        <p14:creationId xmlns:p14="http://schemas.microsoft.com/office/powerpoint/2010/main" val="4257909878"/>
      </p:ext>
    </p:extLst>
  </p:cSld>
  <p:clrMapOvr>
    <a:overrideClrMapping bg1="dk1" tx1="lt1" bg2="dk2" tx2="lt2" accent1="accent1" accent2="accent2" accent3="accent3" accent4="accent4" accent5="accent5" accent6="accent6" hlink="hlink" folHlink="folHlink"/>
  </p:clrMapOvr>
  <p:hf hdr="0" dt="0"/>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Full page video">
    <p:bg>
      <p:bgPr>
        <a:solidFill>
          <a:schemeClr val="accent1"/>
        </a:solidFill>
        <a:effectLst/>
      </p:bgPr>
    </p:bg>
    <p:spTree>
      <p:nvGrpSpPr>
        <p:cNvPr id="1" name=""/>
        <p:cNvGrpSpPr/>
        <p:nvPr/>
      </p:nvGrpSpPr>
      <p:grpSpPr>
        <a:xfrm>
          <a:off x="0" y="0"/>
          <a:ext cx="0" cy="0"/>
          <a:chOff x="0" y="0"/>
          <a:chExt cx="0" cy="0"/>
        </a:xfrm>
      </p:grpSpPr>
      <p:sp>
        <p:nvSpPr>
          <p:cNvPr id="3" name="Media Placeholder 2">
            <a:extLst>
              <a:ext uri="{FF2B5EF4-FFF2-40B4-BE49-F238E27FC236}">
                <a16:creationId xmlns:a16="http://schemas.microsoft.com/office/drawing/2014/main" id="{5062D793-31FA-BAA9-36D4-F50DD7385A1D}"/>
              </a:ext>
            </a:extLst>
          </p:cNvPr>
          <p:cNvSpPr>
            <a:spLocks noGrp="1"/>
          </p:cNvSpPr>
          <p:nvPr>
            <p:ph type="media" sz="quarter" idx="18"/>
          </p:nvPr>
        </p:nvSpPr>
        <p:spPr>
          <a:xfrm>
            <a:off x="0" y="0"/>
            <a:ext cx="12192000" cy="6858000"/>
          </a:xfrm>
          <a:prstGeom prst="rect">
            <a:avLst/>
          </a:prstGeom>
        </p:spPr>
        <p:txBody>
          <a:bodyPr/>
          <a:lstStyle>
            <a:lvl1pPr algn="ctr">
              <a:defRPr b="0">
                <a:solidFill>
                  <a:schemeClr val="tx1"/>
                </a:solidFill>
              </a:defRPr>
            </a:lvl1pPr>
          </a:lstStyle>
          <a:p>
            <a:r>
              <a:rPr lang="pt-BR"/>
              <a:t>Clique no ícone para adicionar mídia</a:t>
            </a:r>
            <a:endParaRPr lang="en-GB"/>
          </a:p>
        </p:txBody>
      </p:sp>
      <p:sp>
        <p:nvSpPr>
          <p:cNvPr id="2" name="Rectangle 1">
            <a:extLst>
              <a:ext uri="{FF2B5EF4-FFF2-40B4-BE49-F238E27FC236}">
                <a16:creationId xmlns:a16="http://schemas.microsoft.com/office/drawing/2014/main" id="{FF0D04D5-880D-85F5-BD31-1E88CD0C8377}"/>
              </a:ext>
            </a:extLst>
          </p:cNvPr>
          <p:cNvSpPr/>
          <p:nvPr userDrawn="1"/>
        </p:nvSpPr>
        <p:spPr>
          <a:xfrm>
            <a:off x="12318023" y="508000"/>
            <a:ext cx="1397977" cy="671871"/>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600" b="1">
                <a:solidFill>
                  <a:schemeClr val="tx1"/>
                </a:solidFill>
              </a:rPr>
              <a:t>Video only</a:t>
            </a:r>
          </a:p>
        </p:txBody>
      </p:sp>
      <p:sp>
        <p:nvSpPr>
          <p:cNvPr id="5" name="LogoMap" hidden="1">
            <a:extLst>
              <a:ext uri="{FF2B5EF4-FFF2-40B4-BE49-F238E27FC236}">
                <a16:creationId xmlns:a16="http://schemas.microsoft.com/office/drawing/2014/main" id="{F9A74A32-2DC2-40FF-9B0B-E5DD398533B5}"/>
              </a:ext>
            </a:extLst>
          </p:cNvPr>
          <p:cNvSpPr>
            <a:spLocks noGrp="1"/>
          </p:cNvSpPr>
          <p:nvPr>
            <p:ph type="body" sz="quarter" idx="19" hasCustomPrompt="1"/>
          </p:nvPr>
        </p:nvSpPr>
        <p:spPr>
          <a:xfrm>
            <a:off x="508003" y="6939275"/>
            <a:ext cx="36000" cy="36000"/>
          </a:xfrm>
          <a:prstGeom prst="rect">
            <a:avLst/>
          </a:prstGeom>
          <a:noFill/>
        </p:spPr>
        <p:txBody>
          <a:bodyPr/>
          <a:lstStyle>
            <a:lvl1pPr marL="0" indent="0">
              <a:buFont typeface="Arial" panose="020B0604020202020204" pitchFamily="34" charset="0"/>
              <a:buNone/>
              <a:defRPr sz="100"/>
            </a:lvl1pPr>
          </a:lstStyle>
          <a:p>
            <a:pPr marL="288000" lvl="0" indent="-288000" algn="l" defTabSz="736656" rtl="0" eaLnBrk="1" latinLnBrk="0" hangingPunct="1">
              <a:lnSpc>
                <a:spcPct val="100000"/>
              </a:lnSpc>
              <a:spcBef>
                <a:spcPts val="0"/>
              </a:spcBef>
              <a:spcAft>
                <a:spcPts val="600"/>
              </a:spcAft>
            </a:pPr>
            <a:r>
              <a:rPr lang="en-GB"/>
              <a:t> </a:t>
            </a:r>
          </a:p>
        </p:txBody>
      </p:sp>
    </p:spTree>
    <p:extLst>
      <p:ext uri="{BB962C8B-B14F-4D97-AF65-F5344CB8AC3E}">
        <p14:creationId xmlns:p14="http://schemas.microsoft.com/office/powerpoint/2010/main" val="3755539658"/>
      </p:ext>
    </p:extLst>
  </p:cSld>
  <p:clrMapOvr>
    <a:overrideClrMapping bg1="dk1" tx1="lt1" bg2="dk2" tx2="lt2" accent1="accent1" accent2="accent2" accent3="accent3" accent4="accent4" accent5="accent5" accent6="accent6" hlink="hlink" folHlink="folHlink"/>
  </p:clrMapOvr>
  <p:hf hdr="0" dt="0"/>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Key Line Photo">
    <p:bg>
      <p:bgPr>
        <a:solidFill>
          <a:schemeClr val="accent1"/>
        </a:solidFill>
        <a:effectLst/>
      </p:bgPr>
    </p:bg>
    <p:spTree>
      <p:nvGrpSpPr>
        <p:cNvPr id="1" name=""/>
        <p:cNvGrpSpPr/>
        <p:nvPr/>
      </p:nvGrpSpPr>
      <p:grpSpPr>
        <a:xfrm>
          <a:off x="0" y="0"/>
          <a:ext cx="0" cy="0"/>
          <a:chOff x="0" y="0"/>
          <a:chExt cx="0" cy="0"/>
        </a:xfrm>
      </p:grpSpPr>
      <p:pic>
        <p:nvPicPr>
          <p:cNvPr id="13" name="Mobius Keyline">
            <a:extLst>
              <a:ext uri="{FF2B5EF4-FFF2-40B4-BE49-F238E27FC236}">
                <a16:creationId xmlns:a16="http://schemas.microsoft.com/office/drawing/2014/main" id="{E9EA06B2-3FA1-C84A-AD88-98BD980339F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517320" y="0"/>
            <a:ext cx="9674679" cy="6858000"/>
          </a:xfrm>
          <a:prstGeom prst="rect">
            <a:avLst/>
          </a:prstGeom>
        </p:spPr>
      </p:pic>
      <p:sp>
        <p:nvSpPr>
          <p:cNvPr id="5" name="Rectangle 4">
            <a:extLst>
              <a:ext uri="{FF2B5EF4-FFF2-40B4-BE49-F238E27FC236}">
                <a16:creationId xmlns:a16="http://schemas.microsoft.com/office/drawing/2014/main" id="{1F349633-5AA0-587A-3243-E331CAFB4F41}"/>
              </a:ext>
            </a:extLst>
          </p:cNvPr>
          <p:cNvSpPr/>
          <p:nvPr userDrawn="1"/>
        </p:nvSpPr>
        <p:spPr>
          <a:xfrm>
            <a:off x="12318023" y="508000"/>
            <a:ext cx="1397977" cy="365125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600" b="1">
                <a:solidFill>
                  <a:schemeClr val="tx1"/>
                </a:solidFill>
              </a:rPr>
              <a:t>NOTE:</a:t>
            </a:r>
            <a:br>
              <a:rPr lang="en-GB" sz="1600">
                <a:solidFill>
                  <a:schemeClr val="tx1"/>
                </a:solidFill>
              </a:rPr>
            </a:br>
            <a:r>
              <a:rPr lang="en-GB" sz="1600">
                <a:solidFill>
                  <a:schemeClr val="tx1"/>
                </a:solidFill>
              </a:rPr>
              <a:t>To change image, right-click slide and go to </a:t>
            </a:r>
            <a:r>
              <a:rPr lang="en-GB" sz="1600" b="1">
                <a:solidFill>
                  <a:schemeClr val="tx1"/>
                </a:solidFill>
              </a:rPr>
              <a:t>Format Background &gt; Picture or texture fill </a:t>
            </a:r>
            <a:r>
              <a:rPr lang="en-GB" sz="1600" b="0">
                <a:solidFill>
                  <a:schemeClr val="tx1"/>
                </a:solidFill>
              </a:rPr>
              <a:t>and use the sidebar to choose your image</a:t>
            </a:r>
            <a:endParaRPr lang="en-GB" sz="1600" b="1">
              <a:solidFill>
                <a:schemeClr val="tx1"/>
              </a:solidFill>
            </a:endParaRPr>
          </a:p>
        </p:txBody>
      </p:sp>
      <p:sp>
        <p:nvSpPr>
          <p:cNvPr id="3" name="LogoMap" hidden="1">
            <a:extLst>
              <a:ext uri="{FF2B5EF4-FFF2-40B4-BE49-F238E27FC236}">
                <a16:creationId xmlns:a16="http://schemas.microsoft.com/office/drawing/2014/main" id="{B291756B-890D-958C-7DBA-DD80C83EF773}"/>
              </a:ext>
            </a:extLst>
          </p:cNvPr>
          <p:cNvSpPr>
            <a:spLocks noGrp="1"/>
          </p:cNvSpPr>
          <p:nvPr>
            <p:ph type="body" sz="quarter" idx="18" hasCustomPrompt="1"/>
          </p:nvPr>
        </p:nvSpPr>
        <p:spPr>
          <a:xfrm>
            <a:off x="508003" y="6939275"/>
            <a:ext cx="36000" cy="36000"/>
          </a:xfrm>
          <a:prstGeom prst="rect">
            <a:avLst/>
          </a:prstGeom>
          <a:noFill/>
        </p:spPr>
        <p:txBody>
          <a:bodyPr/>
          <a:lstStyle>
            <a:lvl1pPr marL="0" indent="0">
              <a:buFont typeface="Arial" panose="020B0604020202020204" pitchFamily="34" charset="0"/>
              <a:buNone/>
              <a:defRPr sz="100"/>
            </a:lvl1pPr>
          </a:lstStyle>
          <a:p>
            <a:pPr marL="288000" lvl="0" indent="-288000" algn="l" defTabSz="736656" rtl="0" eaLnBrk="1" latinLnBrk="0" hangingPunct="1">
              <a:lnSpc>
                <a:spcPct val="100000"/>
              </a:lnSpc>
              <a:spcBef>
                <a:spcPts val="0"/>
              </a:spcBef>
              <a:spcAft>
                <a:spcPts val="600"/>
              </a:spcAft>
            </a:pPr>
            <a:r>
              <a:rPr lang="en-GB"/>
              <a:t> </a:t>
            </a:r>
          </a:p>
        </p:txBody>
      </p:sp>
      <p:pic>
        <p:nvPicPr>
          <p:cNvPr id="2" name="Gráfico 1">
            <a:extLst>
              <a:ext uri="{FF2B5EF4-FFF2-40B4-BE49-F238E27FC236}">
                <a16:creationId xmlns:a16="http://schemas.microsoft.com/office/drawing/2014/main" id="{E87FB68A-270F-F2E5-9729-BD52D542621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432276" y="6224588"/>
            <a:ext cx="372165" cy="372165"/>
          </a:xfrm>
          <a:prstGeom prst="rect">
            <a:avLst/>
          </a:prstGeom>
        </p:spPr>
      </p:pic>
    </p:spTree>
    <p:extLst>
      <p:ext uri="{BB962C8B-B14F-4D97-AF65-F5344CB8AC3E}">
        <p14:creationId xmlns:p14="http://schemas.microsoft.com/office/powerpoint/2010/main" val="3060693373"/>
      </p:ext>
    </p:extLst>
  </p:cSld>
  <p:clrMapOvr>
    <a:overrideClrMapping bg1="dk1" tx1="lt1" bg2="dk2" tx2="lt2" accent1="accent1" accent2="accent2" accent3="accent3" accent4="accent4" accent5="accent5" accent6="accent6" hlink="hlink" folHlink="folHlink"/>
  </p:clrMapOvr>
  <p:hf hdr="0" dt="0"/>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Divider Purp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999511CE-F6E9-6375-7EB7-7782134C6DFE}"/>
              </a:ext>
            </a:extLst>
          </p:cNvPr>
          <p:cNvSpPr>
            <a:spLocks noGrp="1"/>
          </p:cNvSpPr>
          <p:nvPr>
            <p:ph type="title" hasCustomPrompt="1"/>
          </p:nvPr>
        </p:nvSpPr>
        <p:spPr>
          <a:xfrm>
            <a:off x="1458913" y="2924175"/>
            <a:ext cx="5466821" cy="1128514"/>
          </a:xfrm>
        </p:spPr>
        <p:txBody>
          <a:bodyPr>
            <a:noAutofit/>
          </a:bodyPr>
          <a:lstStyle>
            <a:lvl1pPr>
              <a:lnSpc>
                <a:spcPct val="85000"/>
              </a:lnSpc>
              <a:spcBef>
                <a:spcPts val="0"/>
              </a:spcBef>
              <a:spcAft>
                <a:spcPts val="0"/>
              </a:spcAft>
              <a:defRPr sz="4000" b="1">
                <a:solidFill>
                  <a:schemeClr val="tx1"/>
                </a:solidFill>
              </a:defRPr>
            </a:lvl1pPr>
          </a:lstStyle>
          <a:p>
            <a:r>
              <a:rPr lang="en-GB"/>
              <a:t>Divider title</a:t>
            </a:r>
          </a:p>
        </p:txBody>
      </p:sp>
      <p:sp>
        <p:nvSpPr>
          <p:cNvPr id="11" name="Text Placeholder 11">
            <a:extLst>
              <a:ext uri="{FF2B5EF4-FFF2-40B4-BE49-F238E27FC236}">
                <a16:creationId xmlns:a16="http://schemas.microsoft.com/office/drawing/2014/main" id="{020E25E0-8D03-AB6F-A62E-E7A1D0B97879}"/>
              </a:ext>
            </a:extLst>
          </p:cNvPr>
          <p:cNvSpPr>
            <a:spLocks noGrp="1"/>
          </p:cNvSpPr>
          <p:nvPr>
            <p:ph type="body" sz="quarter" idx="15" hasCustomPrompt="1"/>
          </p:nvPr>
        </p:nvSpPr>
        <p:spPr>
          <a:xfrm>
            <a:off x="508000" y="2924175"/>
            <a:ext cx="706438" cy="504825"/>
          </a:xfrm>
          <a:prstGeom prst="rect">
            <a:avLst/>
          </a:prstGeom>
        </p:spPr>
        <p:txBody>
          <a:bodyPr/>
          <a:lstStyle>
            <a:lvl1pPr marL="0" indent="0">
              <a:lnSpc>
                <a:spcPct val="85000"/>
              </a:lnSpc>
              <a:spcBef>
                <a:spcPts val="0"/>
              </a:spcBef>
              <a:spcAft>
                <a:spcPts val="0"/>
              </a:spcAft>
              <a:buNone/>
              <a:defRPr sz="4000" b="1">
                <a:solidFill>
                  <a:schemeClr val="tx1"/>
                </a:solidFill>
                <a:latin typeface="+mn-lt"/>
              </a:defRPr>
            </a:lvl1pPr>
            <a:lvl5pPr>
              <a:defRPr/>
            </a:lvl5pPr>
          </a:lstStyle>
          <a:p>
            <a:pPr lvl="0"/>
            <a:r>
              <a:rPr lang="en-GB"/>
              <a:t>00</a:t>
            </a:r>
          </a:p>
        </p:txBody>
      </p:sp>
      <p:pic>
        <p:nvPicPr>
          <p:cNvPr id="2" name="Gráfico 1">
            <a:extLst>
              <a:ext uri="{FF2B5EF4-FFF2-40B4-BE49-F238E27FC236}">
                <a16:creationId xmlns:a16="http://schemas.microsoft.com/office/drawing/2014/main" id="{BF13C354-B2B9-D42C-B9E1-ABC875F7239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432276" y="6224588"/>
            <a:ext cx="372165" cy="372165"/>
          </a:xfrm>
          <a:prstGeom prst="rect">
            <a:avLst/>
          </a:prstGeom>
        </p:spPr>
      </p:pic>
    </p:spTree>
    <p:extLst>
      <p:ext uri="{BB962C8B-B14F-4D97-AF65-F5344CB8AC3E}">
        <p14:creationId xmlns:p14="http://schemas.microsoft.com/office/powerpoint/2010/main" val="4002164313"/>
      </p:ext>
    </p:extLst>
  </p:cSld>
  <p:clrMapOvr>
    <a:overrideClrMapping bg1="dk1" tx1="lt1" bg2="dk2" tx2="lt2" accent1="accent1" accent2="accent2" accent3="accent3" accent4="accent4" accent5="accent5" accent6="accent6" hlink="hlink" folHlink="folHlink"/>
  </p:clrMapOvr>
  <p:hf hdr="0" dt="0"/>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Divider Te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p:cNvSpPr>
            <a:spLocks noGrp="1"/>
          </p:cNvSpPr>
          <p:nvPr>
            <p:ph type="title" hasCustomPrompt="1"/>
          </p:nvPr>
        </p:nvSpPr>
        <p:spPr>
          <a:xfrm>
            <a:off x="1458913" y="2924175"/>
            <a:ext cx="5466821" cy="1128514"/>
          </a:xfrm>
        </p:spPr>
        <p:txBody>
          <a:bodyPr>
            <a:noAutofit/>
          </a:bodyPr>
          <a:lstStyle>
            <a:lvl1pPr>
              <a:lnSpc>
                <a:spcPct val="85000"/>
              </a:lnSpc>
              <a:spcBef>
                <a:spcPts val="0"/>
              </a:spcBef>
              <a:spcAft>
                <a:spcPts val="0"/>
              </a:spcAft>
              <a:defRPr sz="4000" b="1">
                <a:solidFill>
                  <a:schemeClr val="tx1"/>
                </a:solidFill>
              </a:defRPr>
            </a:lvl1pPr>
          </a:lstStyle>
          <a:p>
            <a:r>
              <a:rPr lang="en-GB"/>
              <a:t>Divider title</a:t>
            </a:r>
          </a:p>
        </p:txBody>
      </p:sp>
      <p:sp>
        <p:nvSpPr>
          <p:cNvPr id="12" name="Text Placeholder 11">
            <a:extLst>
              <a:ext uri="{FF2B5EF4-FFF2-40B4-BE49-F238E27FC236}">
                <a16:creationId xmlns:a16="http://schemas.microsoft.com/office/drawing/2014/main" id="{411B257A-4515-48EC-A892-E1742532F206}"/>
              </a:ext>
            </a:extLst>
          </p:cNvPr>
          <p:cNvSpPr>
            <a:spLocks noGrp="1"/>
          </p:cNvSpPr>
          <p:nvPr>
            <p:ph type="body" sz="quarter" idx="15" hasCustomPrompt="1"/>
          </p:nvPr>
        </p:nvSpPr>
        <p:spPr>
          <a:xfrm>
            <a:off x="508000" y="2924175"/>
            <a:ext cx="706438" cy="504825"/>
          </a:xfrm>
          <a:prstGeom prst="rect">
            <a:avLst/>
          </a:prstGeom>
        </p:spPr>
        <p:txBody>
          <a:bodyPr/>
          <a:lstStyle>
            <a:lvl1pPr marL="0" indent="0">
              <a:lnSpc>
                <a:spcPct val="85000"/>
              </a:lnSpc>
              <a:spcBef>
                <a:spcPts val="0"/>
              </a:spcBef>
              <a:spcAft>
                <a:spcPts val="0"/>
              </a:spcAft>
              <a:buNone/>
              <a:defRPr sz="4000" b="1">
                <a:solidFill>
                  <a:schemeClr val="tx1"/>
                </a:solidFill>
                <a:latin typeface="+mn-lt"/>
              </a:defRPr>
            </a:lvl1pPr>
            <a:lvl5pPr>
              <a:defRPr/>
            </a:lvl5pPr>
          </a:lstStyle>
          <a:p>
            <a:pPr lvl="0"/>
            <a:r>
              <a:rPr lang="en-GB"/>
              <a:t>00</a:t>
            </a:r>
          </a:p>
        </p:txBody>
      </p:sp>
      <p:pic>
        <p:nvPicPr>
          <p:cNvPr id="4" name="Gráfico 3">
            <a:extLst>
              <a:ext uri="{FF2B5EF4-FFF2-40B4-BE49-F238E27FC236}">
                <a16:creationId xmlns:a16="http://schemas.microsoft.com/office/drawing/2014/main" id="{95E36299-A888-B5E8-0A19-258D78B1934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432276" y="6224588"/>
            <a:ext cx="372165" cy="372165"/>
          </a:xfrm>
          <a:prstGeom prst="rect">
            <a:avLst/>
          </a:prstGeom>
        </p:spPr>
      </p:pic>
    </p:spTree>
    <p:extLst>
      <p:ext uri="{BB962C8B-B14F-4D97-AF65-F5344CB8AC3E}">
        <p14:creationId xmlns:p14="http://schemas.microsoft.com/office/powerpoint/2010/main" val="3007972552"/>
      </p:ext>
    </p:extLst>
  </p:cSld>
  <p:clrMapOvr>
    <a:overrideClrMapping bg1="dk1" tx1="lt1" bg2="dk2" tx2="lt2" accent1="accent1" accent2="accent2" accent3="accent3" accent4="accent4" accent5="accent5" accent6="accent6" hlink="hlink" folHlink="folHlink"/>
  </p:clrMapOvr>
  <p:hf hdr="0" dt="0"/>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Divider Cor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58CAD1EA-858E-1B6D-7CF9-D7C50519EF7C}"/>
              </a:ext>
            </a:extLst>
          </p:cNvPr>
          <p:cNvSpPr>
            <a:spLocks noGrp="1"/>
          </p:cNvSpPr>
          <p:nvPr>
            <p:ph type="title" hasCustomPrompt="1"/>
          </p:nvPr>
        </p:nvSpPr>
        <p:spPr>
          <a:xfrm>
            <a:off x="1458913" y="2924175"/>
            <a:ext cx="5466821" cy="1128514"/>
          </a:xfrm>
        </p:spPr>
        <p:txBody>
          <a:bodyPr>
            <a:noAutofit/>
          </a:bodyPr>
          <a:lstStyle>
            <a:lvl1pPr>
              <a:lnSpc>
                <a:spcPct val="85000"/>
              </a:lnSpc>
              <a:spcBef>
                <a:spcPts val="0"/>
              </a:spcBef>
              <a:spcAft>
                <a:spcPts val="0"/>
              </a:spcAft>
              <a:defRPr sz="4000" b="1">
                <a:solidFill>
                  <a:schemeClr val="tx1"/>
                </a:solidFill>
              </a:defRPr>
            </a:lvl1pPr>
          </a:lstStyle>
          <a:p>
            <a:r>
              <a:rPr lang="en-GB"/>
              <a:t>Divider title</a:t>
            </a:r>
          </a:p>
        </p:txBody>
      </p:sp>
      <p:sp>
        <p:nvSpPr>
          <p:cNvPr id="11" name="Text Placeholder 11">
            <a:extLst>
              <a:ext uri="{FF2B5EF4-FFF2-40B4-BE49-F238E27FC236}">
                <a16:creationId xmlns:a16="http://schemas.microsoft.com/office/drawing/2014/main" id="{284BCA8E-2E48-AE99-6F18-D7A8411F708C}"/>
              </a:ext>
            </a:extLst>
          </p:cNvPr>
          <p:cNvSpPr>
            <a:spLocks noGrp="1"/>
          </p:cNvSpPr>
          <p:nvPr>
            <p:ph type="body" sz="quarter" idx="15" hasCustomPrompt="1"/>
          </p:nvPr>
        </p:nvSpPr>
        <p:spPr>
          <a:xfrm>
            <a:off x="508000" y="2924175"/>
            <a:ext cx="706438" cy="504825"/>
          </a:xfrm>
          <a:prstGeom prst="rect">
            <a:avLst/>
          </a:prstGeom>
        </p:spPr>
        <p:txBody>
          <a:bodyPr/>
          <a:lstStyle>
            <a:lvl1pPr marL="0" indent="0">
              <a:lnSpc>
                <a:spcPct val="85000"/>
              </a:lnSpc>
              <a:spcBef>
                <a:spcPts val="0"/>
              </a:spcBef>
              <a:spcAft>
                <a:spcPts val="0"/>
              </a:spcAft>
              <a:buNone/>
              <a:defRPr sz="4000" b="1">
                <a:solidFill>
                  <a:schemeClr val="tx1"/>
                </a:solidFill>
                <a:latin typeface="+mn-lt"/>
              </a:defRPr>
            </a:lvl1pPr>
            <a:lvl5pPr>
              <a:defRPr/>
            </a:lvl5pPr>
          </a:lstStyle>
          <a:p>
            <a:pPr lvl="0"/>
            <a:r>
              <a:rPr lang="en-GB"/>
              <a:t>00</a:t>
            </a:r>
          </a:p>
        </p:txBody>
      </p:sp>
      <p:pic>
        <p:nvPicPr>
          <p:cNvPr id="2" name="Gráfico 1">
            <a:extLst>
              <a:ext uri="{FF2B5EF4-FFF2-40B4-BE49-F238E27FC236}">
                <a16:creationId xmlns:a16="http://schemas.microsoft.com/office/drawing/2014/main" id="{5E28786E-352F-B4E3-C370-544F5859815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432276" y="6224588"/>
            <a:ext cx="372165" cy="372165"/>
          </a:xfrm>
          <a:prstGeom prst="rect">
            <a:avLst/>
          </a:prstGeom>
        </p:spPr>
      </p:pic>
    </p:spTree>
    <p:extLst>
      <p:ext uri="{BB962C8B-B14F-4D97-AF65-F5344CB8AC3E}">
        <p14:creationId xmlns:p14="http://schemas.microsoft.com/office/powerpoint/2010/main" val="1078645672"/>
      </p:ext>
    </p:extLst>
  </p:cSld>
  <p:clrMapOvr>
    <a:overrideClrMapping bg1="dk1" tx1="lt1" bg2="dk2" tx2="lt2" accent1="accent1" accent2="accent2" accent3="accent3" accent4="accent4" accent5="accent5" accent6="accent6" hlink="hlink" folHlink="folHlink"/>
  </p:clrMapOvr>
  <p:hf hdr="0" dt="0"/>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ivider Yellow">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7177015E-1E51-B2B2-CF82-E98AC274249A}"/>
              </a:ext>
            </a:extLst>
          </p:cNvPr>
          <p:cNvSpPr>
            <a:spLocks noGrp="1"/>
          </p:cNvSpPr>
          <p:nvPr>
            <p:ph type="title" hasCustomPrompt="1"/>
          </p:nvPr>
        </p:nvSpPr>
        <p:spPr>
          <a:xfrm>
            <a:off x="1458913" y="2924175"/>
            <a:ext cx="5466821" cy="1128514"/>
          </a:xfrm>
        </p:spPr>
        <p:txBody>
          <a:bodyPr>
            <a:noAutofit/>
          </a:bodyPr>
          <a:lstStyle>
            <a:lvl1pPr>
              <a:lnSpc>
                <a:spcPct val="85000"/>
              </a:lnSpc>
              <a:spcBef>
                <a:spcPts val="0"/>
              </a:spcBef>
              <a:spcAft>
                <a:spcPts val="0"/>
              </a:spcAft>
              <a:defRPr sz="4000" b="1">
                <a:solidFill>
                  <a:schemeClr val="tx1"/>
                </a:solidFill>
              </a:defRPr>
            </a:lvl1pPr>
          </a:lstStyle>
          <a:p>
            <a:r>
              <a:rPr lang="en-GB"/>
              <a:t>Divider title</a:t>
            </a:r>
          </a:p>
        </p:txBody>
      </p:sp>
      <p:sp>
        <p:nvSpPr>
          <p:cNvPr id="11" name="Text Placeholder 11">
            <a:extLst>
              <a:ext uri="{FF2B5EF4-FFF2-40B4-BE49-F238E27FC236}">
                <a16:creationId xmlns:a16="http://schemas.microsoft.com/office/drawing/2014/main" id="{63BE8564-9A6A-9796-2775-07E9DE2D390D}"/>
              </a:ext>
            </a:extLst>
          </p:cNvPr>
          <p:cNvSpPr>
            <a:spLocks noGrp="1"/>
          </p:cNvSpPr>
          <p:nvPr>
            <p:ph type="body" sz="quarter" idx="15" hasCustomPrompt="1"/>
          </p:nvPr>
        </p:nvSpPr>
        <p:spPr>
          <a:xfrm>
            <a:off x="508000" y="2924175"/>
            <a:ext cx="706438" cy="504825"/>
          </a:xfrm>
          <a:prstGeom prst="rect">
            <a:avLst/>
          </a:prstGeom>
        </p:spPr>
        <p:txBody>
          <a:bodyPr/>
          <a:lstStyle>
            <a:lvl1pPr marL="0" indent="0">
              <a:lnSpc>
                <a:spcPct val="85000"/>
              </a:lnSpc>
              <a:spcBef>
                <a:spcPts val="0"/>
              </a:spcBef>
              <a:spcAft>
                <a:spcPts val="0"/>
              </a:spcAft>
              <a:buNone/>
              <a:defRPr sz="4000" b="1">
                <a:solidFill>
                  <a:schemeClr val="tx1"/>
                </a:solidFill>
                <a:latin typeface="+mn-lt"/>
              </a:defRPr>
            </a:lvl1pPr>
            <a:lvl5pPr>
              <a:defRPr/>
            </a:lvl5pPr>
          </a:lstStyle>
          <a:p>
            <a:pPr lvl="0"/>
            <a:r>
              <a:rPr lang="en-GB"/>
              <a:t>00</a:t>
            </a:r>
          </a:p>
        </p:txBody>
      </p:sp>
      <p:sp>
        <p:nvSpPr>
          <p:cNvPr id="8" name="Footer">
            <a:extLst>
              <a:ext uri="{FF2B5EF4-FFF2-40B4-BE49-F238E27FC236}">
                <a16:creationId xmlns:a16="http://schemas.microsoft.com/office/drawing/2014/main" id="{67FFB785-E400-1BE9-0A04-8FC4C0FA771B}"/>
              </a:ext>
            </a:extLst>
          </p:cNvPr>
          <p:cNvSpPr>
            <a:spLocks noGrp="1"/>
          </p:cNvSpPr>
          <p:nvPr>
            <p:ph type="ftr" sz="quarter" idx="3"/>
          </p:nvPr>
        </p:nvSpPr>
        <p:spPr>
          <a:xfrm>
            <a:off x="7210426" y="6460293"/>
            <a:ext cx="4032249" cy="143720"/>
          </a:xfrm>
          <a:prstGeom prst="rect">
            <a:avLst/>
          </a:prstGeom>
        </p:spPr>
        <p:txBody>
          <a:bodyPr vert="horz" wrap="none" lIns="0" tIns="0" rIns="0" bIns="0" rtlCol="0" anchor="b" anchorCtr="0">
            <a:noAutofit/>
          </a:bodyPr>
          <a:lstStyle>
            <a:lvl1pPr algn="r">
              <a:defRPr sz="800">
                <a:solidFill>
                  <a:schemeClr val="tx1"/>
                </a:solidFill>
              </a:defRPr>
            </a:lvl1pPr>
          </a:lstStyle>
          <a:p>
            <a:endParaRPr lang="en-GB"/>
          </a:p>
        </p:txBody>
      </p:sp>
      <p:sp>
        <p:nvSpPr>
          <p:cNvPr id="12" name="SlideNumber">
            <a:extLst>
              <a:ext uri="{FF2B5EF4-FFF2-40B4-BE49-F238E27FC236}">
                <a16:creationId xmlns:a16="http://schemas.microsoft.com/office/drawing/2014/main" id="{64D9BA27-F377-2654-0371-FD1B007C73A3}"/>
              </a:ext>
            </a:extLst>
          </p:cNvPr>
          <p:cNvSpPr>
            <a:spLocks noGrp="1"/>
          </p:cNvSpPr>
          <p:nvPr>
            <p:ph type="sldNum" sz="quarter" idx="4"/>
          </p:nvPr>
        </p:nvSpPr>
        <p:spPr>
          <a:xfrm>
            <a:off x="11328400" y="6460293"/>
            <a:ext cx="355600" cy="143720"/>
          </a:xfrm>
          <a:prstGeom prst="rect">
            <a:avLst/>
          </a:prstGeom>
        </p:spPr>
        <p:txBody>
          <a:bodyPr vert="horz" wrap="none" lIns="0" tIns="0" rIns="0" bIns="0" rtlCol="0" anchor="b" anchorCtr="0">
            <a:noAutofit/>
          </a:bodyPr>
          <a:lstStyle>
            <a:lvl1pPr algn="r">
              <a:defRPr sz="800">
                <a:solidFill>
                  <a:schemeClr val="tx1"/>
                </a:solidFill>
              </a:defRPr>
            </a:lvl1pPr>
          </a:lstStyle>
          <a:p>
            <a:fld id="{1AB31D9B-80B6-41F8-B283-556E26E6158E}" type="slidenum">
              <a:rPr lang="en-GB"/>
              <a:pPr/>
              <a:t>‹nº›</a:t>
            </a:fld>
            <a:endParaRPr lang="en-GB"/>
          </a:p>
        </p:txBody>
      </p:sp>
      <p:sp>
        <p:nvSpPr>
          <p:cNvPr id="13" name="TextBox 12">
            <a:extLst>
              <a:ext uri="{FF2B5EF4-FFF2-40B4-BE49-F238E27FC236}">
                <a16:creationId xmlns:a16="http://schemas.microsoft.com/office/drawing/2014/main" id="{98B6113F-6068-A719-86F0-4FE99F26A232}"/>
              </a:ext>
            </a:extLst>
          </p:cNvPr>
          <p:cNvSpPr txBox="1"/>
          <p:nvPr userDrawn="1"/>
        </p:nvSpPr>
        <p:spPr>
          <a:xfrm>
            <a:off x="11390095" y="6480902"/>
            <a:ext cx="22442" cy="123111"/>
          </a:xfrm>
          <a:prstGeom prst="rect">
            <a:avLst/>
          </a:prstGeom>
        </p:spPr>
        <p:txBody>
          <a:bodyPr vert="horz" wrap="none" lIns="0" tIns="0" rIns="0" bIns="0" rtlCol="0" anchor="b" anchorCtr="0">
            <a:spAutoFit/>
          </a:bodyPr>
          <a:lstStyle>
            <a:defPPr>
              <a:defRPr lang="en-GB"/>
            </a:defPPr>
            <a:lvl1pPr algn="r">
              <a:defRPr sz="600">
                <a:solidFill>
                  <a:sysClr val="windowText" lastClr="000000"/>
                </a:solidFill>
              </a:defRPr>
            </a:lvl1pPr>
          </a:lstStyle>
          <a:p>
            <a:pPr lvl="0" algn="r"/>
            <a:r>
              <a:rPr lang="en-GB" sz="800">
                <a:solidFill>
                  <a:schemeClr val="tx1"/>
                </a:solidFill>
              </a:rPr>
              <a:t>|</a:t>
            </a:r>
          </a:p>
        </p:txBody>
      </p:sp>
    </p:spTree>
    <p:extLst>
      <p:ext uri="{BB962C8B-B14F-4D97-AF65-F5344CB8AC3E}">
        <p14:creationId xmlns:p14="http://schemas.microsoft.com/office/powerpoint/2010/main" val="1019396709"/>
      </p:ext>
    </p:extLst>
  </p:cSld>
  <p:clrMapOvr>
    <a:overrideClrMapping bg1="dk1" tx1="lt1" bg2="dk2" tx2="lt2" accent1="accent1" accent2="accent2" accent3="accent3" accent4="accent4" accent5="accent5" accent6="accent6" hlink="hlink" folHlink="folHlink"/>
  </p:clrMapOvr>
  <p:hf hdr="0" dt="0"/>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Purple Graphic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p:cNvSpPr>
            <a:spLocks noGrp="1"/>
          </p:cNvSpPr>
          <p:nvPr>
            <p:ph type="title"/>
          </p:nvPr>
        </p:nvSpPr>
        <p:spPr/>
        <p:txBody>
          <a:bodyPr/>
          <a:lstStyle>
            <a:lvl1pPr>
              <a:defRPr>
                <a:solidFill>
                  <a:schemeClr val="tx1"/>
                </a:solidFill>
              </a:defRPr>
            </a:lvl1pPr>
          </a:lstStyle>
          <a:p>
            <a:r>
              <a:rPr lang="pt-BR"/>
              <a:t>Clique para editar o título Mestre</a:t>
            </a:r>
            <a:endParaRPr lang="en-GB"/>
          </a:p>
        </p:txBody>
      </p:sp>
      <p:sp>
        <p:nvSpPr>
          <p:cNvPr id="8" name="Text Placeholder 8">
            <a:extLst>
              <a:ext uri="{FF2B5EF4-FFF2-40B4-BE49-F238E27FC236}">
                <a16:creationId xmlns:a16="http://schemas.microsoft.com/office/drawing/2014/main" id="{F4C118EF-FF4C-0FB7-FE99-C5F3692451AD}"/>
              </a:ext>
            </a:extLst>
          </p:cNvPr>
          <p:cNvSpPr>
            <a:spLocks noGrp="1"/>
          </p:cNvSpPr>
          <p:nvPr>
            <p:ph type="body" sz="quarter" idx="15" hasCustomPrompt="1"/>
          </p:nvPr>
        </p:nvSpPr>
        <p:spPr>
          <a:xfrm>
            <a:off x="508000" y="1724025"/>
            <a:ext cx="11176000" cy="426085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GB"/>
              <a:t>First Level</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 level</a:t>
            </a:r>
          </a:p>
          <a:p>
            <a:pPr lvl="8"/>
            <a:r>
              <a:rPr lang="en-GB"/>
              <a:t>Ninth level</a:t>
            </a:r>
          </a:p>
        </p:txBody>
      </p:sp>
      <p:sp>
        <p:nvSpPr>
          <p:cNvPr id="11" name="ChapterTitle">
            <a:extLst>
              <a:ext uri="{FF2B5EF4-FFF2-40B4-BE49-F238E27FC236}">
                <a16:creationId xmlns:a16="http://schemas.microsoft.com/office/drawing/2014/main" id="{96CD4906-F63D-0CD9-18ED-F887BF40E5A2}"/>
              </a:ext>
            </a:extLst>
          </p:cNvPr>
          <p:cNvSpPr>
            <a:spLocks noGrp="1"/>
          </p:cNvSpPr>
          <p:nvPr>
            <p:ph type="body" sz="quarter" idx="12" hasCustomPrompt="1"/>
          </p:nvPr>
        </p:nvSpPr>
        <p:spPr>
          <a:xfrm>
            <a:off x="508000" y="240853"/>
            <a:ext cx="5465763" cy="153888"/>
          </a:xfrm>
        </p:spPr>
        <p:txBody>
          <a:bodyPr>
            <a:noAutofit/>
          </a:bodyPr>
          <a:lstStyle>
            <a:lvl1pPr marL="0" indent="0">
              <a:buFont typeface="Arial" panose="020B0604020202020204" pitchFamily="34" charset="0"/>
              <a:buNone/>
              <a:defRPr sz="1000" b="0" baseline="0">
                <a:solidFill>
                  <a:schemeClr val="tx1"/>
                </a:solidFill>
                <a:latin typeface="+mn-lt"/>
              </a:defRPr>
            </a:lvl1pPr>
          </a:lstStyle>
          <a:p>
            <a:pPr lvl="0"/>
            <a:r>
              <a:rPr lang="en-GB"/>
              <a:t>Chapter title (optional)</a:t>
            </a:r>
          </a:p>
        </p:txBody>
      </p:sp>
      <p:pic>
        <p:nvPicPr>
          <p:cNvPr id="2" name="Gráfico 1">
            <a:extLst>
              <a:ext uri="{FF2B5EF4-FFF2-40B4-BE49-F238E27FC236}">
                <a16:creationId xmlns:a16="http://schemas.microsoft.com/office/drawing/2014/main" id="{CCCF9A13-1435-2B5E-88DF-26B8E3BF39A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432276" y="6224588"/>
            <a:ext cx="372165" cy="372165"/>
          </a:xfrm>
          <a:prstGeom prst="rect">
            <a:avLst/>
          </a:prstGeom>
        </p:spPr>
      </p:pic>
    </p:spTree>
    <p:extLst>
      <p:ext uri="{BB962C8B-B14F-4D97-AF65-F5344CB8AC3E}">
        <p14:creationId xmlns:p14="http://schemas.microsoft.com/office/powerpoint/2010/main" val="2709986932"/>
      </p:ext>
    </p:extLst>
  </p:cSld>
  <p:clrMapOvr>
    <a:overrideClrMapping bg1="dk1" tx1="lt1" bg2="dk2" tx2="lt2" accent1="accent1" accent2="accent2" accent3="accent3" accent4="accent4" accent5="accent5" accent6="accent6" hlink="hlink" folHlink="folHlink"/>
  </p:clrMapOvr>
  <p:hf hdr="0" dt="0"/>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Purple Graphic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p:cNvSpPr>
            <a:spLocks noGrp="1"/>
          </p:cNvSpPr>
          <p:nvPr>
            <p:ph type="title"/>
          </p:nvPr>
        </p:nvSpPr>
        <p:spPr/>
        <p:txBody>
          <a:bodyPr/>
          <a:lstStyle>
            <a:lvl1pPr>
              <a:defRPr>
                <a:solidFill>
                  <a:schemeClr val="tx1"/>
                </a:solidFill>
              </a:defRPr>
            </a:lvl1pPr>
          </a:lstStyle>
          <a:p>
            <a:r>
              <a:rPr lang="pt-BR"/>
              <a:t>Clique para editar o título Mestre</a:t>
            </a:r>
            <a:endParaRPr lang="en-GB"/>
          </a:p>
        </p:txBody>
      </p:sp>
      <p:sp>
        <p:nvSpPr>
          <p:cNvPr id="8" name="Text Placeholder 8">
            <a:extLst>
              <a:ext uri="{FF2B5EF4-FFF2-40B4-BE49-F238E27FC236}">
                <a16:creationId xmlns:a16="http://schemas.microsoft.com/office/drawing/2014/main" id="{F4C118EF-FF4C-0FB7-FE99-C5F3692451AD}"/>
              </a:ext>
            </a:extLst>
          </p:cNvPr>
          <p:cNvSpPr>
            <a:spLocks noGrp="1"/>
          </p:cNvSpPr>
          <p:nvPr>
            <p:ph type="body" sz="quarter" idx="15" hasCustomPrompt="1"/>
          </p:nvPr>
        </p:nvSpPr>
        <p:spPr>
          <a:xfrm>
            <a:off x="508000" y="1724025"/>
            <a:ext cx="11176000" cy="4260850"/>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GB"/>
              <a:t>First Level</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 level</a:t>
            </a:r>
          </a:p>
          <a:p>
            <a:pPr lvl="8"/>
            <a:r>
              <a:rPr lang="en-GB"/>
              <a:t>Ninth level</a:t>
            </a:r>
          </a:p>
        </p:txBody>
      </p:sp>
      <p:sp>
        <p:nvSpPr>
          <p:cNvPr id="10" name="ChapterTitle">
            <a:extLst>
              <a:ext uri="{FF2B5EF4-FFF2-40B4-BE49-F238E27FC236}">
                <a16:creationId xmlns:a16="http://schemas.microsoft.com/office/drawing/2014/main" id="{27796538-D401-68F5-5956-0AD6E975582F}"/>
              </a:ext>
            </a:extLst>
          </p:cNvPr>
          <p:cNvSpPr>
            <a:spLocks noGrp="1"/>
          </p:cNvSpPr>
          <p:nvPr>
            <p:ph type="body" sz="quarter" idx="12" hasCustomPrompt="1"/>
          </p:nvPr>
        </p:nvSpPr>
        <p:spPr>
          <a:xfrm>
            <a:off x="508000" y="240853"/>
            <a:ext cx="5465763" cy="153888"/>
          </a:xfrm>
          <a:prstGeom prst="rect">
            <a:avLst/>
          </a:prstGeom>
        </p:spPr>
        <p:txBody>
          <a:bodyPr>
            <a:noAutofit/>
          </a:bodyPr>
          <a:lstStyle>
            <a:lvl1pPr marL="0" indent="0">
              <a:buFont typeface="Arial" panose="020B0604020202020204" pitchFamily="34" charset="0"/>
              <a:buNone/>
              <a:defRPr sz="1000" b="0" baseline="0">
                <a:solidFill>
                  <a:schemeClr val="tx1"/>
                </a:solidFill>
                <a:latin typeface="+mn-lt"/>
              </a:defRPr>
            </a:lvl1pPr>
          </a:lstStyle>
          <a:p>
            <a:pPr lvl="0"/>
            <a:r>
              <a:rPr lang="en-GB"/>
              <a:t>Chapter title (optional)</a:t>
            </a:r>
          </a:p>
        </p:txBody>
      </p:sp>
      <p:pic>
        <p:nvPicPr>
          <p:cNvPr id="4" name="Gráfico 3">
            <a:extLst>
              <a:ext uri="{FF2B5EF4-FFF2-40B4-BE49-F238E27FC236}">
                <a16:creationId xmlns:a16="http://schemas.microsoft.com/office/drawing/2014/main" id="{D39E1D59-7191-C3BB-1FDC-928BABDB4B3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432276" y="6224588"/>
            <a:ext cx="372165" cy="372165"/>
          </a:xfrm>
          <a:prstGeom prst="rect">
            <a:avLst/>
          </a:prstGeom>
        </p:spPr>
      </p:pic>
    </p:spTree>
    <p:extLst>
      <p:ext uri="{BB962C8B-B14F-4D97-AF65-F5344CB8AC3E}">
        <p14:creationId xmlns:p14="http://schemas.microsoft.com/office/powerpoint/2010/main" val="929364347"/>
      </p:ext>
    </p:extLst>
  </p:cSld>
  <p:clrMapOvr>
    <a:overrideClrMapping bg1="dk1" tx1="lt1" bg2="dk2" tx2="lt2" accent1="accent1" accent2="accent2" accent3="accent3" accent4="accent4" accent5="accent5" accent6="accent6" hlink="hlink" folHlink="folHlink"/>
  </p:clrMapOvr>
  <p:hf hdr="0" dt="0"/>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Gradient Core Purple-Bright Purple">
    <p:bg>
      <p:bgPr>
        <a:gradFill>
          <a:gsLst>
            <a:gs pos="0">
              <a:srgbClr val="4F2D7F"/>
            </a:gs>
            <a:gs pos="28000">
              <a:srgbClr val="502E81"/>
            </a:gs>
            <a:gs pos="45000">
              <a:srgbClr val="553289"/>
            </a:gs>
            <a:gs pos="59000">
              <a:srgbClr val="5E3998"/>
            </a:gs>
            <a:gs pos="72000">
              <a:srgbClr val="6B43AC"/>
            </a:gs>
            <a:gs pos="83000">
              <a:srgbClr val="7C50C6"/>
            </a:gs>
            <a:gs pos="93000">
              <a:srgbClr val="9060E6"/>
            </a:gs>
            <a:gs pos="100000">
              <a:srgbClr val="A06DFF"/>
            </a:gs>
          </a:gsLst>
          <a:lin ang="18900000" scaled="1"/>
        </a:gradFill>
        <a:effectLst/>
      </p:bgPr>
    </p:bg>
    <p:spTree>
      <p:nvGrpSpPr>
        <p:cNvPr id="1" name=""/>
        <p:cNvGrpSpPr/>
        <p:nvPr/>
      </p:nvGrpSpPr>
      <p:grpSpPr>
        <a:xfrm>
          <a:off x="0" y="0"/>
          <a:ext cx="0" cy="0"/>
          <a:chOff x="0" y="0"/>
          <a:chExt cx="0" cy="0"/>
        </a:xfrm>
      </p:grpSpPr>
      <p:sp>
        <p:nvSpPr>
          <p:cNvPr id="3" name="Title"/>
          <p:cNvSpPr>
            <a:spLocks noGrp="1"/>
          </p:cNvSpPr>
          <p:nvPr>
            <p:ph type="title"/>
          </p:nvPr>
        </p:nvSpPr>
        <p:spPr/>
        <p:txBody>
          <a:bodyPr/>
          <a:lstStyle>
            <a:lvl1pPr>
              <a:defRPr>
                <a:solidFill>
                  <a:schemeClr val="tx1"/>
                </a:solidFill>
              </a:defRPr>
            </a:lvl1pPr>
          </a:lstStyle>
          <a:p>
            <a:r>
              <a:rPr lang="pt-BR"/>
              <a:t>Clique para editar o título Mestre</a:t>
            </a:r>
            <a:endParaRPr lang="en-GB"/>
          </a:p>
        </p:txBody>
      </p:sp>
      <p:sp>
        <p:nvSpPr>
          <p:cNvPr id="8" name="Text Placeholder 8">
            <a:extLst>
              <a:ext uri="{FF2B5EF4-FFF2-40B4-BE49-F238E27FC236}">
                <a16:creationId xmlns:a16="http://schemas.microsoft.com/office/drawing/2014/main" id="{12B06707-7AB9-9FE4-2E05-3B806D810D0B}"/>
              </a:ext>
            </a:extLst>
          </p:cNvPr>
          <p:cNvSpPr>
            <a:spLocks noGrp="1"/>
          </p:cNvSpPr>
          <p:nvPr>
            <p:ph type="body" sz="quarter" idx="15" hasCustomPrompt="1"/>
          </p:nvPr>
        </p:nvSpPr>
        <p:spPr>
          <a:xfrm>
            <a:off x="508000" y="1724025"/>
            <a:ext cx="11176000" cy="4260850"/>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GB"/>
              <a:t>First Level</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 level</a:t>
            </a:r>
          </a:p>
          <a:p>
            <a:pPr lvl="8"/>
            <a:r>
              <a:rPr lang="en-GB"/>
              <a:t>Ninth level</a:t>
            </a:r>
          </a:p>
        </p:txBody>
      </p:sp>
      <p:sp>
        <p:nvSpPr>
          <p:cNvPr id="10" name="ChapterTitle">
            <a:extLst>
              <a:ext uri="{FF2B5EF4-FFF2-40B4-BE49-F238E27FC236}">
                <a16:creationId xmlns:a16="http://schemas.microsoft.com/office/drawing/2014/main" id="{76F6C583-3614-9714-E1CD-93ED4A7B44CB}"/>
              </a:ext>
            </a:extLst>
          </p:cNvPr>
          <p:cNvSpPr>
            <a:spLocks noGrp="1"/>
          </p:cNvSpPr>
          <p:nvPr>
            <p:ph type="body" sz="quarter" idx="12" hasCustomPrompt="1"/>
          </p:nvPr>
        </p:nvSpPr>
        <p:spPr>
          <a:xfrm>
            <a:off x="508000" y="240853"/>
            <a:ext cx="5465763" cy="153888"/>
          </a:xfrm>
          <a:prstGeom prst="rect">
            <a:avLst/>
          </a:prstGeom>
        </p:spPr>
        <p:txBody>
          <a:bodyPr>
            <a:noAutofit/>
          </a:bodyPr>
          <a:lstStyle>
            <a:lvl1pPr marL="0" indent="0">
              <a:buFont typeface="Arial" panose="020B0604020202020204" pitchFamily="34" charset="0"/>
              <a:buNone/>
              <a:defRPr sz="1000" b="0" baseline="0">
                <a:solidFill>
                  <a:schemeClr val="tx1"/>
                </a:solidFill>
                <a:latin typeface="+mn-lt"/>
              </a:defRPr>
            </a:lvl1pPr>
          </a:lstStyle>
          <a:p>
            <a:pPr lvl="0"/>
            <a:r>
              <a:rPr lang="en-GB"/>
              <a:t>Chapter title (optional)</a:t>
            </a:r>
          </a:p>
        </p:txBody>
      </p:sp>
      <p:pic>
        <p:nvPicPr>
          <p:cNvPr id="4" name="Gráfico 3">
            <a:extLst>
              <a:ext uri="{FF2B5EF4-FFF2-40B4-BE49-F238E27FC236}">
                <a16:creationId xmlns:a16="http://schemas.microsoft.com/office/drawing/2014/main" id="{F5303F68-3E56-29EA-A16E-96992BE4684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432276" y="6224588"/>
            <a:ext cx="372165" cy="372165"/>
          </a:xfrm>
          <a:prstGeom prst="rect">
            <a:avLst/>
          </a:prstGeom>
        </p:spPr>
      </p:pic>
    </p:spTree>
    <p:extLst>
      <p:ext uri="{BB962C8B-B14F-4D97-AF65-F5344CB8AC3E}">
        <p14:creationId xmlns:p14="http://schemas.microsoft.com/office/powerpoint/2010/main" val="3972068618"/>
      </p:ext>
    </p:extLst>
  </p:cSld>
  <p:clrMapOvr>
    <a:overrideClrMapping bg1="dk1" tx1="lt1" bg2="dk2" tx2="lt2" accent1="accent1" accent2="accent2" accent3="accent3" accent4="accent4" accent5="accent5" accent6="accent6" hlink="hlink" folHlink="folHlink"/>
  </p:clrMapOvr>
  <p:hf hdr="0" dt="0"/>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Gradient Core Purple-Yellow">
    <p:bg>
      <p:bgPr>
        <a:gradFill>
          <a:gsLst>
            <a:gs pos="0">
              <a:srgbClr val="4F2D7F"/>
            </a:gs>
            <a:gs pos="26000">
              <a:srgbClr val="512F7E"/>
            </a:gs>
            <a:gs pos="41000">
              <a:srgbClr val="59367A"/>
            </a:gs>
            <a:gs pos="54000">
              <a:srgbClr val="684275"/>
            </a:gs>
            <a:gs pos="65000">
              <a:srgbClr val="7C536D"/>
            </a:gs>
            <a:gs pos="75000">
              <a:srgbClr val="966964"/>
            </a:gs>
            <a:gs pos="84000">
              <a:srgbClr val="B78557"/>
            </a:gs>
            <a:gs pos="93000">
              <a:srgbClr val="DCA449"/>
            </a:gs>
            <a:gs pos="100000">
              <a:srgbClr val="FFC23D"/>
            </a:gs>
          </a:gsLst>
          <a:lin ang="18900000" scaled="1"/>
        </a:gradFill>
        <a:effectLst/>
      </p:bgPr>
    </p:bg>
    <p:spTree>
      <p:nvGrpSpPr>
        <p:cNvPr id="1" name=""/>
        <p:cNvGrpSpPr/>
        <p:nvPr/>
      </p:nvGrpSpPr>
      <p:grpSpPr>
        <a:xfrm>
          <a:off x="0" y="0"/>
          <a:ext cx="0" cy="0"/>
          <a:chOff x="0" y="0"/>
          <a:chExt cx="0" cy="0"/>
        </a:xfrm>
      </p:grpSpPr>
      <p:sp>
        <p:nvSpPr>
          <p:cNvPr id="3" name="Title"/>
          <p:cNvSpPr>
            <a:spLocks noGrp="1"/>
          </p:cNvSpPr>
          <p:nvPr>
            <p:ph type="title"/>
          </p:nvPr>
        </p:nvSpPr>
        <p:spPr/>
        <p:txBody>
          <a:bodyPr/>
          <a:lstStyle>
            <a:lvl1pPr>
              <a:defRPr>
                <a:solidFill>
                  <a:schemeClr val="tx1"/>
                </a:solidFill>
              </a:defRPr>
            </a:lvl1pPr>
          </a:lstStyle>
          <a:p>
            <a:r>
              <a:rPr lang="pt-BR"/>
              <a:t>Clique para editar o título Mestre</a:t>
            </a:r>
            <a:endParaRPr lang="en-GB"/>
          </a:p>
        </p:txBody>
      </p:sp>
      <p:sp>
        <p:nvSpPr>
          <p:cNvPr id="8" name="Text Placeholder 8">
            <a:extLst>
              <a:ext uri="{FF2B5EF4-FFF2-40B4-BE49-F238E27FC236}">
                <a16:creationId xmlns:a16="http://schemas.microsoft.com/office/drawing/2014/main" id="{F4C118EF-FF4C-0FB7-FE99-C5F3692451AD}"/>
              </a:ext>
            </a:extLst>
          </p:cNvPr>
          <p:cNvSpPr>
            <a:spLocks noGrp="1"/>
          </p:cNvSpPr>
          <p:nvPr>
            <p:ph type="body" sz="quarter" idx="15" hasCustomPrompt="1"/>
          </p:nvPr>
        </p:nvSpPr>
        <p:spPr>
          <a:xfrm>
            <a:off x="508000" y="1724025"/>
            <a:ext cx="11176000" cy="426085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GB"/>
              <a:t>First Level</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 level</a:t>
            </a:r>
          </a:p>
          <a:p>
            <a:pPr lvl="8"/>
            <a:r>
              <a:rPr lang="en-GB"/>
              <a:t>Ninth level</a:t>
            </a:r>
          </a:p>
        </p:txBody>
      </p:sp>
      <p:sp>
        <p:nvSpPr>
          <p:cNvPr id="10" name="ChapterTitle">
            <a:extLst>
              <a:ext uri="{FF2B5EF4-FFF2-40B4-BE49-F238E27FC236}">
                <a16:creationId xmlns:a16="http://schemas.microsoft.com/office/drawing/2014/main" id="{7A2C8EB9-F4D9-D378-FDEF-8B95D46A085B}"/>
              </a:ext>
            </a:extLst>
          </p:cNvPr>
          <p:cNvSpPr>
            <a:spLocks noGrp="1"/>
          </p:cNvSpPr>
          <p:nvPr>
            <p:ph type="body" sz="quarter" idx="12" hasCustomPrompt="1"/>
          </p:nvPr>
        </p:nvSpPr>
        <p:spPr>
          <a:xfrm>
            <a:off x="508000" y="240853"/>
            <a:ext cx="5465763" cy="153888"/>
          </a:xfrm>
        </p:spPr>
        <p:txBody>
          <a:bodyPr>
            <a:noAutofit/>
          </a:bodyPr>
          <a:lstStyle>
            <a:lvl1pPr marL="0" indent="0">
              <a:buFont typeface="Arial" panose="020B0604020202020204" pitchFamily="34" charset="0"/>
              <a:buNone/>
              <a:defRPr sz="1000" b="0" baseline="0">
                <a:solidFill>
                  <a:schemeClr val="tx1"/>
                </a:solidFill>
                <a:latin typeface="+mn-lt"/>
              </a:defRPr>
            </a:lvl1pPr>
          </a:lstStyle>
          <a:p>
            <a:pPr lvl="0"/>
            <a:r>
              <a:rPr lang="en-GB"/>
              <a:t>Chapter title (optional)</a:t>
            </a:r>
          </a:p>
        </p:txBody>
      </p:sp>
      <p:pic>
        <p:nvPicPr>
          <p:cNvPr id="2" name="Gráfico 1">
            <a:extLst>
              <a:ext uri="{FF2B5EF4-FFF2-40B4-BE49-F238E27FC236}">
                <a16:creationId xmlns:a16="http://schemas.microsoft.com/office/drawing/2014/main" id="{92427F0F-09A4-D1E7-9A65-94F45C5F1A2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432276" y="6224588"/>
            <a:ext cx="372165" cy="372165"/>
          </a:xfrm>
          <a:prstGeom prst="rect">
            <a:avLst/>
          </a:prstGeom>
        </p:spPr>
      </p:pic>
    </p:spTree>
    <p:extLst>
      <p:ext uri="{BB962C8B-B14F-4D97-AF65-F5344CB8AC3E}">
        <p14:creationId xmlns:p14="http://schemas.microsoft.com/office/powerpoint/2010/main" val="1141975249"/>
      </p:ext>
    </p:extLst>
  </p:cSld>
  <p:clrMapOvr>
    <a:overrideClrMapping bg1="dk1" tx1="lt1" bg2="dk2" tx2="lt2" accent1="accent1" accent2="accent2" accent3="accent3" accent4="accent4" accent5="accent5" accent6="accent6" hlink="hlink" folHlink="folHlink"/>
  </p:clrMapOvr>
  <p:hf hdr="0" dt="0"/>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Gradient Core Purple-Coral">
    <p:bg>
      <p:bgPr>
        <a:gradFill>
          <a:gsLst>
            <a:gs pos="0">
              <a:srgbClr val="4F2D7F"/>
            </a:gs>
            <a:gs pos="26000">
              <a:srgbClr val="512D7E"/>
            </a:gs>
            <a:gs pos="41000">
              <a:srgbClr val="592F7B"/>
            </a:gs>
            <a:gs pos="54000">
              <a:srgbClr val="683277"/>
            </a:gs>
            <a:gs pos="65000">
              <a:srgbClr val="7C3671"/>
            </a:gs>
            <a:gs pos="75000">
              <a:srgbClr val="963B68"/>
            </a:gs>
            <a:gs pos="84000">
              <a:srgbClr val="B7425F"/>
            </a:gs>
            <a:gs pos="93000">
              <a:srgbClr val="DC4953"/>
            </a:gs>
            <a:gs pos="100000">
              <a:srgbClr val="FF5149"/>
            </a:gs>
          </a:gsLst>
          <a:lin ang="18900000" scaled="1"/>
        </a:gradFill>
        <a:effectLst/>
      </p:bgPr>
    </p:bg>
    <p:spTree>
      <p:nvGrpSpPr>
        <p:cNvPr id="1" name=""/>
        <p:cNvGrpSpPr/>
        <p:nvPr/>
      </p:nvGrpSpPr>
      <p:grpSpPr>
        <a:xfrm>
          <a:off x="0" y="0"/>
          <a:ext cx="0" cy="0"/>
          <a:chOff x="0" y="0"/>
          <a:chExt cx="0" cy="0"/>
        </a:xfrm>
      </p:grpSpPr>
      <p:sp>
        <p:nvSpPr>
          <p:cNvPr id="3" name="Title"/>
          <p:cNvSpPr>
            <a:spLocks noGrp="1"/>
          </p:cNvSpPr>
          <p:nvPr>
            <p:ph type="title"/>
          </p:nvPr>
        </p:nvSpPr>
        <p:spPr/>
        <p:txBody>
          <a:bodyPr/>
          <a:lstStyle>
            <a:lvl1pPr>
              <a:defRPr>
                <a:solidFill>
                  <a:schemeClr val="tx1"/>
                </a:solidFill>
              </a:defRPr>
            </a:lvl1pPr>
          </a:lstStyle>
          <a:p>
            <a:r>
              <a:rPr lang="pt-BR"/>
              <a:t>Clique para editar o título Mestre</a:t>
            </a:r>
            <a:endParaRPr lang="en-GB"/>
          </a:p>
        </p:txBody>
      </p:sp>
      <p:sp>
        <p:nvSpPr>
          <p:cNvPr id="9" name="Text Placeholder 8">
            <a:extLst>
              <a:ext uri="{FF2B5EF4-FFF2-40B4-BE49-F238E27FC236}">
                <a16:creationId xmlns:a16="http://schemas.microsoft.com/office/drawing/2014/main" id="{0ACA804B-BDA4-A7A9-C5A3-C9ACD633B671}"/>
              </a:ext>
            </a:extLst>
          </p:cNvPr>
          <p:cNvSpPr>
            <a:spLocks noGrp="1"/>
          </p:cNvSpPr>
          <p:nvPr>
            <p:ph type="body" sz="quarter" idx="15" hasCustomPrompt="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GB"/>
              <a:t>First Level</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 level</a:t>
            </a:r>
          </a:p>
          <a:p>
            <a:pPr lvl="8"/>
            <a:r>
              <a:rPr lang="en-GB"/>
              <a:t>Ninth level</a:t>
            </a:r>
          </a:p>
        </p:txBody>
      </p:sp>
      <p:sp>
        <p:nvSpPr>
          <p:cNvPr id="10" name="ChapterTitle">
            <a:extLst>
              <a:ext uri="{FF2B5EF4-FFF2-40B4-BE49-F238E27FC236}">
                <a16:creationId xmlns:a16="http://schemas.microsoft.com/office/drawing/2014/main" id="{10107267-E3E2-7111-B84E-DE960DE3E343}"/>
              </a:ext>
            </a:extLst>
          </p:cNvPr>
          <p:cNvSpPr>
            <a:spLocks noGrp="1"/>
          </p:cNvSpPr>
          <p:nvPr>
            <p:ph type="body" sz="quarter" idx="12" hasCustomPrompt="1"/>
          </p:nvPr>
        </p:nvSpPr>
        <p:spPr>
          <a:xfrm>
            <a:off x="508000" y="240853"/>
            <a:ext cx="5465763" cy="153888"/>
          </a:xfrm>
        </p:spPr>
        <p:txBody>
          <a:bodyPr>
            <a:noAutofit/>
          </a:bodyPr>
          <a:lstStyle>
            <a:lvl1pPr marL="0" indent="0">
              <a:buFont typeface="Arial" panose="020B0604020202020204" pitchFamily="34" charset="0"/>
              <a:buNone/>
              <a:defRPr sz="1000" b="0" baseline="0">
                <a:solidFill>
                  <a:schemeClr val="tx1"/>
                </a:solidFill>
                <a:latin typeface="+mn-lt"/>
              </a:defRPr>
            </a:lvl1pPr>
          </a:lstStyle>
          <a:p>
            <a:pPr lvl="0"/>
            <a:r>
              <a:rPr lang="en-GB"/>
              <a:t>Chapter title (optional)</a:t>
            </a:r>
          </a:p>
        </p:txBody>
      </p:sp>
      <p:pic>
        <p:nvPicPr>
          <p:cNvPr id="2" name="Gráfico 1">
            <a:extLst>
              <a:ext uri="{FF2B5EF4-FFF2-40B4-BE49-F238E27FC236}">
                <a16:creationId xmlns:a16="http://schemas.microsoft.com/office/drawing/2014/main" id="{0FB59287-5842-5F62-3534-2E526A40DB9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432276" y="6224588"/>
            <a:ext cx="372165" cy="372165"/>
          </a:xfrm>
          <a:prstGeom prst="rect">
            <a:avLst/>
          </a:prstGeom>
        </p:spPr>
      </p:pic>
    </p:spTree>
    <p:extLst>
      <p:ext uri="{BB962C8B-B14F-4D97-AF65-F5344CB8AC3E}">
        <p14:creationId xmlns:p14="http://schemas.microsoft.com/office/powerpoint/2010/main" val="4039783299"/>
      </p:ext>
    </p:extLst>
  </p:cSld>
  <p:clrMapOvr>
    <a:overrideClrMapping bg1="dk1" tx1="lt1" bg2="dk2" tx2="lt2" accent1="accent1" accent2="accent2" accent3="accent3" accent4="accent4" accent5="accent5" accent6="accent6" hlink="hlink" folHlink="folHlink"/>
  </p:clrMapOvr>
  <p:hf hdr="0" dt="0"/>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Gradient Core Purple-Teal">
    <p:bg>
      <p:bgPr>
        <a:gradFill>
          <a:gsLst>
            <a:gs pos="0">
              <a:srgbClr val="4F2D7F"/>
            </a:gs>
            <a:gs pos="29000">
              <a:srgbClr val="4D2F80"/>
            </a:gs>
            <a:gs pos="46000">
              <a:srgbClr val="473783"/>
            </a:gs>
            <a:gs pos="61000">
              <a:srgbClr val="3E468A"/>
            </a:gs>
            <a:gs pos="73000">
              <a:srgbClr val="305A92"/>
            </a:gs>
            <a:gs pos="85000">
              <a:srgbClr val="1F749E"/>
            </a:gs>
            <a:gs pos="96000">
              <a:srgbClr val="0A94AC"/>
            </a:gs>
            <a:gs pos="100000">
              <a:srgbClr val="00A4B3"/>
            </a:gs>
          </a:gsLst>
          <a:lin ang="18900000" scaled="1"/>
        </a:gradFill>
        <a:effectLst/>
      </p:bgPr>
    </p:bg>
    <p:spTree>
      <p:nvGrpSpPr>
        <p:cNvPr id="1" name=""/>
        <p:cNvGrpSpPr/>
        <p:nvPr/>
      </p:nvGrpSpPr>
      <p:grpSpPr>
        <a:xfrm>
          <a:off x="0" y="0"/>
          <a:ext cx="0" cy="0"/>
          <a:chOff x="0" y="0"/>
          <a:chExt cx="0" cy="0"/>
        </a:xfrm>
      </p:grpSpPr>
      <p:sp>
        <p:nvSpPr>
          <p:cNvPr id="3" name="Title"/>
          <p:cNvSpPr>
            <a:spLocks noGrp="1"/>
          </p:cNvSpPr>
          <p:nvPr>
            <p:ph type="title"/>
          </p:nvPr>
        </p:nvSpPr>
        <p:spPr/>
        <p:txBody>
          <a:bodyPr/>
          <a:lstStyle>
            <a:lvl1pPr>
              <a:defRPr>
                <a:solidFill>
                  <a:schemeClr val="tx1"/>
                </a:solidFill>
              </a:defRPr>
            </a:lvl1pPr>
          </a:lstStyle>
          <a:p>
            <a:r>
              <a:rPr lang="pt-BR"/>
              <a:t>Clique para editar o título Mestre</a:t>
            </a:r>
            <a:endParaRPr lang="en-GB"/>
          </a:p>
        </p:txBody>
      </p:sp>
      <p:sp>
        <p:nvSpPr>
          <p:cNvPr id="8" name="Text Placeholder 8">
            <a:extLst>
              <a:ext uri="{FF2B5EF4-FFF2-40B4-BE49-F238E27FC236}">
                <a16:creationId xmlns:a16="http://schemas.microsoft.com/office/drawing/2014/main" id="{A1886AB7-2922-07B0-4490-1338F8F008DF}"/>
              </a:ext>
            </a:extLst>
          </p:cNvPr>
          <p:cNvSpPr>
            <a:spLocks noGrp="1"/>
          </p:cNvSpPr>
          <p:nvPr>
            <p:ph type="body" sz="quarter" idx="15" hasCustomPrompt="1"/>
          </p:nvPr>
        </p:nvSpPr>
        <p:spPr>
          <a:xfrm>
            <a:off x="508000" y="1724025"/>
            <a:ext cx="11176000" cy="426085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GB"/>
              <a:t>First Level</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 level</a:t>
            </a:r>
          </a:p>
          <a:p>
            <a:pPr lvl="8"/>
            <a:r>
              <a:rPr lang="en-GB"/>
              <a:t>Ninth level</a:t>
            </a:r>
          </a:p>
        </p:txBody>
      </p:sp>
      <p:sp>
        <p:nvSpPr>
          <p:cNvPr id="10" name="ChapterTitle">
            <a:extLst>
              <a:ext uri="{FF2B5EF4-FFF2-40B4-BE49-F238E27FC236}">
                <a16:creationId xmlns:a16="http://schemas.microsoft.com/office/drawing/2014/main" id="{17096404-C147-8EF0-219E-86C9E4C68E45}"/>
              </a:ext>
            </a:extLst>
          </p:cNvPr>
          <p:cNvSpPr>
            <a:spLocks noGrp="1"/>
          </p:cNvSpPr>
          <p:nvPr>
            <p:ph type="body" sz="quarter" idx="12" hasCustomPrompt="1"/>
          </p:nvPr>
        </p:nvSpPr>
        <p:spPr>
          <a:xfrm>
            <a:off x="508000" y="240853"/>
            <a:ext cx="5465763" cy="153888"/>
          </a:xfrm>
        </p:spPr>
        <p:txBody>
          <a:bodyPr>
            <a:noAutofit/>
          </a:bodyPr>
          <a:lstStyle>
            <a:lvl1pPr marL="0" indent="0">
              <a:buFont typeface="Arial" panose="020B0604020202020204" pitchFamily="34" charset="0"/>
              <a:buNone/>
              <a:defRPr sz="1000" b="0" baseline="0">
                <a:solidFill>
                  <a:schemeClr val="tx1"/>
                </a:solidFill>
                <a:latin typeface="+mn-lt"/>
              </a:defRPr>
            </a:lvl1pPr>
          </a:lstStyle>
          <a:p>
            <a:pPr lvl="0"/>
            <a:r>
              <a:rPr lang="en-GB"/>
              <a:t>Chapter title (optional)</a:t>
            </a:r>
          </a:p>
        </p:txBody>
      </p:sp>
      <p:pic>
        <p:nvPicPr>
          <p:cNvPr id="2" name="Gráfico 1">
            <a:extLst>
              <a:ext uri="{FF2B5EF4-FFF2-40B4-BE49-F238E27FC236}">
                <a16:creationId xmlns:a16="http://schemas.microsoft.com/office/drawing/2014/main" id="{0B43CF3C-780E-5969-5C1D-9B1CACA483D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432276" y="6224588"/>
            <a:ext cx="372165" cy="372165"/>
          </a:xfrm>
          <a:prstGeom prst="rect">
            <a:avLst/>
          </a:prstGeom>
        </p:spPr>
      </p:pic>
    </p:spTree>
    <p:extLst>
      <p:ext uri="{BB962C8B-B14F-4D97-AF65-F5344CB8AC3E}">
        <p14:creationId xmlns:p14="http://schemas.microsoft.com/office/powerpoint/2010/main" val="4220307205"/>
      </p:ext>
    </p:extLst>
  </p:cSld>
  <p:clrMapOvr>
    <a:overrideClrMapping bg1="dk1" tx1="lt1" bg2="dk2" tx2="lt2" accent1="accent1" accent2="accent2" accent3="accent3" accent4="accent4" accent5="accent5" accent6="accent6" hlink="hlink" folHlink="folHlink"/>
  </p:clrMapOvr>
  <p:hf hdr="0" dt="0"/>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Gradient Core Purple-Dark Purple">
    <p:bg>
      <p:bgPr>
        <a:gradFill>
          <a:gsLst>
            <a:gs pos="0">
              <a:srgbClr val="4F2D7F"/>
            </a:gs>
            <a:gs pos="38000">
              <a:srgbClr val="4D2B7C"/>
            </a:gs>
            <a:gs pos="61000">
              <a:srgbClr val="472774"/>
            </a:gs>
            <a:gs pos="80000">
              <a:srgbClr val="3D2065"/>
            </a:gs>
            <a:gs pos="96000">
              <a:srgbClr val="2F1651"/>
            </a:gs>
            <a:gs pos="100000">
              <a:srgbClr val="2B144C"/>
            </a:gs>
          </a:gsLst>
          <a:lin ang="18900000" scaled="1"/>
        </a:gradFill>
        <a:effectLst/>
      </p:bgPr>
    </p:bg>
    <p:spTree>
      <p:nvGrpSpPr>
        <p:cNvPr id="1" name=""/>
        <p:cNvGrpSpPr/>
        <p:nvPr/>
      </p:nvGrpSpPr>
      <p:grpSpPr>
        <a:xfrm>
          <a:off x="0" y="0"/>
          <a:ext cx="0" cy="0"/>
          <a:chOff x="0" y="0"/>
          <a:chExt cx="0" cy="0"/>
        </a:xfrm>
      </p:grpSpPr>
      <p:sp>
        <p:nvSpPr>
          <p:cNvPr id="3" name="Title"/>
          <p:cNvSpPr>
            <a:spLocks noGrp="1"/>
          </p:cNvSpPr>
          <p:nvPr>
            <p:ph type="title"/>
          </p:nvPr>
        </p:nvSpPr>
        <p:spPr/>
        <p:txBody>
          <a:bodyPr/>
          <a:lstStyle>
            <a:lvl1pPr>
              <a:defRPr>
                <a:solidFill>
                  <a:schemeClr val="tx1"/>
                </a:solidFill>
              </a:defRPr>
            </a:lvl1pPr>
          </a:lstStyle>
          <a:p>
            <a:r>
              <a:rPr lang="pt-BR"/>
              <a:t>Clique para editar o título Mestre</a:t>
            </a:r>
            <a:endParaRPr lang="en-GB"/>
          </a:p>
        </p:txBody>
      </p:sp>
      <p:sp>
        <p:nvSpPr>
          <p:cNvPr id="8" name="Text Placeholder 8">
            <a:extLst>
              <a:ext uri="{FF2B5EF4-FFF2-40B4-BE49-F238E27FC236}">
                <a16:creationId xmlns:a16="http://schemas.microsoft.com/office/drawing/2014/main" id="{9E33E900-1FB7-867A-9BC0-2DBEDB64F09F}"/>
              </a:ext>
            </a:extLst>
          </p:cNvPr>
          <p:cNvSpPr>
            <a:spLocks noGrp="1"/>
          </p:cNvSpPr>
          <p:nvPr>
            <p:ph type="body" sz="quarter" idx="15" hasCustomPrompt="1"/>
          </p:nvPr>
        </p:nvSpPr>
        <p:spPr>
          <a:xfrm>
            <a:off x="508000" y="1724025"/>
            <a:ext cx="11176000" cy="426085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GB"/>
              <a:t>First Level</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 level</a:t>
            </a:r>
          </a:p>
          <a:p>
            <a:pPr lvl="8"/>
            <a:r>
              <a:rPr lang="en-GB"/>
              <a:t>Ninth level</a:t>
            </a:r>
          </a:p>
        </p:txBody>
      </p:sp>
      <p:sp>
        <p:nvSpPr>
          <p:cNvPr id="10" name="ChapterTitle">
            <a:extLst>
              <a:ext uri="{FF2B5EF4-FFF2-40B4-BE49-F238E27FC236}">
                <a16:creationId xmlns:a16="http://schemas.microsoft.com/office/drawing/2014/main" id="{23B63156-CF8B-A77B-9B62-F63491B709E0}"/>
              </a:ext>
            </a:extLst>
          </p:cNvPr>
          <p:cNvSpPr>
            <a:spLocks noGrp="1"/>
          </p:cNvSpPr>
          <p:nvPr>
            <p:ph type="body" sz="quarter" idx="12" hasCustomPrompt="1"/>
          </p:nvPr>
        </p:nvSpPr>
        <p:spPr>
          <a:xfrm>
            <a:off x="508000" y="240853"/>
            <a:ext cx="5465763" cy="153888"/>
          </a:xfrm>
        </p:spPr>
        <p:txBody>
          <a:bodyPr>
            <a:noAutofit/>
          </a:bodyPr>
          <a:lstStyle>
            <a:lvl1pPr marL="0" indent="0">
              <a:buFont typeface="Arial" panose="020B0604020202020204" pitchFamily="34" charset="0"/>
              <a:buNone/>
              <a:defRPr sz="1000" b="0" baseline="0">
                <a:solidFill>
                  <a:schemeClr val="tx1"/>
                </a:solidFill>
                <a:latin typeface="+mn-lt"/>
              </a:defRPr>
            </a:lvl1pPr>
          </a:lstStyle>
          <a:p>
            <a:pPr lvl="0"/>
            <a:r>
              <a:rPr lang="en-GB"/>
              <a:t>Chapter title (optional)</a:t>
            </a:r>
          </a:p>
        </p:txBody>
      </p:sp>
      <p:pic>
        <p:nvPicPr>
          <p:cNvPr id="2" name="Gráfico 1">
            <a:extLst>
              <a:ext uri="{FF2B5EF4-FFF2-40B4-BE49-F238E27FC236}">
                <a16:creationId xmlns:a16="http://schemas.microsoft.com/office/drawing/2014/main" id="{9B2BED8C-0B50-C4BA-09E6-9C8107DB094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432276" y="6224588"/>
            <a:ext cx="372165" cy="372165"/>
          </a:xfrm>
          <a:prstGeom prst="rect">
            <a:avLst/>
          </a:prstGeom>
        </p:spPr>
      </p:pic>
    </p:spTree>
    <p:extLst>
      <p:ext uri="{BB962C8B-B14F-4D97-AF65-F5344CB8AC3E}">
        <p14:creationId xmlns:p14="http://schemas.microsoft.com/office/powerpoint/2010/main" val="4008861036"/>
      </p:ext>
    </p:extLst>
  </p:cSld>
  <p:clrMapOvr>
    <a:overrideClrMapping bg1="dk1" tx1="lt1" bg2="dk2" tx2="lt2" accent1="accent1" accent2="accent2" accent3="accent3" accent4="accent4" accent5="accent5" accent6="accent6" hlink="hlink" folHlink="folHlink"/>
  </p:clrMapOvr>
  <p:hf hdr="0" dt="0"/>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Quote Purp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A36C529F-B8EC-9043-CE7D-2451E855BFB6}"/>
              </a:ext>
            </a:extLst>
          </p:cNvPr>
          <p:cNvSpPr>
            <a:spLocks noGrp="1"/>
          </p:cNvSpPr>
          <p:nvPr>
            <p:ph type="body" sz="quarter" idx="15" hasCustomPrompt="1"/>
          </p:nvPr>
        </p:nvSpPr>
        <p:spPr>
          <a:xfrm>
            <a:off x="1460502" y="2306206"/>
            <a:ext cx="9270998" cy="1746250"/>
          </a:xfrm>
          <a:prstGeom prst="rect">
            <a:avLst/>
          </a:prstGeom>
        </p:spPr>
        <p:txBody>
          <a:bodyPr anchor="ctr"/>
          <a:lstStyle>
            <a:lvl1pPr marL="0" indent="0" algn="ctr">
              <a:lnSpc>
                <a:spcPct val="100000"/>
              </a:lnSpc>
              <a:spcAft>
                <a:spcPts val="3000"/>
              </a:spcAft>
              <a:buNone/>
              <a:defRPr sz="4000" b="1">
                <a:solidFill>
                  <a:schemeClr val="tx1"/>
                </a:solidFill>
              </a:defRPr>
            </a:lvl1pPr>
            <a:lvl2pPr marL="0" indent="0" algn="ctr">
              <a:lnSpc>
                <a:spcPct val="100000"/>
              </a:lnSpc>
              <a:buNone/>
              <a:defRPr sz="2400" b="0">
                <a:solidFill>
                  <a:schemeClr val="accent3"/>
                </a:solidFill>
              </a:defRPr>
            </a:lvl2pPr>
            <a:lvl3pPr algn="ctr">
              <a:defRPr>
                <a:solidFill>
                  <a:schemeClr val="tx1"/>
                </a:solidFill>
              </a:defRPr>
            </a:lvl3pPr>
            <a:lvl4pPr algn="ctr">
              <a:defRPr>
                <a:solidFill>
                  <a:schemeClr val="tx1"/>
                </a:solidFill>
              </a:defRPr>
            </a:lvl4pPr>
            <a:lvl5pPr algn="ctr">
              <a:defRPr>
                <a:solidFill>
                  <a:schemeClr val="tx1"/>
                </a:solidFill>
              </a:defRPr>
            </a:lvl5pPr>
            <a:lvl6pPr algn="ctr">
              <a:defRPr>
                <a:solidFill>
                  <a:schemeClr val="tx1"/>
                </a:solidFill>
              </a:defRPr>
            </a:lvl6pPr>
            <a:lvl7pPr algn="ctr">
              <a:defRPr>
                <a:solidFill>
                  <a:schemeClr val="tx1"/>
                </a:solidFill>
              </a:defRPr>
            </a:lvl7pPr>
            <a:lvl8pPr algn="ctr">
              <a:defRPr>
                <a:solidFill>
                  <a:schemeClr val="tx1"/>
                </a:solidFill>
              </a:defRPr>
            </a:lvl8pPr>
            <a:lvl9pPr algn="ctr">
              <a:defRPr>
                <a:solidFill>
                  <a:schemeClr val="tx1"/>
                </a:solidFill>
              </a:defRPr>
            </a:lvl9pPr>
          </a:lstStyle>
          <a:p>
            <a:pPr lvl="0"/>
            <a:r>
              <a:rPr lang="en-GB"/>
              <a:t>“Pull quote. Duis </a:t>
            </a:r>
            <a:r>
              <a:rPr lang="en-GB" err="1"/>
              <a:t>ornare</a:t>
            </a:r>
            <a:endParaRPr lang="en-GB"/>
          </a:p>
          <a:p>
            <a:pPr lvl="1"/>
            <a:r>
              <a:rPr lang="en-GB"/>
              <a:t>Subhead over one line</a:t>
            </a:r>
          </a:p>
          <a:p>
            <a:pPr lvl="1"/>
            <a:endParaRPr lang="en-GB"/>
          </a:p>
        </p:txBody>
      </p:sp>
      <p:pic>
        <p:nvPicPr>
          <p:cNvPr id="4" name="Gráfico 3">
            <a:extLst>
              <a:ext uri="{FF2B5EF4-FFF2-40B4-BE49-F238E27FC236}">
                <a16:creationId xmlns:a16="http://schemas.microsoft.com/office/drawing/2014/main" id="{794EDB74-0B9A-B5A1-A732-61018AA29DBE}"/>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432276" y="6224588"/>
            <a:ext cx="372165" cy="372165"/>
          </a:xfrm>
          <a:prstGeom prst="rect">
            <a:avLst/>
          </a:prstGeom>
        </p:spPr>
      </p:pic>
    </p:spTree>
    <p:extLst>
      <p:ext uri="{BB962C8B-B14F-4D97-AF65-F5344CB8AC3E}">
        <p14:creationId xmlns:p14="http://schemas.microsoft.com/office/powerpoint/2010/main" val="3770233315"/>
      </p:ext>
    </p:extLst>
  </p:cSld>
  <p:clrMapOvr>
    <a:overrideClrMapping bg1="dk1" tx1="lt1" bg2="dk2" tx2="lt2" accent1="accent1" accent2="accent2" accent3="accent3" accent4="accent4" accent5="accent5" accent6="accent6" hlink="hlink" folHlink="folHlink"/>
  </p:clrMapOvr>
  <p:hf hdr="0" dt="0"/>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Quote Purpl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A36C529F-B8EC-9043-CE7D-2451E855BFB6}"/>
              </a:ext>
            </a:extLst>
          </p:cNvPr>
          <p:cNvSpPr>
            <a:spLocks noGrp="1"/>
          </p:cNvSpPr>
          <p:nvPr>
            <p:ph type="body" sz="quarter" idx="15" hasCustomPrompt="1"/>
          </p:nvPr>
        </p:nvSpPr>
        <p:spPr>
          <a:xfrm>
            <a:off x="508002" y="2306206"/>
            <a:ext cx="7369173" cy="1746250"/>
          </a:xfrm>
          <a:prstGeom prst="rect">
            <a:avLst/>
          </a:prstGeom>
        </p:spPr>
        <p:txBody>
          <a:bodyPr anchor="ctr"/>
          <a:lstStyle>
            <a:lvl1pPr marL="0" indent="0" algn="l">
              <a:lnSpc>
                <a:spcPct val="100000"/>
              </a:lnSpc>
              <a:spcAft>
                <a:spcPts val="3000"/>
              </a:spcAft>
              <a:buNone/>
              <a:defRPr sz="4000" b="1">
                <a:solidFill>
                  <a:schemeClr val="tx1"/>
                </a:solidFill>
              </a:defRPr>
            </a:lvl1pPr>
            <a:lvl2pPr marL="0" indent="0" algn="l">
              <a:lnSpc>
                <a:spcPct val="100000"/>
              </a:lnSpc>
              <a:buNone/>
              <a:defRPr sz="2400" b="0">
                <a:solidFill>
                  <a:schemeClr val="accent3"/>
                </a:solidFill>
              </a:defRPr>
            </a:lvl2pPr>
            <a:lvl3pPr algn="l">
              <a:defRPr>
                <a:solidFill>
                  <a:schemeClr val="tx1"/>
                </a:solidFill>
              </a:defRPr>
            </a:lvl3pPr>
            <a:lvl4pPr algn="l">
              <a:defRPr>
                <a:solidFill>
                  <a:schemeClr val="tx1"/>
                </a:solidFill>
              </a:defRPr>
            </a:lvl4pPr>
            <a:lvl5pPr algn="l">
              <a:defRPr>
                <a:solidFill>
                  <a:schemeClr val="tx1"/>
                </a:solidFill>
              </a:defRPr>
            </a:lvl5pPr>
            <a:lvl6pPr algn="l">
              <a:defRPr>
                <a:solidFill>
                  <a:schemeClr val="tx1"/>
                </a:solidFill>
              </a:defRPr>
            </a:lvl6pPr>
            <a:lvl7pPr algn="l">
              <a:defRPr>
                <a:solidFill>
                  <a:schemeClr val="tx1"/>
                </a:solidFill>
              </a:defRPr>
            </a:lvl7pPr>
            <a:lvl8pPr algn="l">
              <a:defRPr>
                <a:solidFill>
                  <a:schemeClr val="tx1"/>
                </a:solidFill>
              </a:defRPr>
            </a:lvl8pPr>
            <a:lvl9pPr algn="l">
              <a:defRPr>
                <a:solidFill>
                  <a:schemeClr val="tx1"/>
                </a:solidFill>
              </a:defRPr>
            </a:lvl9pPr>
          </a:lstStyle>
          <a:p>
            <a:pPr lvl="0"/>
            <a:r>
              <a:rPr lang="en-GB"/>
              <a:t>“Pull quote. Duis </a:t>
            </a:r>
            <a:r>
              <a:rPr lang="en-GB" err="1"/>
              <a:t>ornare</a:t>
            </a:r>
            <a:endParaRPr lang="en-GB"/>
          </a:p>
          <a:p>
            <a:pPr lvl="1"/>
            <a:r>
              <a:rPr lang="en-GB"/>
              <a:t>Subhead over one line</a:t>
            </a:r>
          </a:p>
        </p:txBody>
      </p:sp>
      <p:pic>
        <p:nvPicPr>
          <p:cNvPr id="4" name="Gráfico 3">
            <a:extLst>
              <a:ext uri="{FF2B5EF4-FFF2-40B4-BE49-F238E27FC236}">
                <a16:creationId xmlns:a16="http://schemas.microsoft.com/office/drawing/2014/main" id="{3D8FE6BF-7A6A-FF8C-0B3D-0BDE8FB4BA3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432276" y="6224588"/>
            <a:ext cx="372165" cy="372165"/>
          </a:xfrm>
          <a:prstGeom prst="rect">
            <a:avLst/>
          </a:prstGeom>
        </p:spPr>
      </p:pic>
    </p:spTree>
    <p:extLst>
      <p:ext uri="{BB962C8B-B14F-4D97-AF65-F5344CB8AC3E}">
        <p14:creationId xmlns:p14="http://schemas.microsoft.com/office/powerpoint/2010/main" val="1915769762"/>
      </p:ext>
    </p:extLst>
  </p:cSld>
  <p:clrMapOvr>
    <a:overrideClrMapping bg1="dk1" tx1="lt1" bg2="dk2" tx2="lt2" accent1="accent1" accent2="accent2" accent3="accent3" accent4="accent4" accent5="accent5" accent6="accent6" hlink="hlink" folHlink="folHlink"/>
  </p:clrMapOvr>
  <p:hf hdr="0" dt="0"/>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Quote Purple 3">
    <p:bg>
      <p:bgPr>
        <a:solidFill>
          <a:schemeClr val="accent1"/>
        </a:solidFill>
        <a:effectLst/>
      </p:bgPr>
    </p:bg>
    <p:spTree>
      <p:nvGrpSpPr>
        <p:cNvPr id="1" name=""/>
        <p:cNvGrpSpPr/>
        <p:nvPr/>
      </p:nvGrpSpPr>
      <p:grpSpPr>
        <a:xfrm>
          <a:off x="0" y="0"/>
          <a:ext cx="0" cy="0"/>
          <a:chOff x="0" y="0"/>
          <a:chExt cx="0" cy="0"/>
        </a:xfrm>
      </p:grpSpPr>
      <p:pic>
        <p:nvPicPr>
          <p:cNvPr id="18" name="Mobius Keyline">
            <a:extLst>
              <a:ext uri="{FF2B5EF4-FFF2-40B4-BE49-F238E27FC236}">
                <a16:creationId xmlns:a16="http://schemas.microsoft.com/office/drawing/2014/main" id="{996A568A-2F61-B78B-410F-182F2481B6C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207329" y="1"/>
            <a:ext cx="7984671" cy="6858000"/>
          </a:xfrm>
          <a:prstGeom prst="rect">
            <a:avLst/>
          </a:prstGeom>
        </p:spPr>
      </p:pic>
      <p:sp>
        <p:nvSpPr>
          <p:cNvPr id="6" name="Text Placeholder 5">
            <a:extLst>
              <a:ext uri="{FF2B5EF4-FFF2-40B4-BE49-F238E27FC236}">
                <a16:creationId xmlns:a16="http://schemas.microsoft.com/office/drawing/2014/main" id="{A36C529F-B8EC-9043-CE7D-2451E855BFB6}"/>
              </a:ext>
            </a:extLst>
          </p:cNvPr>
          <p:cNvSpPr>
            <a:spLocks noGrp="1"/>
          </p:cNvSpPr>
          <p:nvPr>
            <p:ph type="body" sz="quarter" idx="15" hasCustomPrompt="1"/>
          </p:nvPr>
        </p:nvSpPr>
        <p:spPr>
          <a:xfrm>
            <a:off x="508002" y="2306206"/>
            <a:ext cx="7369173" cy="1746250"/>
          </a:xfrm>
          <a:prstGeom prst="rect">
            <a:avLst/>
          </a:prstGeom>
        </p:spPr>
        <p:txBody>
          <a:bodyPr anchor="ctr"/>
          <a:lstStyle>
            <a:lvl1pPr marL="0" indent="0" algn="l">
              <a:lnSpc>
                <a:spcPct val="100000"/>
              </a:lnSpc>
              <a:spcAft>
                <a:spcPts val="3000"/>
              </a:spcAft>
              <a:buNone/>
              <a:defRPr sz="4000" b="1">
                <a:solidFill>
                  <a:schemeClr val="tx1"/>
                </a:solidFill>
              </a:defRPr>
            </a:lvl1pPr>
            <a:lvl2pPr marL="0" indent="0" algn="l">
              <a:lnSpc>
                <a:spcPct val="100000"/>
              </a:lnSpc>
              <a:buNone/>
              <a:defRPr sz="2400" b="0">
                <a:solidFill>
                  <a:schemeClr val="accent3"/>
                </a:solidFill>
              </a:defRPr>
            </a:lvl2pPr>
            <a:lvl3pPr algn="l">
              <a:defRPr>
                <a:solidFill>
                  <a:schemeClr val="tx1"/>
                </a:solidFill>
              </a:defRPr>
            </a:lvl3pPr>
            <a:lvl4pPr algn="l">
              <a:defRPr>
                <a:solidFill>
                  <a:schemeClr val="tx1"/>
                </a:solidFill>
              </a:defRPr>
            </a:lvl4pPr>
            <a:lvl5pPr algn="l">
              <a:defRPr>
                <a:solidFill>
                  <a:schemeClr val="tx1"/>
                </a:solidFill>
              </a:defRPr>
            </a:lvl5pPr>
            <a:lvl6pPr algn="l">
              <a:defRPr>
                <a:solidFill>
                  <a:schemeClr val="tx1"/>
                </a:solidFill>
              </a:defRPr>
            </a:lvl6pPr>
            <a:lvl7pPr algn="l">
              <a:defRPr>
                <a:solidFill>
                  <a:schemeClr val="tx1"/>
                </a:solidFill>
              </a:defRPr>
            </a:lvl7pPr>
            <a:lvl8pPr algn="l">
              <a:defRPr>
                <a:solidFill>
                  <a:schemeClr val="tx1"/>
                </a:solidFill>
              </a:defRPr>
            </a:lvl8pPr>
            <a:lvl9pPr algn="l">
              <a:defRPr>
                <a:solidFill>
                  <a:schemeClr val="tx1"/>
                </a:solidFill>
              </a:defRPr>
            </a:lvl9pPr>
          </a:lstStyle>
          <a:p>
            <a:pPr lvl="0"/>
            <a:r>
              <a:rPr lang="en-GB"/>
              <a:t>“Pull quote. Duis </a:t>
            </a:r>
            <a:r>
              <a:rPr lang="en-GB" err="1"/>
              <a:t>ornare</a:t>
            </a:r>
            <a:endParaRPr lang="en-GB"/>
          </a:p>
          <a:p>
            <a:pPr lvl="1"/>
            <a:r>
              <a:rPr lang="en-GB"/>
              <a:t>Subhead over one line</a:t>
            </a:r>
          </a:p>
        </p:txBody>
      </p:sp>
      <p:pic>
        <p:nvPicPr>
          <p:cNvPr id="2" name="Gráfico 1">
            <a:extLst>
              <a:ext uri="{FF2B5EF4-FFF2-40B4-BE49-F238E27FC236}">
                <a16:creationId xmlns:a16="http://schemas.microsoft.com/office/drawing/2014/main" id="{41DCD950-10D2-9309-B83A-B84BF52B45A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432276" y="6224588"/>
            <a:ext cx="372165" cy="372165"/>
          </a:xfrm>
          <a:prstGeom prst="rect">
            <a:avLst/>
          </a:prstGeom>
        </p:spPr>
      </p:pic>
    </p:spTree>
    <p:extLst>
      <p:ext uri="{BB962C8B-B14F-4D97-AF65-F5344CB8AC3E}">
        <p14:creationId xmlns:p14="http://schemas.microsoft.com/office/powerpoint/2010/main" val="901930246"/>
      </p:ext>
    </p:extLst>
  </p:cSld>
  <p:clrMapOvr>
    <a:overrideClrMapping bg1="dk1" tx1="lt1" bg2="dk2" tx2="lt2" accent1="accent1" accent2="accent2" accent3="accent3" accent4="accent4" accent5="accent5" accent6="accent6" hlink="hlink" folHlink="folHlink"/>
  </p:clrMapOvr>
  <p:hf hdr="0" dt="0"/>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Quote and Image Purple">
    <p:bg>
      <p:bgPr>
        <a:solidFill>
          <a:schemeClr val="accent1"/>
        </a:solidFill>
        <a:effectLst/>
      </p:bgPr>
    </p:bg>
    <p:spTree>
      <p:nvGrpSpPr>
        <p:cNvPr id="1" name=""/>
        <p:cNvGrpSpPr/>
        <p:nvPr/>
      </p:nvGrpSpPr>
      <p:grpSpPr>
        <a:xfrm>
          <a:off x="0" y="0"/>
          <a:ext cx="0" cy="0"/>
          <a:chOff x="0" y="0"/>
          <a:chExt cx="0" cy="0"/>
        </a:xfrm>
      </p:grpSpPr>
      <p:pic>
        <p:nvPicPr>
          <p:cNvPr id="13" name="Mobius Keyline">
            <a:extLst>
              <a:ext uri="{FF2B5EF4-FFF2-40B4-BE49-F238E27FC236}">
                <a16:creationId xmlns:a16="http://schemas.microsoft.com/office/drawing/2014/main" id="{184F6537-48C1-481D-9F7B-7A5E1261E22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04345" y="0"/>
            <a:ext cx="8987656" cy="6858000"/>
          </a:xfrm>
          <a:prstGeom prst="rect">
            <a:avLst/>
          </a:prstGeom>
        </p:spPr>
      </p:pic>
      <p:sp>
        <p:nvSpPr>
          <p:cNvPr id="6" name="Text Placeholder 5">
            <a:extLst>
              <a:ext uri="{FF2B5EF4-FFF2-40B4-BE49-F238E27FC236}">
                <a16:creationId xmlns:a16="http://schemas.microsoft.com/office/drawing/2014/main" id="{A36C529F-B8EC-9043-CE7D-2451E855BFB6}"/>
              </a:ext>
            </a:extLst>
          </p:cNvPr>
          <p:cNvSpPr>
            <a:spLocks noGrp="1"/>
          </p:cNvSpPr>
          <p:nvPr>
            <p:ph type="body" sz="quarter" idx="15" hasCustomPrompt="1"/>
          </p:nvPr>
        </p:nvSpPr>
        <p:spPr>
          <a:xfrm>
            <a:off x="508002" y="1449388"/>
            <a:ext cx="5465761" cy="2709862"/>
          </a:xfrm>
          <a:prstGeom prst="rect">
            <a:avLst/>
          </a:prstGeom>
        </p:spPr>
        <p:txBody>
          <a:bodyPr anchor="t"/>
          <a:lstStyle>
            <a:lvl1pPr marL="0" indent="0" algn="l">
              <a:lnSpc>
                <a:spcPct val="100000"/>
              </a:lnSpc>
              <a:spcAft>
                <a:spcPts val="3000"/>
              </a:spcAft>
              <a:buNone/>
              <a:defRPr sz="4000" b="1">
                <a:solidFill>
                  <a:schemeClr val="tx1"/>
                </a:solidFill>
              </a:defRPr>
            </a:lvl1pPr>
            <a:lvl2pPr marL="0" indent="0" algn="l">
              <a:lnSpc>
                <a:spcPct val="100000"/>
              </a:lnSpc>
              <a:buNone/>
              <a:defRPr sz="2400" b="0">
                <a:solidFill>
                  <a:schemeClr val="accent3"/>
                </a:solidFill>
              </a:defRPr>
            </a:lvl2pPr>
            <a:lvl3pPr algn="l">
              <a:defRPr>
                <a:solidFill>
                  <a:schemeClr val="tx1"/>
                </a:solidFill>
              </a:defRPr>
            </a:lvl3pPr>
            <a:lvl4pPr algn="l">
              <a:defRPr>
                <a:solidFill>
                  <a:schemeClr val="tx1"/>
                </a:solidFill>
              </a:defRPr>
            </a:lvl4pPr>
            <a:lvl5pPr algn="l">
              <a:defRPr>
                <a:solidFill>
                  <a:schemeClr val="tx1"/>
                </a:solidFill>
              </a:defRPr>
            </a:lvl5pPr>
            <a:lvl6pPr algn="l">
              <a:defRPr>
                <a:solidFill>
                  <a:schemeClr val="tx1"/>
                </a:solidFill>
              </a:defRPr>
            </a:lvl6pPr>
            <a:lvl7pPr algn="l">
              <a:defRPr>
                <a:solidFill>
                  <a:schemeClr val="tx1"/>
                </a:solidFill>
              </a:defRPr>
            </a:lvl7pPr>
            <a:lvl8pPr algn="l">
              <a:defRPr>
                <a:solidFill>
                  <a:schemeClr val="tx1"/>
                </a:solidFill>
              </a:defRPr>
            </a:lvl8pPr>
            <a:lvl9pPr algn="l">
              <a:defRPr>
                <a:solidFill>
                  <a:schemeClr val="tx1"/>
                </a:solidFill>
              </a:defRPr>
            </a:lvl9pPr>
          </a:lstStyle>
          <a:p>
            <a:pPr lvl="0"/>
            <a:r>
              <a:rPr lang="en-GB"/>
              <a:t>“Pull quote. Duis </a:t>
            </a:r>
            <a:r>
              <a:rPr lang="en-GB" err="1"/>
              <a:t>ornare</a:t>
            </a:r>
            <a:endParaRPr lang="en-GB"/>
          </a:p>
          <a:p>
            <a:pPr lvl="1"/>
            <a:r>
              <a:rPr lang="en-GB"/>
              <a:t>Subhead over one line</a:t>
            </a:r>
          </a:p>
        </p:txBody>
      </p:sp>
      <p:sp>
        <p:nvSpPr>
          <p:cNvPr id="3" name="Picture Placeholder 5">
            <a:extLst>
              <a:ext uri="{FF2B5EF4-FFF2-40B4-BE49-F238E27FC236}">
                <a16:creationId xmlns:a16="http://schemas.microsoft.com/office/drawing/2014/main" id="{7EBED0B1-0B4D-904A-93D2-7232863331C7}"/>
              </a:ext>
            </a:extLst>
          </p:cNvPr>
          <p:cNvSpPr>
            <a:spLocks noGrp="1"/>
          </p:cNvSpPr>
          <p:nvPr>
            <p:ph type="pic" sz="quarter" idx="20" hasCustomPrompt="1"/>
          </p:nvPr>
        </p:nvSpPr>
        <p:spPr>
          <a:xfrm>
            <a:off x="6559266" y="507999"/>
            <a:ext cx="5139248" cy="5476876"/>
          </a:xfrm>
          <a:custGeom>
            <a:avLst/>
            <a:gdLst>
              <a:gd name="connsiteX0" fmla="*/ 271224 w 5481863"/>
              <a:gd name="connsiteY0" fmla="*/ 0 h 5842000"/>
              <a:gd name="connsiteX1" fmla="*/ 1672709 w 5481863"/>
              <a:gd name="connsiteY1" fmla="*/ 0 h 5842000"/>
              <a:gd name="connsiteX2" fmla="*/ 3809155 w 5481863"/>
              <a:gd name="connsiteY2" fmla="*/ 0 h 5842000"/>
              <a:gd name="connsiteX3" fmla="*/ 5210640 w 5481863"/>
              <a:gd name="connsiteY3" fmla="*/ 0 h 5842000"/>
              <a:gd name="connsiteX4" fmla="*/ 5481863 w 5481863"/>
              <a:gd name="connsiteY4" fmla="*/ 271223 h 5842000"/>
              <a:gd name="connsiteX5" fmla="*/ 5481863 w 5481863"/>
              <a:gd name="connsiteY5" fmla="*/ 1609484 h 5842000"/>
              <a:gd name="connsiteX6" fmla="*/ 5481863 w 5481863"/>
              <a:gd name="connsiteY6" fmla="*/ 4232517 h 5842000"/>
              <a:gd name="connsiteX7" fmla="*/ 5481863 w 5481863"/>
              <a:gd name="connsiteY7" fmla="*/ 5570778 h 5842000"/>
              <a:gd name="connsiteX8" fmla="*/ 5210640 w 5481863"/>
              <a:gd name="connsiteY8" fmla="*/ 5842000 h 5842000"/>
              <a:gd name="connsiteX9" fmla="*/ 3809161 w 5481863"/>
              <a:gd name="connsiteY9" fmla="*/ 5842000 h 5842000"/>
              <a:gd name="connsiteX10" fmla="*/ 3809155 w 5481863"/>
              <a:gd name="connsiteY10" fmla="*/ 5842000 h 5842000"/>
              <a:gd name="connsiteX11" fmla="*/ 1619901 w 5481863"/>
              <a:gd name="connsiteY11" fmla="*/ 5841999 h 5842000"/>
              <a:gd name="connsiteX12" fmla="*/ 0 w 5481863"/>
              <a:gd name="connsiteY12" fmla="*/ 4222098 h 5842000"/>
              <a:gd name="connsiteX13" fmla="*/ 0 w 5481863"/>
              <a:gd name="connsiteY13" fmla="*/ 3477883 h 5842000"/>
              <a:gd name="connsiteX14" fmla="*/ 1 w 5481863"/>
              <a:gd name="connsiteY14" fmla="*/ 3477865 h 5842000"/>
              <a:gd name="connsiteX15" fmla="*/ 1 w 5481863"/>
              <a:gd name="connsiteY15" fmla="*/ 2883857 h 5842000"/>
              <a:gd name="connsiteX16" fmla="*/ 0 w 5481863"/>
              <a:gd name="connsiteY16" fmla="*/ 2883837 h 5842000"/>
              <a:gd name="connsiteX17" fmla="*/ 0 w 5481863"/>
              <a:gd name="connsiteY17" fmla="*/ 2139622 h 5842000"/>
              <a:gd name="connsiteX18" fmla="*/ 1 w 5481863"/>
              <a:gd name="connsiteY18" fmla="*/ 2139604 h 5842000"/>
              <a:gd name="connsiteX19" fmla="*/ 1 w 5481863"/>
              <a:gd name="connsiteY19" fmla="*/ 1609484 h 5842000"/>
              <a:gd name="connsiteX20" fmla="*/ 1 w 5481863"/>
              <a:gd name="connsiteY20" fmla="*/ 271223 h 5842000"/>
              <a:gd name="connsiteX21" fmla="*/ 271224 w 5481863"/>
              <a:gd name="connsiteY21" fmla="*/ 0 h 584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481863" h="5842000">
                <a:moveTo>
                  <a:pt x="271224" y="0"/>
                </a:moveTo>
                <a:lnTo>
                  <a:pt x="1672709" y="0"/>
                </a:lnTo>
                <a:lnTo>
                  <a:pt x="3809155" y="0"/>
                </a:lnTo>
                <a:lnTo>
                  <a:pt x="5210640" y="0"/>
                </a:lnTo>
                <a:cubicBezTo>
                  <a:pt x="5360432" y="0"/>
                  <a:pt x="5481863" y="121431"/>
                  <a:pt x="5481863" y="271223"/>
                </a:cubicBezTo>
                <a:lnTo>
                  <a:pt x="5481863" y="1609484"/>
                </a:lnTo>
                <a:lnTo>
                  <a:pt x="5481863" y="4232517"/>
                </a:lnTo>
                <a:lnTo>
                  <a:pt x="5481863" y="5570778"/>
                </a:lnTo>
                <a:cubicBezTo>
                  <a:pt x="5481863" y="5720569"/>
                  <a:pt x="5360432" y="5842000"/>
                  <a:pt x="5210640" y="5842000"/>
                </a:cubicBezTo>
                <a:lnTo>
                  <a:pt x="3809161" y="5842000"/>
                </a:lnTo>
                <a:lnTo>
                  <a:pt x="3809155" y="5842000"/>
                </a:lnTo>
                <a:lnTo>
                  <a:pt x="1619901" y="5841999"/>
                </a:lnTo>
                <a:cubicBezTo>
                  <a:pt x="725254" y="5841999"/>
                  <a:pt x="0" y="5116745"/>
                  <a:pt x="0" y="4222098"/>
                </a:cubicBezTo>
                <a:lnTo>
                  <a:pt x="0" y="3477883"/>
                </a:lnTo>
                <a:cubicBezTo>
                  <a:pt x="0" y="3477878"/>
                  <a:pt x="1" y="3477871"/>
                  <a:pt x="1" y="3477865"/>
                </a:cubicBezTo>
                <a:lnTo>
                  <a:pt x="1" y="2883857"/>
                </a:lnTo>
                <a:lnTo>
                  <a:pt x="0" y="2883837"/>
                </a:lnTo>
                <a:lnTo>
                  <a:pt x="0" y="2139622"/>
                </a:lnTo>
                <a:cubicBezTo>
                  <a:pt x="0" y="2139617"/>
                  <a:pt x="1" y="2139610"/>
                  <a:pt x="1" y="2139604"/>
                </a:cubicBezTo>
                <a:lnTo>
                  <a:pt x="1" y="1609484"/>
                </a:lnTo>
                <a:lnTo>
                  <a:pt x="1" y="271223"/>
                </a:lnTo>
                <a:cubicBezTo>
                  <a:pt x="1" y="121431"/>
                  <a:pt x="121432" y="0"/>
                  <a:pt x="271224" y="0"/>
                </a:cubicBezTo>
                <a:close/>
              </a:path>
            </a:pathLst>
          </a:custGeom>
          <a:solidFill>
            <a:schemeClr val="tx2"/>
          </a:solidFill>
        </p:spPr>
        <p:txBody>
          <a:bodyPr vert="horz" wrap="square" lIns="0" tIns="0" rIns="0" bIns="0" rtlCol="0" anchor="t" anchorCtr="0">
            <a:noAutofit/>
          </a:bodyPr>
          <a:lstStyle>
            <a:lvl1pPr algn="ctr">
              <a:defRPr lang="en-GB" b="0">
                <a:solidFill>
                  <a:schemeClr val="bg1"/>
                </a:solidFill>
              </a:defRPr>
            </a:lvl1pPr>
          </a:lstStyle>
          <a:p>
            <a:pPr lvl="0"/>
            <a:r>
              <a:rPr lang="en-GB"/>
              <a:t>To insert photo, please select placeholder, then access </a:t>
            </a:r>
            <a:r>
              <a:rPr lang="en-GB" err="1"/>
              <a:t>BrandCentral</a:t>
            </a:r>
            <a:r>
              <a:rPr lang="en-GB"/>
              <a:t> through the </a:t>
            </a:r>
            <a:r>
              <a:rPr lang="en-GB" err="1"/>
              <a:t>BrandCentral</a:t>
            </a:r>
            <a:r>
              <a:rPr lang="en-GB"/>
              <a:t> ribbon</a:t>
            </a:r>
          </a:p>
        </p:txBody>
      </p:sp>
      <p:pic>
        <p:nvPicPr>
          <p:cNvPr id="4" name="Gráfico 3">
            <a:extLst>
              <a:ext uri="{FF2B5EF4-FFF2-40B4-BE49-F238E27FC236}">
                <a16:creationId xmlns:a16="http://schemas.microsoft.com/office/drawing/2014/main" id="{BE5E4698-AA47-C1A5-8501-308EA57A926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432276" y="6224588"/>
            <a:ext cx="372165" cy="372165"/>
          </a:xfrm>
          <a:prstGeom prst="rect">
            <a:avLst/>
          </a:prstGeom>
        </p:spPr>
      </p:pic>
    </p:spTree>
    <p:extLst>
      <p:ext uri="{BB962C8B-B14F-4D97-AF65-F5344CB8AC3E}">
        <p14:creationId xmlns:p14="http://schemas.microsoft.com/office/powerpoint/2010/main" val="3149218304"/>
      </p:ext>
    </p:extLst>
  </p:cSld>
  <p:clrMapOvr>
    <a:overrideClrMapping bg1="dk1" tx1="lt1" bg2="dk2" tx2="lt2" accent1="accent1" accent2="accent2" accent3="accent3" accent4="accent4" accent5="accent5" accent6="accent6" hlink="hlink" folHlink="folHlink"/>
  </p:clrMapOvr>
  <p:hf hdr="0" dt="0"/>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Quote Keyline">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A36C529F-B8EC-9043-CE7D-2451E855BFB6}"/>
              </a:ext>
            </a:extLst>
          </p:cNvPr>
          <p:cNvSpPr>
            <a:spLocks noGrp="1"/>
          </p:cNvSpPr>
          <p:nvPr>
            <p:ph type="body" sz="quarter" idx="15" hasCustomPrompt="1"/>
          </p:nvPr>
        </p:nvSpPr>
        <p:spPr>
          <a:xfrm>
            <a:off x="1460502" y="2306206"/>
            <a:ext cx="9270998" cy="1746250"/>
          </a:xfrm>
          <a:prstGeom prst="rect">
            <a:avLst/>
          </a:prstGeom>
        </p:spPr>
        <p:txBody>
          <a:bodyPr anchor="ctr"/>
          <a:lstStyle>
            <a:lvl1pPr marL="0" indent="0" algn="ctr">
              <a:lnSpc>
                <a:spcPct val="100000"/>
              </a:lnSpc>
              <a:spcAft>
                <a:spcPts val="3000"/>
              </a:spcAft>
              <a:buNone/>
              <a:defRPr sz="4000" b="1">
                <a:solidFill>
                  <a:schemeClr val="accent1"/>
                </a:solidFill>
              </a:defRPr>
            </a:lvl1pPr>
            <a:lvl2pPr marL="0" indent="0" algn="ctr">
              <a:lnSpc>
                <a:spcPct val="100000"/>
              </a:lnSpc>
              <a:buNone/>
              <a:defRPr sz="2400" b="0">
                <a:solidFill>
                  <a:schemeClr val="tx1"/>
                </a:solidFill>
              </a:defRPr>
            </a:lvl2pPr>
            <a:lvl3pPr algn="ctr">
              <a:defRPr>
                <a:solidFill>
                  <a:schemeClr val="tx1"/>
                </a:solidFill>
              </a:defRPr>
            </a:lvl3pPr>
            <a:lvl4pPr algn="ctr">
              <a:defRPr>
                <a:solidFill>
                  <a:schemeClr val="tx1"/>
                </a:solidFill>
              </a:defRPr>
            </a:lvl4pPr>
            <a:lvl5pPr algn="ctr">
              <a:defRPr>
                <a:solidFill>
                  <a:schemeClr val="tx1"/>
                </a:solidFill>
              </a:defRPr>
            </a:lvl5pPr>
            <a:lvl6pPr algn="ctr">
              <a:defRPr>
                <a:solidFill>
                  <a:schemeClr val="tx1"/>
                </a:solidFill>
              </a:defRPr>
            </a:lvl6pPr>
            <a:lvl7pPr algn="ctr">
              <a:defRPr>
                <a:solidFill>
                  <a:schemeClr val="tx1"/>
                </a:solidFill>
              </a:defRPr>
            </a:lvl7pPr>
            <a:lvl8pPr algn="ctr">
              <a:defRPr>
                <a:solidFill>
                  <a:schemeClr val="tx1"/>
                </a:solidFill>
              </a:defRPr>
            </a:lvl8pPr>
            <a:lvl9pPr algn="ctr">
              <a:defRPr>
                <a:solidFill>
                  <a:schemeClr val="tx1"/>
                </a:solidFill>
              </a:defRPr>
            </a:lvl9pPr>
          </a:lstStyle>
          <a:p>
            <a:pPr lvl="0"/>
            <a:r>
              <a:rPr lang="en-GB"/>
              <a:t>“Pull quote. Duis </a:t>
            </a:r>
            <a:r>
              <a:rPr lang="en-GB" err="1"/>
              <a:t>ornare</a:t>
            </a:r>
            <a:endParaRPr lang="en-GB"/>
          </a:p>
          <a:p>
            <a:pPr lvl="1"/>
            <a:r>
              <a:rPr lang="en-GB"/>
              <a:t>Subhead over one line</a:t>
            </a:r>
          </a:p>
        </p:txBody>
      </p:sp>
      <p:pic>
        <p:nvPicPr>
          <p:cNvPr id="14" name="Mobius Keyline">
            <a:extLst>
              <a:ext uri="{FF2B5EF4-FFF2-40B4-BE49-F238E27FC236}">
                <a16:creationId xmlns:a16="http://schemas.microsoft.com/office/drawing/2014/main" id="{17A47B2C-7F04-B99F-AA4E-1413DEBAF2F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689" y="0"/>
            <a:ext cx="12209689" cy="6858000"/>
          </a:xfrm>
          <a:prstGeom prst="rect">
            <a:avLst/>
          </a:prstGeom>
        </p:spPr>
      </p:pic>
    </p:spTree>
    <p:extLst>
      <p:ext uri="{BB962C8B-B14F-4D97-AF65-F5344CB8AC3E}">
        <p14:creationId xmlns:p14="http://schemas.microsoft.com/office/powerpoint/2010/main" val="59325783"/>
      </p:ext>
    </p:extLst>
  </p:cSld>
  <p:clrMapOvr>
    <a:masterClrMapping/>
  </p:clrMapOvr>
  <p:hf hdr="0" dt="0"/>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Quote Keyline 2">
    <p:spTree>
      <p:nvGrpSpPr>
        <p:cNvPr id="1" name=""/>
        <p:cNvGrpSpPr/>
        <p:nvPr/>
      </p:nvGrpSpPr>
      <p:grpSpPr>
        <a:xfrm>
          <a:off x="0" y="0"/>
          <a:ext cx="0" cy="0"/>
          <a:chOff x="0" y="0"/>
          <a:chExt cx="0" cy="0"/>
        </a:xfrm>
      </p:grpSpPr>
      <p:pic>
        <p:nvPicPr>
          <p:cNvPr id="7" name="Mobius Keyline">
            <a:extLst>
              <a:ext uri="{FF2B5EF4-FFF2-40B4-BE49-F238E27FC236}">
                <a16:creationId xmlns:a16="http://schemas.microsoft.com/office/drawing/2014/main" id="{F0C66DEF-8116-7B6C-7227-E5349204F07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135211" y="0"/>
            <a:ext cx="3359279" cy="6858000"/>
          </a:xfrm>
          <a:prstGeom prst="rect">
            <a:avLst/>
          </a:prstGeom>
        </p:spPr>
      </p:pic>
      <p:sp>
        <p:nvSpPr>
          <p:cNvPr id="6" name="Text Placeholder 5">
            <a:extLst>
              <a:ext uri="{FF2B5EF4-FFF2-40B4-BE49-F238E27FC236}">
                <a16:creationId xmlns:a16="http://schemas.microsoft.com/office/drawing/2014/main" id="{A36C529F-B8EC-9043-CE7D-2451E855BFB6}"/>
              </a:ext>
            </a:extLst>
          </p:cNvPr>
          <p:cNvSpPr>
            <a:spLocks noGrp="1"/>
          </p:cNvSpPr>
          <p:nvPr>
            <p:ph type="body" sz="quarter" idx="15" hasCustomPrompt="1"/>
          </p:nvPr>
        </p:nvSpPr>
        <p:spPr>
          <a:xfrm>
            <a:off x="508000" y="2306206"/>
            <a:ext cx="7369175" cy="1746250"/>
          </a:xfrm>
          <a:prstGeom prst="rect">
            <a:avLst/>
          </a:prstGeom>
        </p:spPr>
        <p:txBody>
          <a:bodyPr anchor="ctr"/>
          <a:lstStyle>
            <a:lvl1pPr marL="0" indent="0" algn="l">
              <a:lnSpc>
                <a:spcPct val="100000"/>
              </a:lnSpc>
              <a:spcAft>
                <a:spcPts val="3000"/>
              </a:spcAft>
              <a:buNone/>
              <a:defRPr sz="4000" b="1">
                <a:solidFill>
                  <a:schemeClr val="accent1"/>
                </a:solidFill>
              </a:defRPr>
            </a:lvl1pPr>
            <a:lvl2pPr marL="0" indent="0" algn="l">
              <a:lnSpc>
                <a:spcPct val="100000"/>
              </a:lnSpc>
              <a:buNone/>
              <a:defRPr sz="2400" b="0">
                <a:solidFill>
                  <a:schemeClr val="tx1"/>
                </a:solidFill>
              </a:defRPr>
            </a:lvl2pPr>
            <a:lvl3pPr algn="l">
              <a:defRPr>
                <a:solidFill>
                  <a:schemeClr val="tx1"/>
                </a:solidFill>
              </a:defRPr>
            </a:lvl3pPr>
            <a:lvl4pPr algn="l">
              <a:defRPr>
                <a:solidFill>
                  <a:schemeClr val="tx1"/>
                </a:solidFill>
              </a:defRPr>
            </a:lvl4pPr>
            <a:lvl5pPr algn="l">
              <a:defRPr>
                <a:solidFill>
                  <a:schemeClr val="tx1"/>
                </a:solidFill>
              </a:defRPr>
            </a:lvl5pPr>
            <a:lvl6pPr algn="l">
              <a:defRPr>
                <a:solidFill>
                  <a:schemeClr val="tx1"/>
                </a:solidFill>
              </a:defRPr>
            </a:lvl6pPr>
            <a:lvl7pPr algn="l">
              <a:defRPr>
                <a:solidFill>
                  <a:schemeClr val="tx1"/>
                </a:solidFill>
              </a:defRPr>
            </a:lvl7pPr>
            <a:lvl8pPr algn="l">
              <a:defRPr>
                <a:solidFill>
                  <a:schemeClr val="tx1"/>
                </a:solidFill>
              </a:defRPr>
            </a:lvl8pPr>
            <a:lvl9pPr algn="l">
              <a:defRPr>
                <a:solidFill>
                  <a:schemeClr val="tx1"/>
                </a:solidFill>
              </a:defRPr>
            </a:lvl9pPr>
          </a:lstStyle>
          <a:p>
            <a:pPr lvl="0"/>
            <a:r>
              <a:rPr lang="en-GB"/>
              <a:t>“Pull quote. Duis </a:t>
            </a:r>
            <a:r>
              <a:rPr lang="en-GB" err="1"/>
              <a:t>ornare</a:t>
            </a:r>
            <a:endParaRPr lang="en-GB"/>
          </a:p>
          <a:p>
            <a:pPr lvl="1"/>
            <a:r>
              <a:rPr lang="en-GB"/>
              <a:t>Subhead over one line</a:t>
            </a:r>
          </a:p>
        </p:txBody>
      </p:sp>
    </p:spTree>
    <p:extLst>
      <p:ext uri="{BB962C8B-B14F-4D97-AF65-F5344CB8AC3E}">
        <p14:creationId xmlns:p14="http://schemas.microsoft.com/office/powerpoint/2010/main" val="1990100826"/>
      </p:ext>
    </p:extLst>
  </p:cSld>
  <p:clrMapOvr>
    <a:masterClrMapping/>
  </p:clrMapOvr>
  <p:hf hdr="0" dt="0"/>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Quote Keyline 3">
    <p:spTree>
      <p:nvGrpSpPr>
        <p:cNvPr id="1" name=""/>
        <p:cNvGrpSpPr/>
        <p:nvPr/>
      </p:nvGrpSpPr>
      <p:grpSpPr>
        <a:xfrm>
          <a:off x="0" y="0"/>
          <a:ext cx="0" cy="0"/>
          <a:chOff x="0" y="0"/>
          <a:chExt cx="0" cy="0"/>
        </a:xfrm>
      </p:grpSpPr>
      <p:pic>
        <p:nvPicPr>
          <p:cNvPr id="3" name="Mobius Keyline">
            <a:extLst>
              <a:ext uri="{FF2B5EF4-FFF2-40B4-BE49-F238E27FC236}">
                <a16:creationId xmlns:a16="http://schemas.microsoft.com/office/drawing/2014/main" id="{2E7DF266-CB71-304D-C3BB-19292CDE143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207329" y="1"/>
            <a:ext cx="7984671" cy="6858000"/>
          </a:xfrm>
          <a:prstGeom prst="rect">
            <a:avLst/>
          </a:prstGeom>
        </p:spPr>
      </p:pic>
      <p:sp>
        <p:nvSpPr>
          <p:cNvPr id="6" name="Text Placeholder 5">
            <a:extLst>
              <a:ext uri="{FF2B5EF4-FFF2-40B4-BE49-F238E27FC236}">
                <a16:creationId xmlns:a16="http://schemas.microsoft.com/office/drawing/2014/main" id="{A36C529F-B8EC-9043-CE7D-2451E855BFB6}"/>
              </a:ext>
            </a:extLst>
          </p:cNvPr>
          <p:cNvSpPr>
            <a:spLocks noGrp="1"/>
          </p:cNvSpPr>
          <p:nvPr>
            <p:ph type="body" sz="quarter" idx="15" hasCustomPrompt="1"/>
          </p:nvPr>
        </p:nvSpPr>
        <p:spPr>
          <a:xfrm>
            <a:off x="508000" y="2306206"/>
            <a:ext cx="7369175" cy="1746250"/>
          </a:xfrm>
          <a:prstGeom prst="rect">
            <a:avLst/>
          </a:prstGeom>
        </p:spPr>
        <p:txBody>
          <a:bodyPr anchor="ctr"/>
          <a:lstStyle>
            <a:lvl1pPr marL="0" indent="0" algn="l">
              <a:lnSpc>
                <a:spcPct val="100000"/>
              </a:lnSpc>
              <a:spcAft>
                <a:spcPts val="3000"/>
              </a:spcAft>
              <a:buNone/>
              <a:defRPr sz="4000" b="1">
                <a:solidFill>
                  <a:schemeClr val="accent1"/>
                </a:solidFill>
              </a:defRPr>
            </a:lvl1pPr>
            <a:lvl2pPr marL="0" indent="0" algn="l">
              <a:lnSpc>
                <a:spcPct val="100000"/>
              </a:lnSpc>
              <a:buNone/>
              <a:defRPr sz="2400" b="0">
                <a:solidFill>
                  <a:schemeClr val="tx1"/>
                </a:solidFill>
              </a:defRPr>
            </a:lvl2pPr>
            <a:lvl3pPr algn="l">
              <a:defRPr>
                <a:solidFill>
                  <a:schemeClr val="tx1"/>
                </a:solidFill>
              </a:defRPr>
            </a:lvl3pPr>
            <a:lvl4pPr algn="l">
              <a:defRPr>
                <a:solidFill>
                  <a:schemeClr val="tx1"/>
                </a:solidFill>
              </a:defRPr>
            </a:lvl4pPr>
            <a:lvl5pPr algn="l">
              <a:defRPr>
                <a:solidFill>
                  <a:schemeClr val="tx1"/>
                </a:solidFill>
              </a:defRPr>
            </a:lvl5pPr>
            <a:lvl6pPr algn="l">
              <a:defRPr>
                <a:solidFill>
                  <a:schemeClr val="tx1"/>
                </a:solidFill>
              </a:defRPr>
            </a:lvl6pPr>
            <a:lvl7pPr algn="l">
              <a:defRPr>
                <a:solidFill>
                  <a:schemeClr val="tx1"/>
                </a:solidFill>
              </a:defRPr>
            </a:lvl7pPr>
            <a:lvl8pPr algn="l">
              <a:defRPr>
                <a:solidFill>
                  <a:schemeClr val="tx1"/>
                </a:solidFill>
              </a:defRPr>
            </a:lvl8pPr>
            <a:lvl9pPr algn="l">
              <a:defRPr>
                <a:solidFill>
                  <a:schemeClr val="tx1"/>
                </a:solidFill>
              </a:defRPr>
            </a:lvl9pPr>
          </a:lstStyle>
          <a:p>
            <a:pPr lvl="0"/>
            <a:r>
              <a:rPr lang="en-GB"/>
              <a:t>“Pull quote. Duis </a:t>
            </a:r>
            <a:r>
              <a:rPr lang="en-GB" err="1"/>
              <a:t>ornare</a:t>
            </a:r>
            <a:endParaRPr lang="en-GB"/>
          </a:p>
          <a:p>
            <a:pPr lvl="1"/>
            <a:r>
              <a:rPr lang="en-GB"/>
              <a:t>Subhead over one line</a:t>
            </a:r>
          </a:p>
        </p:txBody>
      </p:sp>
    </p:spTree>
    <p:extLst>
      <p:ext uri="{BB962C8B-B14F-4D97-AF65-F5344CB8AC3E}">
        <p14:creationId xmlns:p14="http://schemas.microsoft.com/office/powerpoint/2010/main" val="3113909867"/>
      </p:ext>
    </p:extLst>
  </p:cSld>
  <p:clrMapOvr>
    <a:masterClrMapping/>
  </p:clrMapOvr>
  <p:hf hdr="0" dt="0"/>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Quote and Image Keyline">
    <p:spTree>
      <p:nvGrpSpPr>
        <p:cNvPr id="1" name=""/>
        <p:cNvGrpSpPr/>
        <p:nvPr/>
      </p:nvGrpSpPr>
      <p:grpSpPr>
        <a:xfrm>
          <a:off x="0" y="0"/>
          <a:ext cx="0" cy="0"/>
          <a:chOff x="0" y="0"/>
          <a:chExt cx="0" cy="0"/>
        </a:xfrm>
      </p:grpSpPr>
      <p:pic>
        <p:nvPicPr>
          <p:cNvPr id="9" name="Mobius Keyline">
            <a:extLst>
              <a:ext uri="{FF2B5EF4-FFF2-40B4-BE49-F238E27FC236}">
                <a16:creationId xmlns:a16="http://schemas.microsoft.com/office/drawing/2014/main" id="{8730D63F-8AF6-A505-6DCE-2E182F88B34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04345" y="0"/>
            <a:ext cx="8987656" cy="6858000"/>
          </a:xfrm>
          <a:prstGeom prst="rect">
            <a:avLst/>
          </a:prstGeom>
        </p:spPr>
      </p:pic>
      <p:sp>
        <p:nvSpPr>
          <p:cNvPr id="6" name="Text Placeholder 5">
            <a:extLst>
              <a:ext uri="{FF2B5EF4-FFF2-40B4-BE49-F238E27FC236}">
                <a16:creationId xmlns:a16="http://schemas.microsoft.com/office/drawing/2014/main" id="{A36C529F-B8EC-9043-CE7D-2451E855BFB6}"/>
              </a:ext>
            </a:extLst>
          </p:cNvPr>
          <p:cNvSpPr>
            <a:spLocks noGrp="1"/>
          </p:cNvSpPr>
          <p:nvPr>
            <p:ph type="body" sz="quarter" idx="15" hasCustomPrompt="1"/>
          </p:nvPr>
        </p:nvSpPr>
        <p:spPr>
          <a:xfrm>
            <a:off x="508002" y="1449388"/>
            <a:ext cx="5465761" cy="1746250"/>
          </a:xfrm>
          <a:prstGeom prst="rect">
            <a:avLst/>
          </a:prstGeom>
        </p:spPr>
        <p:txBody>
          <a:bodyPr anchor="t"/>
          <a:lstStyle>
            <a:lvl1pPr marL="0" indent="0" algn="l">
              <a:lnSpc>
                <a:spcPct val="100000"/>
              </a:lnSpc>
              <a:spcAft>
                <a:spcPts val="3000"/>
              </a:spcAft>
              <a:buNone/>
              <a:defRPr sz="4000" b="1">
                <a:solidFill>
                  <a:schemeClr val="accent1"/>
                </a:solidFill>
              </a:defRPr>
            </a:lvl1pPr>
            <a:lvl2pPr marL="0" indent="0" algn="l">
              <a:lnSpc>
                <a:spcPct val="100000"/>
              </a:lnSpc>
              <a:buNone/>
              <a:tabLst/>
              <a:defRPr sz="2400" b="0">
                <a:solidFill>
                  <a:schemeClr val="tx1"/>
                </a:solidFill>
              </a:defRPr>
            </a:lvl2pPr>
            <a:lvl3pPr algn="l">
              <a:defRPr>
                <a:solidFill>
                  <a:schemeClr val="tx1"/>
                </a:solidFill>
              </a:defRPr>
            </a:lvl3pPr>
            <a:lvl4pPr algn="l">
              <a:defRPr>
                <a:solidFill>
                  <a:schemeClr val="tx1"/>
                </a:solidFill>
              </a:defRPr>
            </a:lvl4pPr>
            <a:lvl5pPr algn="l">
              <a:defRPr>
                <a:solidFill>
                  <a:schemeClr val="tx1"/>
                </a:solidFill>
              </a:defRPr>
            </a:lvl5pPr>
            <a:lvl6pPr algn="l">
              <a:defRPr>
                <a:solidFill>
                  <a:schemeClr val="tx1"/>
                </a:solidFill>
              </a:defRPr>
            </a:lvl6pPr>
            <a:lvl7pPr algn="l">
              <a:defRPr>
                <a:solidFill>
                  <a:schemeClr val="tx1"/>
                </a:solidFill>
              </a:defRPr>
            </a:lvl7pPr>
            <a:lvl8pPr algn="l">
              <a:defRPr>
                <a:solidFill>
                  <a:schemeClr val="tx1"/>
                </a:solidFill>
              </a:defRPr>
            </a:lvl8pPr>
            <a:lvl9pPr algn="l">
              <a:defRPr>
                <a:solidFill>
                  <a:schemeClr val="tx1"/>
                </a:solidFill>
              </a:defRPr>
            </a:lvl9pPr>
          </a:lstStyle>
          <a:p>
            <a:pPr lvl="0"/>
            <a:r>
              <a:rPr lang="en-GB"/>
              <a:t>“Pull quote. Duis </a:t>
            </a:r>
            <a:r>
              <a:rPr lang="en-GB" err="1"/>
              <a:t>ornare</a:t>
            </a:r>
            <a:endParaRPr lang="en-GB"/>
          </a:p>
          <a:p>
            <a:pPr lvl="1"/>
            <a:r>
              <a:rPr lang="en-GB"/>
              <a:t>Subhead over one line</a:t>
            </a:r>
          </a:p>
        </p:txBody>
      </p:sp>
      <p:sp>
        <p:nvSpPr>
          <p:cNvPr id="2" name="Picture Placeholder 5">
            <a:extLst>
              <a:ext uri="{FF2B5EF4-FFF2-40B4-BE49-F238E27FC236}">
                <a16:creationId xmlns:a16="http://schemas.microsoft.com/office/drawing/2014/main" id="{24F5F227-FF59-B8D6-7FCD-45FD510AFFBB}"/>
              </a:ext>
            </a:extLst>
          </p:cNvPr>
          <p:cNvSpPr>
            <a:spLocks noGrp="1"/>
          </p:cNvSpPr>
          <p:nvPr>
            <p:ph type="pic" sz="quarter" idx="20" hasCustomPrompt="1"/>
          </p:nvPr>
        </p:nvSpPr>
        <p:spPr>
          <a:xfrm>
            <a:off x="6559266" y="507999"/>
            <a:ext cx="5139248" cy="5476876"/>
          </a:xfrm>
          <a:custGeom>
            <a:avLst/>
            <a:gdLst>
              <a:gd name="connsiteX0" fmla="*/ 271224 w 5481863"/>
              <a:gd name="connsiteY0" fmla="*/ 0 h 5842000"/>
              <a:gd name="connsiteX1" fmla="*/ 1672709 w 5481863"/>
              <a:gd name="connsiteY1" fmla="*/ 0 h 5842000"/>
              <a:gd name="connsiteX2" fmla="*/ 3809155 w 5481863"/>
              <a:gd name="connsiteY2" fmla="*/ 0 h 5842000"/>
              <a:gd name="connsiteX3" fmla="*/ 5210640 w 5481863"/>
              <a:gd name="connsiteY3" fmla="*/ 0 h 5842000"/>
              <a:gd name="connsiteX4" fmla="*/ 5481863 w 5481863"/>
              <a:gd name="connsiteY4" fmla="*/ 271223 h 5842000"/>
              <a:gd name="connsiteX5" fmla="*/ 5481863 w 5481863"/>
              <a:gd name="connsiteY5" fmla="*/ 1609484 h 5842000"/>
              <a:gd name="connsiteX6" fmla="*/ 5481863 w 5481863"/>
              <a:gd name="connsiteY6" fmla="*/ 4232517 h 5842000"/>
              <a:gd name="connsiteX7" fmla="*/ 5481863 w 5481863"/>
              <a:gd name="connsiteY7" fmla="*/ 5570778 h 5842000"/>
              <a:gd name="connsiteX8" fmla="*/ 5210640 w 5481863"/>
              <a:gd name="connsiteY8" fmla="*/ 5842000 h 5842000"/>
              <a:gd name="connsiteX9" fmla="*/ 3809161 w 5481863"/>
              <a:gd name="connsiteY9" fmla="*/ 5842000 h 5842000"/>
              <a:gd name="connsiteX10" fmla="*/ 3809155 w 5481863"/>
              <a:gd name="connsiteY10" fmla="*/ 5842000 h 5842000"/>
              <a:gd name="connsiteX11" fmla="*/ 1619901 w 5481863"/>
              <a:gd name="connsiteY11" fmla="*/ 5841999 h 5842000"/>
              <a:gd name="connsiteX12" fmla="*/ 0 w 5481863"/>
              <a:gd name="connsiteY12" fmla="*/ 4222098 h 5842000"/>
              <a:gd name="connsiteX13" fmla="*/ 0 w 5481863"/>
              <a:gd name="connsiteY13" fmla="*/ 3477883 h 5842000"/>
              <a:gd name="connsiteX14" fmla="*/ 1 w 5481863"/>
              <a:gd name="connsiteY14" fmla="*/ 3477865 h 5842000"/>
              <a:gd name="connsiteX15" fmla="*/ 1 w 5481863"/>
              <a:gd name="connsiteY15" fmla="*/ 2883857 h 5842000"/>
              <a:gd name="connsiteX16" fmla="*/ 0 w 5481863"/>
              <a:gd name="connsiteY16" fmla="*/ 2883837 h 5842000"/>
              <a:gd name="connsiteX17" fmla="*/ 0 w 5481863"/>
              <a:gd name="connsiteY17" fmla="*/ 2139622 h 5842000"/>
              <a:gd name="connsiteX18" fmla="*/ 1 w 5481863"/>
              <a:gd name="connsiteY18" fmla="*/ 2139604 h 5842000"/>
              <a:gd name="connsiteX19" fmla="*/ 1 w 5481863"/>
              <a:gd name="connsiteY19" fmla="*/ 1609484 h 5842000"/>
              <a:gd name="connsiteX20" fmla="*/ 1 w 5481863"/>
              <a:gd name="connsiteY20" fmla="*/ 271223 h 5842000"/>
              <a:gd name="connsiteX21" fmla="*/ 271224 w 5481863"/>
              <a:gd name="connsiteY21" fmla="*/ 0 h 584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481863" h="5842000">
                <a:moveTo>
                  <a:pt x="271224" y="0"/>
                </a:moveTo>
                <a:lnTo>
                  <a:pt x="1672709" y="0"/>
                </a:lnTo>
                <a:lnTo>
                  <a:pt x="3809155" y="0"/>
                </a:lnTo>
                <a:lnTo>
                  <a:pt x="5210640" y="0"/>
                </a:lnTo>
                <a:cubicBezTo>
                  <a:pt x="5360432" y="0"/>
                  <a:pt x="5481863" y="121431"/>
                  <a:pt x="5481863" y="271223"/>
                </a:cubicBezTo>
                <a:lnTo>
                  <a:pt x="5481863" y="1609484"/>
                </a:lnTo>
                <a:lnTo>
                  <a:pt x="5481863" y="4232517"/>
                </a:lnTo>
                <a:lnTo>
                  <a:pt x="5481863" y="5570778"/>
                </a:lnTo>
                <a:cubicBezTo>
                  <a:pt x="5481863" y="5720569"/>
                  <a:pt x="5360432" y="5842000"/>
                  <a:pt x="5210640" y="5842000"/>
                </a:cubicBezTo>
                <a:lnTo>
                  <a:pt x="3809161" y="5842000"/>
                </a:lnTo>
                <a:lnTo>
                  <a:pt x="3809155" y="5842000"/>
                </a:lnTo>
                <a:lnTo>
                  <a:pt x="1619901" y="5841999"/>
                </a:lnTo>
                <a:cubicBezTo>
                  <a:pt x="725254" y="5841999"/>
                  <a:pt x="0" y="5116745"/>
                  <a:pt x="0" y="4222098"/>
                </a:cubicBezTo>
                <a:lnTo>
                  <a:pt x="0" y="3477883"/>
                </a:lnTo>
                <a:cubicBezTo>
                  <a:pt x="0" y="3477878"/>
                  <a:pt x="1" y="3477871"/>
                  <a:pt x="1" y="3477865"/>
                </a:cubicBezTo>
                <a:lnTo>
                  <a:pt x="1" y="2883857"/>
                </a:lnTo>
                <a:lnTo>
                  <a:pt x="0" y="2883837"/>
                </a:lnTo>
                <a:lnTo>
                  <a:pt x="0" y="2139622"/>
                </a:lnTo>
                <a:cubicBezTo>
                  <a:pt x="0" y="2139617"/>
                  <a:pt x="1" y="2139610"/>
                  <a:pt x="1" y="2139604"/>
                </a:cubicBezTo>
                <a:lnTo>
                  <a:pt x="1" y="1609484"/>
                </a:lnTo>
                <a:lnTo>
                  <a:pt x="1" y="271223"/>
                </a:lnTo>
                <a:cubicBezTo>
                  <a:pt x="1" y="121431"/>
                  <a:pt x="121432" y="0"/>
                  <a:pt x="271224" y="0"/>
                </a:cubicBezTo>
                <a:close/>
              </a:path>
            </a:pathLst>
          </a:custGeom>
          <a:solidFill>
            <a:schemeClr val="bg2"/>
          </a:solidFill>
        </p:spPr>
        <p:txBody>
          <a:bodyPr vert="horz" wrap="square" lIns="0" tIns="0" rIns="0" bIns="0" rtlCol="0" anchor="t" anchorCtr="0">
            <a:noAutofit/>
          </a:bodyPr>
          <a:lstStyle>
            <a:lvl1pPr algn="ctr">
              <a:defRPr lang="en-GB" b="0"/>
            </a:lvl1pPr>
          </a:lstStyle>
          <a:p>
            <a:pPr lvl="0"/>
            <a:r>
              <a:rPr lang="en-GB"/>
              <a:t>To insert photo, please select placeholder, then access </a:t>
            </a:r>
            <a:r>
              <a:rPr lang="en-GB" err="1"/>
              <a:t>BrandCentral</a:t>
            </a:r>
            <a:r>
              <a:rPr lang="en-GB"/>
              <a:t> through the </a:t>
            </a:r>
            <a:r>
              <a:rPr lang="en-GB" err="1"/>
              <a:t>BrandCentral</a:t>
            </a:r>
            <a:r>
              <a:rPr lang="en-GB"/>
              <a:t> ribbon</a:t>
            </a:r>
          </a:p>
        </p:txBody>
      </p:sp>
    </p:spTree>
    <p:extLst>
      <p:ext uri="{BB962C8B-B14F-4D97-AF65-F5344CB8AC3E}">
        <p14:creationId xmlns:p14="http://schemas.microsoft.com/office/powerpoint/2010/main" val="3110344503"/>
      </p:ext>
    </p:extLst>
  </p:cSld>
  <p:clrMapOvr>
    <a:masterClrMapping/>
  </p:clrMapOvr>
  <p:hf hdr="0" dt="0"/>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Quote Warm Gre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A36C529F-B8EC-9043-CE7D-2451E855BFB6}"/>
              </a:ext>
            </a:extLst>
          </p:cNvPr>
          <p:cNvSpPr>
            <a:spLocks noGrp="1"/>
          </p:cNvSpPr>
          <p:nvPr>
            <p:ph type="body" sz="quarter" idx="15" hasCustomPrompt="1"/>
          </p:nvPr>
        </p:nvSpPr>
        <p:spPr>
          <a:xfrm>
            <a:off x="1460502" y="2306206"/>
            <a:ext cx="9270998" cy="1746250"/>
          </a:xfrm>
          <a:prstGeom prst="rect">
            <a:avLst/>
          </a:prstGeom>
        </p:spPr>
        <p:txBody>
          <a:bodyPr anchor="ctr"/>
          <a:lstStyle>
            <a:lvl1pPr marL="0" indent="0" algn="ctr">
              <a:lnSpc>
                <a:spcPct val="100000"/>
              </a:lnSpc>
              <a:spcAft>
                <a:spcPts val="3000"/>
              </a:spcAft>
              <a:buNone/>
              <a:defRPr sz="4000" b="1">
                <a:solidFill>
                  <a:schemeClr val="accent1"/>
                </a:solidFill>
              </a:defRPr>
            </a:lvl1pPr>
            <a:lvl2pPr marL="0" indent="0" algn="ctr">
              <a:lnSpc>
                <a:spcPct val="100000"/>
              </a:lnSpc>
              <a:buNone/>
              <a:defRPr sz="2400" b="0">
                <a:solidFill>
                  <a:schemeClr val="tx1"/>
                </a:solidFill>
              </a:defRPr>
            </a:lvl2pPr>
            <a:lvl3pPr algn="ctr">
              <a:defRPr>
                <a:solidFill>
                  <a:schemeClr val="tx1"/>
                </a:solidFill>
              </a:defRPr>
            </a:lvl3pPr>
            <a:lvl4pPr algn="ctr">
              <a:defRPr>
                <a:solidFill>
                  <a:schemeClr val="tx1"/>
                </a:solidFill>
              </a:defRPr>
            </a:lvl4pPr>
            <a:lvl5pPr algn="ctr">
              <a:defRPr>
                <a:solidFill>
                  <a:schemeClr val="tx1"/>
                </a:solidFill>
              </a:defRPr>
            </a:lvl5pPr>
            <a:lvl6pPr algn="ctr">
              <a:defRPr>
                <a:solidFill>
                  <a:schemeClr val="tx1"/>
                </a:solidFill>
              </a:defRPr>
            </a:lvl6pPr>
            <a:lvl7pPr algn="ctr">
              <a:defRPr>
                <a:solidFill>
                  <a:schemeClr val="tx1"/>
                </a:solidFill>
              </a:defRPr>
            </a:lvl7pPr>
            <a:lvl8pPr algn="ctr">
              <a:defRPr>
                <a:solidFill>
                  <a:schemeClr val="tx1"/>
                </a:solidFill>
              </a:defRPr>
            </a:lvl8pPr>
            <a:lvl9pPr algn="ctr">
              <a:defRPr>
                <a:solidFill>
                  <a:schemeClr val="tx1"/>
                </a:solidFill>
              </a:defRPr>
            </a:lvl9pPr>
          </a:lstStyle>
          <a:p>
            <a:pPr lvl="0"/>
            <a:r>
              <a:rPr lang="en-GB"/>
              <a:t>“Pull quote. Duis </a:t>
            </a:r>
            <a:r>
              <a:rPr lang="en-GB" err="1"/>
              <a:t>ornare</a:t>
            </a:r>
            <a:endParaRPr lang="en-GB"/>
          </a:p>
          <a:p>
            <a:pPr lvl="1"/>
            <a:r>
              <a:rPr lang="en-GB"/>
              <a:t>Subhead over one line</a:t>
            </a:r>
          </a:p>
        </p:txBody>
      </p:sp>
    </p:spTree>
    <p:extLst>
      <p:ext uri="{BB962C8B-B14F-4D97-AF65-F5344CB8AC3E}">
        <p14:creationId xmlns:p14="http://schemas.microsoft.com/office/powerpoint/2010/main" val="323621376"/>
      </p:ext>
    </p:extLst>
  </p:cSld>
  <p:clrMapOvr>
    <a:masterClrMapping/>
  </p:clrMapOvr>
  <p:hf hdr="0" dt="0"/>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Quote Cutout White">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F74A7F45-BF8B-8C99-F081-F997169E6C69}"/>
              </a:ext>
            </a:extLst>
          </p:cNvPr>
          <p:cNvSpPr/>
          <p:nvPr userDrawn="1"/>
        </p:nvSpPr>
        <p:spPr>
          <a:xfrm>
            <a:off x="6559266" y="507998"/>
            <a:ext cx="5139248" cy="5476876"/>
          </a:xfrm>
          <a:custGeom>
            <a:avLst/>
            <a:gdLst>
              <a:gd name="connsiteX0" fmla="*/ 254272 w 5139248"/>
              <a:gd name="connsiteY0" fmla="*/ 0 h 5476876"/>
              <a:gd name="connsiteX1" fmla="*/ 1568165 w 5139248"/>
              <a:gd name="connsiteY1" fmla="*/ 0 h 5476876"/>
              <a:gd name="connsiteX2" fmla="*/ 3571084 w 5139248"/>
              <a:gd name="connsiteY2" fmla="*/ 0 h 5476876"/>
              <a:gd name="connsiteX3" fmla="*/ 4884976 w 5139248"/>
              <a:gd name="connsiteY3" fmla="*/ 0 h 5476876"/>
              <a:gd name="connsiteX4" fmla="*/ 5139248 w 5139248"/>
              <a:gd name="connsiteY4" fmla="*/ 254272 h 5476876"/>
              <a:gd name="connsiteX5" fmla="*/ 5139248 w 5139248"/>
              <a:gd name="connsiteY5" fmla="*/ 1508892 h 5476876"/>
              <a:gd name="connsiteX6" fmla="*/ 5139248 w 5139248"/>
              <a:gd name="connsiteY6" fmla="*/ 3967986 h 5476876"/>
              <a:gd name="connsiteX7" fmla="*/ 5139248 w 5139248"/>
              <a:gd name="connsiteY7" fmla="*/ 5222606 h 5476876"/>
              <a:gd name="connsiteX8" fmla="*/ 4884976 w 5139248"/>
              <a:gd name="connsiteY8" fmla="*/ 5476876 h 5476876"/>
              <a:gd name="connsiteX9" fmla="*/ 3571090 w 5139248"/>
              <a:gd name="connsiteY9" fmla="*/ 5476876 h 5476876"/>
              <a:gd name="connsiteX10" fmla="*/ 3571084 w 5139248"/>
              <a:gd name="connsiteY10" fmla="*/ 5476876 h 5476876"/>
              <a:gd name="connsiteX11" fmla="*/ 1518658 w 5139248"/>
              <a:gd name="connsiteY11" fmla="*/ 5476875 h 5476876"/>
              <a:gd name="connsiteX12" fmla="*/ 0 w 5139248"/>
              <a:gd name="connsiteY12" fmla="*/ 3958218 h 5476876"/>
              <a:gd name="connsiteX13" fmla="*/ 0 w 5139248"/>
              <a:gd name="connsiteY13" fmla="*/ 3260516 h 5476876"/>
              <a:gd name="connsiteX14" fmla="*/ 1 w 5139248"/>
              <a:gd name="connsiteY14" fmla="*/ 3260499 h 5476876"/>
              <a:gd name="connsiteX15" fmla="*/ 1 w 5139248"/>
              <a:gd name="connsiteY15" fmla="*/ 2703617 h 5476876"/>
              <a:gd name="connsiteX16" fmla="*/ 0 w 5139248"/>
              <a:gd name="connsiteY16" fmla="*/ 2703598 h 5476876"/>
              <a:gd name="connsiteX17" fmla="*/ 0 w 5139248"/>
              <a:gd name="connsiteY17" fmla="*/ 2005896 h 5476876"/>
              <a:gd name="connsiteX18" fmla="*/ 1 w 5139248"/>
              <a:gd name="connsiteY18" fmla="*/ 2005879 h 5476876"/>
              <a:gd name="connsiteX19" fmla="*/ 1 w 5139248"/>
              <a:gd name="connsiteY19" fmla="*/ 1508892 h 5476876"/>
              <a:gd name="connsiteX20" fmla="*/ 1 w 5139248"/>
              <a:gd name="connsiteY20" fmla="*/ 254272 h 5476876"/>
              <a:gd name="connsiteX21" fmla="*/ 254272 w 5139248"/>
              <a:gd name="connsiteY21" fmla="*/ 0 h 5476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139248" h="5476876">
                <a:moveTo>
                  <a:pt x="254272" y="0"/>
                </a:moveTo>
                <a:lnTo>
                  <a:pt x="1568165" y="0"/>
                </a:lnTo>
                <a:lnTo>
                  <a:pt x="3571084" y="0"/>
                </a:lnTo>
                <a:lnTo>
                  <a:pt x="4884976" y="0"/>
                </a:lnTo>
                <a:cubicBezTo>
                  <a:pt x="5025406" y="0"/>
                  <a:pt x="5139248" y="113842"/>
                  <a:pt x="5139248" y="254272"/>
                </a:cubicBezTo>
                <a:lnTo>
                  <a:pt x="5139248" y="1508892"/>
                </a:lnTo>
                <a:lnTo>
                  <a:pt x="5139248" y="3967986"/>
                </a:lnTo>
                <a:lnTo>
                  <a:pt x="5139248" y="5222606"/>
                </a:lnTo>
                <a:cubicBezTo>
                  <a:pt x="5139248" y="5363035"/>
                  <a:pt x="5025406" y="5476876"/>
                  <a:pt x="4884976" y="5476876"/>
                </a:cubicBezTo>
                <a:lnTo>
                  <a:pt x="3571090" y="5476876"/>
                </a:lnTo>
                <a:lnTo>
                  <a:pt x="3571084" y="5476876"/>
                </a:lnTo>
                <a:lnTo>
                  <a:pt x="1518658" y="5476875"/>
                </a:lnTo>
                <a:cubicBezTo>
                  <a:pt x="679926" y="5476875"/>
                  <a:pt x="0" y="4796950"/>
                  <a:pt x="0" y="3958218"/>
                </a:cubicBezTo>
                <a:lnTo>
                  <a:pt x="0" y="3260516"/>
                </a:lnTo>
                <a:cubicBezTo>
                  <a:pt x="0" y="3260511"/>
                  <a:pt x="1" y="3260505"/>
                  <a:pt x="1" y="3260499"/>
                </a:cubicBezTo>
                <a:lnTo>
                  <a:pt x="1" y="2703617"/>
                </a:lnTo>
                <a:lnTo>
                  <a:pt x="0" y="2703598"/>
                </a:lnTo>
                <a:lnTo>
                  <a:pt x="0" y="2005896"/>
                </a:lnTo>
                <a:cubicBezTo>
                  <a:pt x="0" y="2005891"/>
                  <a:pt x="1" y="2005885"/>
                  <a:pt x="1" y="2005879"/>
                </a:cubicBezTo>
                <a:lnTo>
                  <a:pt x="1" y="1508892"/>
                </a:lnTo>
                <a:lnTo>
                  <a:pt x="1" y="254272"/>
                </a:lnTo>
                <a:cubicBezTo>
                  <a:pt x="1" y="113842"/>
                  <a:pt x="113842" y="0"/>
                  <a:pt x="254272" y="0"/>
                </a:cubicBezTo>
                <a:close/>
              </a:path>
            </a:pathLst>
          </a:cu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l"/>
            <a:endParaRPr lang="en-GB"/>
          </a:p>
        </p:txBody>
      </p:sp>
      <p:sp>
        <p:nvSpPr>
          <p:cNvPr id="5" name="Text Placeholder 5">
            <a:extLst>
              <a:ext uri="{FF2B5EF4-FFF2-40B4-BE49-F238E27FC236}">
                <a16:creationId xmlns:a16="http://schemas.microsoft.com/office/drawing/2014/main" id="{47054FC0-2720-B0EF-ACC6-5F82CB5B4C5A}"/>
              </a:ext>
            </a:extLst>
          </p:cNvPr>
          <p:cNvSpPr>
            <a:spLocks noGrp="1"/>
          </p:cNvSpPr>
          <p:nvPr>
            <p:ph type="body" sz="quarter" idx="18" hasCustomPrompt="1"/>
          </p:nvPr>
        </p:nvSpPr>
        <p:spPr>
          <a:xfrm>
            <a:off x="6924675" y="1160463"/>
            <a:ext cx="4468911" cy="3273424"/>
          </a:xfrm>
          <a:prstGeom prst="rect">
            <a:avLst/>
          </a:prstGeom>
        </p:spPr>
        <p:txBody>
          <a:bodyPr anchor="t"/>
          <a:lstStyle>
            <a:lvl1pPr marL="0" indent="0" algn="l">
              <a:lnSpc>
                <a:spcPct val="100000"/>
              </a:lnSpc>
              <a:spcAft>
                <a:spcPts val="3000"/>
              </a:spcAft>
              <a:buNone/>
              <a:defRPr sz="4000" b="1">
                <a:solidFill>
                  <a:schemeClr val="bg1"/>
                </a:solidFill>
              </a:defRPr>
            </a:lvl1pPr>
            <a:lvl2pPr marL="0" indent="0" algn="l">
              <a:lnSpc>
                <a:spcPct val="100000"/>
              </a:lnSpc>
              <a:buNone/>
              <a:defRPr sz="2400" b="0">
                <a:solidFill>
                  <a:schemeClr val="bg1"/>
                </a:solidFill>
              </a:defRPr>
            </a:lvl2pPr>
            <a:lvl3pPr algn="l">
              <a:defRPr>
                <a:solidFill>
                  <a:schemeClr val="bg1"/>
                </a:solidFill>
              </a:defRPr>
            </a:lvl3pPr>
            <a:lvl4pPr algn="l">
              <a:defRPr>
                <a:solidFill>
                  <a:schemeClr val="bg1"/>
                </a:solidFill>
              </a:defRPr>
            </a:lvl4pPr>
            <a:lvl5pPr algn="l">
              <a:defRPr>
                <a:solidFill>
                  <a:schemeClr val="bg1"/>
                </a:solidFill>
              </a:defRPr>
            </a:lvl5pPr>
            <a:lvl6pPr algn="l">
              <a:defRPr>
                <a:solidFill>
                  <a:schemeClr val="bg1"/>
                </a:solidFill>
              </a:defRPr>
            </a:lvl6pPr>
            <a:lvl7pPr algn="l">
              <a:defRPr>
                <a:solidFill>
                  <a:schemeClr val="bg1"/>
                </a:solidFill>
              </a:defRPr>
            </a:lvl7pPr>
            <a:lvl8pPr algn="l">
              <a:defRPr>
                <a:solidFill>
                  <a:schemeClr val="bg1"/>
                </a:solidFill>
              </a:defRPr>
            </a:lvl8pPr>
            <a:lvl9pPr algn="l">
              <a:defRPr>
                <a:solidFill>
                  <a:schemeClr val="bg1"/>
                </a:solidFill>
              </a:defRPr>
            </a:lvl9pPr>
          </a:lstStyle>
          <a:p>
            <a:pPr lvl="0"/>
            <a:r>
              <a:rPr lang="en-GB"/>
              <a:t>“Pull quote. Duis </a:t>
            </a:r>
            <a:r>
              <a:rPr lang="en-GB" err="1"/>
              <a:t>ornare</a:t>
            </a:r>
            <a:endParaRPr lang="en-GB"/>
          </a:p>
          <a:p>
            <a:pPr lvl="1"/>
            <a:r>
              <a:rPr lang="en-GB"/>
              <a:t>Subhead over one line</a:t>
            </a:r>
          </a:p>
        </p:txBody>
      </p:sp>
    </p:spTree>
    <p:extLst>
      <p:ext uri="{BB962C8B-B14F-4D97-AF65-F5344CB8AC3E}">
        <p14:creationId xmlns:p14="http://schemas.microsoft.com/office/powerpoint/2010/main" val="3456487859"/>
      </p:ext>
    </p:extLst>
  </p:cSld>
  <p:clrMapOvr>
    <a:masterClrMapping/>
  </p:clrMapOvr>
  <p:hf hdr="0" dt="0"/>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Quote Cutout Purple">
    <p:bg>
      <p:bgPr>
        <a:solidFill>
          <a:schemeClr val="accent1"/>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9E73CC51-4165-7E08-9616-B2683AB14CF2}"/>
              </a:ext>
            </a:extLst>
          </p:cNvPr>
          <p:cNvSpPr/>
          <p:nvPr userDrawn="1"/>
        </p:nvSpPr>
        <p:spPr>
          <a:xfrm>
            <a:off x="6559266" y="507998"/>
            <a:ext cx="5139248" cy="5476876"/>
          </a:xfrm>
          <a:custGeom>
            <a:avLst/>
            <a:gdLst>
              <a:gd name="connsiteX0" fmla="*/ 254272 w 5139248"/>
              <a:gd name="connsiteY0" fmla="*/ 0 h 5476876"/>
              <a:gd name="connsiteX1" fmla="*/ 1568165 w 5139248"/>
              <a:gd name="connsiteY1" fmla="*/ 0 h 5476876"/>
              <a:gd name="connsiteX2" fmla="*/ 3571084 w 5139248"/>
              <a:gd name="connsiteY2" fmla="*/ 0 h 5476876"/>
              <a:gd name="connsiteX3" fmla="*/ 4884976 w 5139248"/>
              <a:gd name="connsiteY3" fmla="*/ 0 h 5476876"/>
              <a:gd name="connsiteX4" fmla="*/ 5139248 w 5139248"/>
              <a:gd name="connsiteY4" fmla="*/ 254272 h 5476876"/>
              <a:gd name="connsiteX5" fmla="*/ 5139248 w 5139248"/>
              <a:gd name="connsiteY5" fmla="*/ 1508892 h 5476876"/>
              <a:gd name="connsiteX6" fmla="*/ 5139248 w 5139248"/>
              <a:gd name="connsiteY6" fmla="*/ 3967986 h 5476876"/>
              <a:gd name="connsiteX7" fmla="*/ 5139248 w 5139248"/>
              <a:gd name="connsiteY7" fmla="*/ 5222606 h 5476876"/>
              <a:gd name="connsiteX8" fmla="*/ 4884976 w 5139248"/>
              <a:gd name="connsiteY8" fmla="*/ 5476876 h 5476876"/>
              <a:gd name="connsiteX9" fmla="*/ 3571090 w 5139248"/>
              <a:gd name="connsiteY9" fmla="*/ 5476876 h 5476876"/>
              <a:gd name="connsiteX10" fmla="*/ 3571084 w 5139248"/>
              <a:gd name="connsiteY10" fmla="*/ 5476876 h 5476876"/>
              <a:gd name="connsiteX11" fmla="*/ 1518658 w 5139248"/>
              <a:gd name="connsiteY11" fmla="*/ 5476875 h 5476876"/>
              <a:gd name="connsiteX12" fmla="*/ 0 w 5139248"/>
              <a:gd name="connsiteY12" fmla="*/ 3958218 h 5476876"/>
              <a:gd name="connsiteX13" fmla="*/ 0 w 5139248"/>
              <a:gd name="connsiteY13" fmla="*/ 3260516 h 5476876"/>
              <a:gd name="connsiteX14" fmla="*/ 1 w 5139248"/>
              <a:gd name="connsiteY14" fmla="*/ 3260499 h 5476876"/>
              <a:gd name="connsiteX15" fmla="*/ 1 w 5139248"/>
              <a:gd name="connsiteY15" fmla="*/ 2703617 h 5476876"/>
              <a:gd name="connsiteX16" fmla="*/ 0 w 5139248"/>
              <a:gd name="connsiteY16" fmla="*/ 2703598 h 5476876"/>
              <a:gd name="connsiteX17" fmla="*/ 0 w 5139248"/>
              <a:gd name="connsiteY17" fmla="*/ 2005896 h 5476876"/>
              <a:gd name="connsiteX18" fmla="*/ 1 w 5139248"/>
              <a:gd name="connsiteY18" fmla="*/ 2005879 h 5476876"/>
              <a:gd name="connsiteX19" fmla="*/ 1 w 5139248"/>
              <a:gd name="connsiteY19" fmla="*/ 1508892 h 5476876"/>
              <a:gd name="connsiteX20" fmla="*/ 1 w 5139248"/>
              <a:gd name="connsiteY20" fmla="*/ 254272 h 5476876"/>
              <a:gd name="connsiteX21" fmla="*/ 254272 w 5139248"/>
              <a:gd name="connsiteY21" fmla="*/ 0 h 5476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139248" h="5476876">
                <a:moveTo>
                  <a:pt x="254272" y="0"/>
                </a:moveTo>
                <a:lnTo>
                  <a:pt x="1568165" y="0"/>
                </a:lnTo>
                <a:lnTo>
                  <a:pt x="3571084" y="0"/>
                </a:lnTo>
                <a:lnTo>
                  <a:pt x="4884976" y="0"/>
                </a:lnTo>
                <a:cubicBezTo>
                  <a:pt x="5025406" y="0"/>
                  <a:pt x="5139248" y="113842"/>
                  <a:pt x="5139248" y="254272"/>
                </a:cubicBezTo>
                <a:lnTo>
                  <a:pt x="5139248" y="1508892"/>
                </a:lnTo>
                <a:lnTo>
                  <a:pt x="5139248" y="3967986"/>
                </a:lnTo>
                <a:lnTo>
                  <a:pt x="5139248" y="5222606"/>
                </a:lnTo>
                <a:cubicBezTo>
                  <a:pt x="5139248" y="5363035"/>
                  <a:pt x="5025406" y="5476876"/>
                  <a:pt x="4884976" y="5476876"/>
                </a:cubicBezTo>
                <a:lnTo>
                  <a:pt x="3571090" y="5476876"/>
                </a:lnTo>
                <a:lnTo>
                  <a:pt x="3571084" y="5476876"/>
                </a:lnTo>
                <a:lnTo>
                  <a:pt x="1518658" y="5476875"/>
                </a:lnTo>
                <a:cubicBezTo>
                  <a:pt x="679926" y="5476875"/>
                  <a:pt x="0" y="4796950"/>
                  <a:pt x="0" y="3958218"/>
                </a:cubicBezTo>
                <a:lnTo>
                  <a:pt x="0" y="3260516"/>
                </a:lnTo>
                <a:cubicBezTo>
                  <a:pt x="0" y="3260511"/>
                  <a:pt x="1" y="3260505"/>
                  <a:pt x="1" y="3260499"/>
                </a:cubicBezTo>
                <a:lnTo>
                  <a:pt x="1" y="2703617"/>
                </a:lnTo>
                <a:lnTo>
                  <a:pt x="0" y="2703598"/>
                </a:lnTo>
                <a:lnTo>
                  <a:pt x="0" y="2005896"/>
                </a:lnTo>
                <a:cubicBezTo>
                  <a:pt x="0" y="2005891"/>
                  <a:pt x="1" y="2005885"/>
                  <a:pt x="1" y="2005879"/>
                </a:cubicBezTo>
                <a:lnTo>
                  <a:pt x="1" y="1508892"/>
                </a:lnTo>
                <a:lnTo>
                  <a:pt x="1" y="254272"/>
                </a:lnTo>
                <a:cubicBezTo>
                  <a:pt x="1" y="113842"/>
                  <a:pt x="113842" y="0"/>
                  <a:pt x="254272" y="0"/>
                </a:cubicBezTo>
                <a:close/>
              </a:path>
            </a:pathLst>
          </a:cu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l"/>
            <a:endParaRPr lang="en-GB"/>
          </a:p>
        </p:txBody>
      </p:sp>
      <p:sp>
        <p:nvSpPr>
          <p:cNvPr id="6" name="Text Placeholder 5">
            <a:extLst>
              <a:ext uri="{FF2B5EF4-FFF2-40B4-BE49-F238E27FC236}">
                <a16:creationId xmlns:a16="http://schemas.microsoft.com/office/drawing/2014/main" id="{A36C529F-B8EC-9043-CE7D-2451E855BFB6}"/>
              </a:ext>
            </a:extLst>
          </p:cNvPr>
          <p:cNvSpPr>
            <a:spLocks noGrp="1"/>
          </p:cNvSpPr>
          <p:nvPr>
            <p:ph type="body" sz="quarter" idx="15" hasCustomPrompt="1"/>
          </p:nvPr>
        </p:nvSpPr>
        <p:spPr>
          <a:xfrm>
            <a:off x="6924675" y="1160463"/>
            <a:ext cx="4468911" cy="3273424"/>
          </a:xfrm>
          <a:prstGeom prst="rect">
            <a:avLst/>
          </a:prstGeom>
        </p:spPr>
        <p:txBody>
          <a:bodyPr anchor="t"/>
          <a:lstStyle>
            <a:lvl1pPr marL="0" indent="0" algn="l">
              <a:lnSpc>
                <a:spcPct val="100000"/>
              </a:lnSpc>
              <a:spcAft>
                <a:spcPts val="3000"/>
              </a:spcAft>
              <a:buNone/>
              <a:defRPr sz="4000" b="1">
                <a:solidFill>
                  <a:schemeClr val="accent1"/>
                </a:solidFill>
              </a:defRPr>
            </a:lvl1pPr>
            <a:lvl2pPr marL="0" indent="0" algn="l">
              <a:lnSpc>
                <a:spcPct val="100000"/>
              </a:lnSpc>
              <a:buNone/>
              <a:defRPr sz="2400" b="0">
                <a:solidFill>
                  <a:schemeClr val="bg1"/>
                </a:solidFill>
              </a:defRPr>
            </a:lvl2pPr>
            <a:lvl3pPr algn="l">
              <a:defRPr>
                <a:solidFill>
                  <a:schemeClr val="bg1"/>
                </a:solidFill>
              </a:defRPr>
            </a:lvl3pPr>
            <a:lvl4pPr algn="l">
              <a:defRPr>
                <a:solidFill>
                  <a:schemeClr val="bg1"/>
                </a:solidFill>
              </a:defRPr>
            </a:lvl4pPr>
            <a:lvl5pPr algn="l">
              <a:defRPr>
                <a:solidFill>
                  <a:schemeClr val="bg1"/>
                </a:solidFill>
              </a:defRPr>
            </a:lvl5pPr>
            <a:lvl6pPr algn="l">
              <a:defRPr>
                <a:solidFill>
                  <a:schemeClr val="bg1"/>
                </a:solidFill>
              </a:defRPr>
            </a:lvl6pPr>
            <a:lvl7pPr algn="l">
              <a:defRPr>
                <a:solidFill>
                  <a:schemeClr val="bg1"/>
                </a:solidFill>
              </a:defRPr>
            </a:lvl7pPr>
            <a:lvl8pPr algn="l">
              <a:defRPr>
                <a:solidFill>
                  <a:schemeClr val="bg1"/>
                </a:solidFill>
              </a:defRPr>
            </a:lvl8pPr>
            <a:lvl9pPr algn="l">
              <a:defRPr>
                <a:solidFill>
                  <a:schemeClr val="bg1"/>
                </a:solidFill>
              </a:defRPr>
            </a:lvl9pPr>
          </a:lstStyle>
          <a:p>
            <a:pPr lvl="0"/>
            <a:r>
              <a:rPr lang="en-GB"/>
              <a:t>“Pull quote. Duis </a:t>
            </a:r>
            <a:r>
              <a:rPr lang="en-GB" err="1"/>
              <a:t>ornare</a:t>
            </a:r>
            <a:endParaRPr lang="en-GB"/>
          </a:p>
          <a:p>
            <a:pPr lvl="1"/>
            <a:r>
              <a:rPr lang="en-GB"/>
              <a:t>Subhead over one line</a:t>
            </a:r>
          </a:p>
        </p:txBody>
      </p:sp>
      <p:pic>
        <p:nvPicPr>
          <p:cNvPr id="2" name="Gráfico 1">
            <a:extLst>
              <a:ext uri="{FF2B5EF4-FFF2-40B4-BE49-F238E27FC236}">
                <a16:creationId xmlns:a16="http://schemas.microsoft.com/office/drawing/2014/main" id="{146C46B8-02AC-2D5C-2F0E-49B30C150F3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432276" y="6224588"/>
            <a:ext cx="372165" cy="372165"/>
          </a:xfrm>
          <a:prstGeom prst="rect">
            <a:avLst/>
          </a:prstGeom>
        </p:spPr>
      </p:pic>
    </p:spTree>
    <p:extLst>
      <p:ext uri="{BB962C8B-B14F-4D97-AF65-F5344CB8AC3E}">
        <p14:creationId xmlns:p14="http://schemas.microsoft.com/office/powerpoint/2010/main" val="3666441679"/>
      </p:ext>
    </p:extLst>
  </p:cSld>
  <p:clrMapOvr>
    <a:overrideClrMapping bg1="dk1" tx1="lt1" bg2="dk2" tx2="lt2" accent1="accent1" accent2="accent2" accent3="accent3" accent4="accent4" accent5="accent5" accent6="accent6" hlink="hlink" folHlink="folHlink"/>
  </p:clrMapOvr>
  <p:hf hdr="0" dt="0"/>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Back cover white design">
    <p:spTree>
      <p:nvGrpSpPr>
        <p:cNvPr id="1" name=""/>
        <p:cNvGrpSpPr/>
        <p:nvPr/>
      </p:nvGrpSpPr>
      <p:grpSpPr>
        <a:xfrm>
          <a:off x="0" y="0"/>
          <a:ext cx="0" cy="0"/>
          <a:chOff x="0" y="0"/>
          <a:chExt cx="0" cy="0"/>
        </a:xfrm>
      </p:grpSpPr>
      <p:pic>
        <p:nvPicPr>
          <p:cNvPr id="63" name="MobiusKeyline">
            <a:extLst>
              <a:ext uri="{FF2B5EF4-FFF2-40B4-BE49-F238E27FC236}">
                <a16:creationId xmlns:a16="http://schemas.microsoft.com/office/drawing/2014/main" id="{7D67EAAD-C437-545A-C0B9-A138A44A82C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493205" y="0"/>
            <a:ext cx="6698796" cy="6858000"/>
          </a:xfrm>
          <a:prstGeom prst="rect">
            <a:avLst/>
          </a:prstGeom>
        </p:spPr>
      </p:pic>
      <p:sp>
        <p:nvSpPr>
          <p:cNvPr id="3" name="Footer">
            <a:extLst>
              <a:ext uri="{FF2B5EF4-FFF2-40B4-BE49-F238E27FC236}">
                <a16:creationId xmlns:a16="http://schemas.microsoft.com/office/drawing/2014/main" id="{5B33727D-F335-3449-D2A9-23CB3BE7B159}"/>
              </a:ext>
            </a:extLst>
          </p:cNvPr>
          <p:cNvSpPr>
            <a:spLocks noGrp="1"/>
          </p:cNvSpPr>
          <p:nvPr>
            <p:ph type="ftr" sz="quarter" idx="13"/>
          </p:nvPr>
        </p:nvSpPr>
        <p:spPr>
          <a:xfrm>
            <a:off x="12267673" y="6382837"/>
            <a:ext cx="0" cy="0"/>
          </a:xfrm>
          <a:prstGeom prst="rect">
            <a:avLst/>
          </a:prstGeom>
        </p:spPr>
        <p:txBody>
          <a:bodyPr vert="horz" wrap="none" lIns="0" tIns="0" rIns="0" bIns="0" rtlCol="0" anchor="b" anchorCtr="0">
            <a:noAutofit/>
          </a:bodyPr>
          <a:lstStyle>
            <a:lvl1pPr algn="l">
              <a:defRPr lang="en-GB" sz="100">
                <a:solidFill>
                  <a:srgbClr val="F0F0F0"/>
                </a:solidFill>
              </a:defRPr>
            </a:lvl1pPr>
          </a:lstStyle>
          <a:p>
            <a:endParaRPr lang="en-GB"/>
          </a:p>
        </p:txBody>
      </p:sp>
      <p:sp>
        <p:nvSpPr>
          <p:cNvPr id="6" name="SlideNumber">
            <a:extLst>
              <a:ext uri="{FF2B5EF4-FFF2-40B4-BE49-F238E27FC236}">
                <a16:creationId xmlns:a16="http://schemas.microsoft.com/office/drawing/2014/main" id="{509FF571-7E16-C841-5998-71BEB21EC6CC}"/>
              </a:ext>
            </a:extLst>
          </p:cNvPr>
          <p:cNvSpPr>
            <a:spLocks noGrp="1"/>
          </p:cNvSpPr>
          <p:nvPr>
            <p:ph type="sldNum" sz="quarter" idx="14"/>
          </p:nvPr>
        </p:nvSpPr>
        <p:spPr>
          <a:xfrm>
            <a:off x="12267673" y="6765667"/>
            <a:ext cx="0" cy="0"/>
          </a:xfrm>
          <a:prstGeom prst="rect">
            <a:avLst/>
          </a:prstGeom>
        </p:spPr>
        <p:txBody>
          <a:bodyPr/>
          <a:lstStyle>
            <a:lvl1pPr algn="l">
              <a:defRPr sz="100">
                <a:solidFill>
                  <a:srgbClr val="F0F0F0"/>
                </a:solidFill>
              </a:defRPr>
            </a:lvl1pPr>
          </a:lstStyle>
          <a:p>
            <a:fld id="{1AB31D9B-80B6-41F8-B283-556E26E6158E}" type="slidenum">
              <a:rPr lang="en-GB"/>
              <a:pPr/>
              <a:t>‹nº›</a:t>
            </a:fld>
            <a:endParaRPr lang="en-GB"/>
          </a:p>
        </p:txBody>
      </p:sp>
      <p:sp>
        <p:nvSpPr>
          <p:cNvPr id="4" name="Disclaimer">
            <a:extLst>
              <a:ext uri="{FF2B5EF4-FFF2-40B4-BE49-F238E27FC236}">
                <a16:creationId xmlns:a16="http://schemas.microsoft.com/office/drawing/2014/main" id="{3A93C6C6-EDA0-960F-1126-D23438AFC9E3}"/>
              </a:ext>
            </a:extLst>
          </p:cNvPr>
          <p:cNvSpPr txBox="1"/>
          <p:nvPr userDrawn="1"/>
        </p:nvSpPr>
        <p:spPr>
          <a:xfrm>
            <a:off x="508000" y="5518311"/>
            <a:ext cx="7612063" cy="831690"/>
          </a:xfrm>
          <a:prstGeom prst="rect">
            <a:avLst/>
          </a:prstGeom>
        </p:spPr>
        <p:txBody>
          <a:bodyPr vert="horz" wrap="square" lIns="0" tIns="0" rIns="0" bIns="0" rtlCol="0" anchor="b" anchorCtr="0">
            <a:noAutofit/>
          </a:bodyPr>
          <a:lstStyle>
            <a:lvl1pPr defTabSz="736656">
              <a:defRPr sz="800">
                <a:solidFill>
                  <a:schemeClr val="bg1"/>
                </a:solidFill>
              </a:defRPr>
            </a:lvl1pPr>
            <a:lvl2pPr marL="0" indent="0" defTabSz="736656">
              <a:buNone/>
              <a:tabLst/>
              <a:defRPr sz="1400" b="1">
                <a:solidFill>
                  <a:schemeClr val="accent1"/>
                </a:solidFill>
              </a:defRPr>
            </a:lvl2pPr>
            <a:lvl3pPr marL="0" indent="0" defTabSz="901700">
              <a:buNone/>
              <a:defRPr sz="1400" b="1"/>
            </a:lvl3pPr>
            <a:lvl4pPr marL="0" indent="0" defTabSz="736656">
              <a:buNone/>
              <a:defRPr lang="en-GB" sz="1400" b="0" dirty="0"/>
            </a:lvl4pPr>
            <a:lvl5pPr marL="182563" indent="-182563" defTabSz="736656">
              <a:buFont typeface="Arial" panose="020B0604020202020204" pitchFamily="34" charset="0"/>
              <a:buChar char="•"/>
              <a:defRPr sz="1400"/>
            </a:lvl5pPr>
            <a:lvl6pPr marL="358775" indent="-176213" defTabSz="736656">
              <a:buFont typeface="Arial" panose="020B0604020202020204" pitchFamily="34" charset="0"/>
              <a:buChar char="–"/>
              <a:tabLst/>
              <a:defRPr sz="1200"/>
            </a:lvl6pPr>
            <a:lvl7pPr marL="541338" indent="-182563" defTabSz="736656">
              <a:buChar char="–"/>
              <a:defRPr sz="1200" b="0">
                <a:solidFill>
                  <a:schemeClr val="tx1"/>
                </a:solidFill>
              </a:defRPr>
            </a:lvl7pPr>
            <a:lvl8pPr marL="266700" indent="-266700" defTabSz="736656">
              <a:spcAft>
                <a:spcPts val="600"/>
              </a:spcAft>
              <a:buFont typeface="+mj-lt"/>
              <a:buAutoNum type="arabicPeriod"/>
              <a:defRPr sz="1400" b="0">
                <a:solidFill>
                  <a:schemeClr val="tx1"/>
                </a:solidFill>
              </a:defRPr>
            </a:lvl8pPr>
            <a:lvl9pPr marL="541338" indent="-266700" defTabSz="736656">
              <a:buFont typeface="+mj-lt"/>
              <a:buAutoNum type="alphaLcPeriod"/>
              <a:defRPr sz="1400" b="0"/>
            </a:lvl9pPr>
          </a:lstStyle>
          <a:p>
            <a:r>
              <a:rPr lang="pt-BR" dirty="0">
                <a:solidFill>
                  <a:schemeClr val="tx1"/>
                </a:solidFill>
              </a:rPr>
              <a:t>© 2026 Grant Thornton Brasil  | Todos os direitos reservados |  Firma-membro brasileira da Grant Thornton International Ltd.</a:t>
            </a:r>
          </a:p>
          <a:p>
            <a:r>
              <a:rPr lang="en-US" dirty="0">
                <a:solidFill>
                  <a:schemeClr val="tx1"/>
                </a:solidFill>
              </a:rPr>
              <a:t>‘Grant Thornton’ refers to the brand under which the Grant Thornton member firms provide assurance, tax and advisory services to their clients and/or refers to one or more member firms, as the context requires. Grant Thornton International Ltd (GTIL) and the member firms are not a worldwide partnership. GTIL and each member firm is a separate legal entity. Services are delivered by the member firms. GTIL does not provide services to clients. GTIL and its member firms are not agents of, and do not obligate, one another and are not liable for one another’s acts or omissions.</a:t>
            </a:r>
            <a:endParaRPr lang="en-GB" dirty="0">
              <a:solidFill>
                <a:schemeClr val="tx1"/>
              </a:solidFill>
            </a:endParaRPr>
          </a:p>
        </p:txBody>
      </p:sp>
      <p:pic>
        <p:nvPicPr>
          <p:cNvPr id="2" name="GT#standard_16x9_disclaimer">
            <a:extLst>
              <a:ext uri="{FF2B5EF4-FFF2-40B4-BE49-F238E27FC236}">
                <a16:creationId xmlns:a16="http://schemas.microsoft.com/office/drawing/2014/main" id="{27F9C9CF-44EA-B58B-5C99-42B0284EF50E}"/>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366184" y="4824451"/>
            <a:ext cx="2350139" cy="750739"/>
          </a:xfrm>
          <a:prstGeom prst="rect">
            <a:avLst/>
          </a:prstGeom>
        </p:spPr>
      </p:pic>
    </p:spTree>
    <p:extLst>
      <p:ext uri="{BB962C8B-B14F-4D97-AF65-F5344CB8AC3E}">
        <p14:creationId xmlns:p14="http://schemas.microsoft.com/office/powerpoint/2010/main" val="2675842845"/>
      </p:ext>
    </p:extLst>
  </p:cSld>
  <p:clrMapOvr>
    <a:masterClrMapping/>
  </p:clrMapOvr>
  <p:hf hdr="0" dt="0"/>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Back cover purple">
    <p:bg>
      <p:bgPr>
        <a:solidFill>
          <a:schemeClr val="accent1"/>
        </a:solidFill>
        <a:effectLst/>
      </p:bgPr>
    </p:bg>
    <p:spTree>
      <p:nvGrpSpPr>
        <p:cNvPr id="1" name=""/>
        <p:cNvGrpSpPr/>
        <p:nvPr/>
      </p:nvGrpSpPr>
      <p:grpSpPr>
        <a:xfrm>
          <a:off x="0" y="0"/>
          <a:ext cx="0" cy="0"/>
          <a:chOff x="0" y="0"/>
          <a:chExt cx="0" cy="0"/>
        </a:xfrm>
      </p:grpSpPr>
      <p:sp>
        <p:nvSpPr>
          <p:cNvPr id="6" name="Footer">
            <a:extLst>
              <a:ext uri="{FF2B5EF4-FFF2-40B4-BE49-F238E27FC236}">
                <a16:creationId xmlns:a16="http://schemas.microsoft.com/office/drawing/2014/main" id="{FB46FDC2-192B-DB63-57D5-6A96767741F3}"/>
              </a:ext>
            </a:extLst>
          </p:cNvPr>
          <p:cNvSpPr>
            <a:spLocks noGrp="1"/>
          </p:cNvSpPr>
          <p:nvPr>
            <p:ph type="ftr" sz="quarter" idx="13"/>
          </p:nvPr>
        </p:nvSpPr>
        <p:spPr>
          <a:xfrm>
            <a:off x="12267673" y="6382837"/>
            <a:ext cx="0" cy="0"/>
          </a:xfrm>
          <a:prstGeom prst="rect">
            <a:avLst/>
          </a:prstGeom>
        </p:spPr>
        <p:txBody>
          <a:bodyPr vert="horz" wrap="none" lIns="0" tIns="0" rIns="0" bIns="0" rtlCol="0" anchor="b" anchorCtr="0">
            <a:noAutofit/>
          </a:bodyPr>
          <a:lstStyle>
            <a:lvl1pPr algn="l">
              <a:defRPr lang="en-GB" sz="100">
                <a:solidFill>
                  <a:schemeClr val="tx1"/>
                </a:solidFill>
              </a:defRPr>
            </a:lvl1pPr>
          </a:lstStyle>
          <a:p>
            <a:endParaRPr lang="en-GB"/>
          </a:p>
        </p:txBody>
      </p:sp>
      <p:sp>
        <p:nvSpPr>
          <p:cNvPr id="7" name="SlideNumber">
            <a:extLst>
              <a:ext uri="{FF2B5EF4-FFF2-40B4-BE49-F238E27FC236}">
                <a16:creationId xmlns:a16="http://schemas.microsoft.com/office/drawing/2014/main" id="{957BEF5D-671B-D3C9-4570-EC0DA44566A3}"/>
              </a:ext>
            </a:extLst>
          </p:cNvPr>
          <p:cNvSpPr>
            <a:spLocks noGrp="1"/>
          </p:cNvSpPr>
          <p:nvPr>
            <p:ph type="sldNum" sz="quarter" idx="14"/>
          </p:nvPr>
        </p:nvSpPr>
        <p:spPr>
          <a:xfrm>
            <a:off x="12267673" y="6765667"/>
            <a:ext cx="0" cy="0"/>
          </a:xfrm>
          <a:prstGeom prst="rect">
            <a:avLst/>
          </a:prstGeom>
        </p:spPr>
        <p:txBody>
          <a:bodyPr/>
          <a:lstStyle>
            <a:lvl1pPr algn="l">
              <a:defRPr sz="100">
                <a:solidFill>
                  <a:schemeClr val="tx1"/>
                </a:solidFill>
              </a:defRPr>
            </a:lvl1pPr>
          </a:lstStyle>
          <a:p>
            <a:fld id="{1AB31D9B-80B6-41F8-B283-556E26E6158E}" type="slidenum">
              <a:rPr lang="en-GB"/>
              <a:pPr/>
              <a:t>‹nº›</a:t>
            </a:fld>
            <a:endParaRPr lang="en-GB"/>
          </a:p>
        </p:txBody>
      </p:sp>
      <p:sp>
        <p:nvSpPr>
          <p:cNvPr id="8" name="Disclaimer">
            <a:extLst>
              <a:ext uri="{FF2B5EF4-FFF2-40B4-BE49-F238E27FC236}">
                <a16:creationId xmlns:a16="http://schemas.microsoft.com/office/drawing/2014/main" id="{3B4C5FFB-06E3-E117-64B7-4E77139C6665}"/>
              </a:ext>
            </a:extLst>
          </p:cNvPr>
          <p:cNvSpPr txBox="1"/>
          <p:nvPr userDrawn="1"/>
        </p:nvSpPr>
        <p:spPr>
          <a:xfrm>
            <a:off x="508000" y="5518311"/>
            <a:ext cx="7612063" cy="831690"/>
          </a:xfrm>
          <a:prstGeom prst="rect">
            <a:avLst/>
          </a:prstGeom>
        </p:spPr>
        <p:txBody>
          <a:bodyPr vert="horz" wrap="square" lIns="0" tIns="0" rIns="0" bIns="0" rtlCol="0" anchor="b" anchorCtr="0">
            <a:noAutofit/>
          </a:bodyPr>
          <a:lstStyle>
            <a:lvl1pPr defTabSz="736656">
              <a:defRPr sz="800">
                <a:solidFill>
                  <a:schemeClr val="bg1"/>
                </a:solidFill>
              </a:defRPr>
            </a:lvl1pPr>
            <a:lvl2pPr marL="0" indent="0" defTabSz="736656">
              <a:buNone/>
              <a:tabLst/>
              <a:defRPr sz="1400" b="1">
                <a:solidFill>
                  <a:schemeClr val="accent1"/>
                </a:solidFill>
              </a:defRPr>
            </a:lvl2pPr>
            <a:lvl3pPr marL="0" indent="0" defTabSz="901700">
              <a:buNone/>
              <a:defRPr sz="1400" b="1"/>
            </a:lvl3pPr>
            <a:lvl4pPr marL="0" indent="0" defTabSz="736656">
              <a:buNone/>
              <a:defRPr lang="en-GB" sz="1400" b="0" dirty="0"/>
            </a:lvl4pPr>
            <a:lvl5pPr marL="182563" indent="-182563" defTabSz="736656">
              <a:buFont typeface="Arial" panose="020B0604020202020204" pitchFamily="34" charset="0"/>
              <a:buChar char="•"/>
              <a:defRPr sz="1400"/>
            </a:lvl5pPr>
            <a:lvl6pPr marL="358775" indent="-176213" defTabSz="736656">
              <a:buFont typeface="Arial" panose="020B0604020202020204" pitchFamily="34" charset="0"/>
              <a:buChar char="–"/>
              <a:tabLst/>
              <a:defRPr sz="1200"/>
            </a:lvl6pPr>
            <a:lvl7pPr marL="541338" indent="-182563" defTabSz="736656">
              <a:buChar char="–"/>
              <a:defRPr sz="1200" b="0">
                <a:solidFill>
                  <a:schemeClr val="tx1"/>
                </a:solidFill>
              </a:defRPr>
            </a:lvl7pPr>
            <a:lvl8pPr marL="266700" indent="-266700" defTabSz="736656">
              <a:spcAft>
                <a:spcPts val="600"/>
              </a:spcAft>
              <a:buFont typeface="+mj-lt"/>
              <a:buAutoNum type="arabicPeriod"/>
              <a:defRPr sz="1400" b="0">
                <a:solidFill>
                  <a:schemeClr val="tx1"/>
                </a:solidFill>
              </a:defRPr>
            </a:lvl8pPr>
            <a:lvl9pPr marL="541338" indent="-266700" defTabSz="736656">
              <a:buFont typeface="+mj-lt"/>
              <a:buAutoNum type="alphaLcPeriod"/>
              <a:defRPr sz="1400" b="0"/>
            </a:lvl9pPr>
          </a:lstStyle>
          <a:p>
            <a:pPr marL="0" marR="0" lvl="0" indent="0" algn="l" defTabSz="736656" rtl="0" eaLnBrk="1" fontAlgn="auto" latinLnBrk="0" hangingPunct="1">
              <a:lnSpc>
                <a:spcPct val="100000"/>
              </a:lnSpc>
              <a:spcBef>
                <a:spcPts val="0"/>
              </a:spcBef>
              <a:spcAft>
                <a:spcPts val="600"/>
              </a:spcAft>
              <a:buClrTx/>
              <a:buSzTx/>
              <a:buFont typeface="Arial" panose="020B0604020202020204" pitchFamily="34" charset="0"/>
              <a:buNone/>
              <a:tabLst/>
              <a:defRPr/>
            </a:pPr>
            <a:r>
              <a:rPr lang="pt-BR" dirty="0">
                <a:solidFill>
                  <a:schemeClr val="tx1"/>
                </a:solidFill>
              </a:rPr>
              <a:t>© 2026 Grant Thornton Brasil  | Todos os direitos reservados |  Firma-membro brasileira da Grant Thornton International Ltd.</a:t>
            </a:r>
          </a:p>
          <a:p>
            <a:pPr marL="0" marR="0" lvl="0" indent="0" algn="l" defTabSz="736656"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solidFill>
                  <a:schemeClr val="tx1"/>
                </a:solidFill>
              </a:rPr>
              <a:t>‘Grant Thornton’ refers to the brand under which the Grant Thornton member firms provide assurance, tax and advisory services to their clients and/or refers to one or more member firms, as the context requires. Grant Thornton International Ltd (GTIL) and the member firms are not a worldwide partnership. GTIL and each member firm is a separate legal entity. Services are delivered by the member firms. GTIL does not provide services to clients. GTIL and its member firms are not agents of, and do not obligate, one another and are not liable for one another’s acts or omissions.</a:t>
            </a:r>
            <a:endParaRPr lang="en-GB" dirty="0">
              <a:solidFill>
                <a:schemeClr val="tx1"/>
              </a:solidFill>
            </a:endParaRPr>
          </a:p>
        </p:txBody>
      </p:sp>
      <p:pic>
        <p:nvPicPr>
          <p:cNvPr id="3" name="GT#white_16x9_disclaimer">
            <a:extLst>
              <a:ext uri="{FF2B5EF4-FFF2-40B4-BE49-F238E27FC236}">
                <a16:creationId xmlns:a16="http://schemas.microsoft.com/office/drawing/2014/main" id="{FE4BEDA2-3266-471B-ED41-A18A3421A0F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66181" y="4824450"/>
            <a:ext cx="2350139" cy="750739"/>
          </a:xfrm>
          <a:prstGeom prst="rect">
            <a:avLst/>
          </a:prstGeom>
        </p:spPr>
      </p:pic>
    </p:spTree>
    <p:extLst>
      <p:ext uri="{BB962C8B-B14F-4D97-AF65-F5344CB8AC3E}">
        <p14:creationId xmlns:p14="http://schemas.microsoft.com/office/powerpoint/2010/main" val="3815694124"/>
      </p:ext>
    </p:extLst>
  </p:cSld>
  <p:clrMapOvr>
    <a:overrideClrMapping bg1="dk1" tx1="lt1" bg2="dk2" tx2="lt2" accent1="accent1" accent2="accent2" accent3="accent3" accent4="accent4" accent5="accent5" accent6="accent6" hlink="hlink" folHlink="folHlink"/>
  </p:clrMapOvr>
  <p:hf hdr="0" dt="0"/>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userDrawn="1">
  <p:cSld name="2_Agenda">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7D6BB-E894-CEB0-E974-3D4B4752EE17}"/>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pic>
        <p:nvPicPr>
          <p:cNvPr id="6" name="Gráfico 5">
            <a:extLst>
              <a:ext uri="{FF2B5EF4-FFF2-40B4-BE49-F238E27FC236}">
                <a16:creationId xmlns:a16="http://schemas.microsoft.com/office/drawing/2014/main" id="{E7F2C672-CDAA-4F5F-5912-D762B2CB1DF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432276" y="6224588"/>
            <a:ext cx="372165" cy="372165"/>
          </a:xfrm>
          <a:prstGeom prst="rect">
            <a:avLst/>
          </a:prstGeom>
        </p:spPr>
      </p:pic>
      <p:sp>
        <p:nvSpPr>
          <p:cNvPr id="7" name="Slide Number Placeholder 5">
            <a:extLst>
              <a:ext uri="{FF2B5EF4-FFF2-40B4-BE49-F238E27FC236}">
                <a16:creationId xmlns:a16="http://schemas.microsoft.com/office/drawing/2014/main" id="{C0482058-C2BC-0955-186B-6AEE24563CDC}"/>
              </a:ext>
            </a:extLst>
          </p:cNvPr>
          <p:cNvSpPr txBox="1">
            <a:spLocks/>
          </p:cNvSpPr>
          <p:nvPr userDrawn="1"/>
        </p:nvSpPr>
        <p:spPr>
          <a:xfrm>
            <a:off x="508001" y="6489031"/>
            <a:ext cx="5367019" cy="107722"/>
          </a:xfrm>
          <a:prstGeom prst="rect">
            <a:avLst/>
          </a:prstGeom>
          <a:noFill/>
        </p:spPr>
        <p:txBody>
          <a:bodyPr wrap="square" lIns="0" tIns="0" rIns="0" bIns="0" anchor="ctr" anchorCtr="0">
            <a:spAutoFit/>
          </a:bodyPr>
          <a:lstStyle>
            <a:defPPr>
              <a:defRPr lang="en-US"/>
            </a:defPPr>
            <a:lvl1pPr marL="0" algn="r" defTabSz="1066302" rtl="0" eaLnBrk="1" latinLnBrk="0" hangingPunct="1">
              <a:defRPr sz="1000" kern="1200">
                <a:solidFill>
                  <a:schemeClr val="tx1"/>
                </a:solidFill>
                <a:latin typeface="Arial" pitchFamily="34" charset="0"/>
                <a:ea typeface="+mn-ea"/>
                <a:cs typeface="Arial" pitchFamily="34" charset="0"/>
              </a:defRPr>
            </a:lvl1pPr>
            <a:lvl2pPr marL="533152" algn="l" defTabSz="1066302" rtl="0" eaLnBrk="1" latinLnBrk="0" hangingPunct="1">
              <a:defRPr sz="2100" kern="1200">
                <a:solidFill>
                  <a:schemeClr val="tx1"/>
                </a:solidFill>
                <a:latin typeface="+mn-lt"/>
                <a:ea typeface="+mn-ea"/>
                <a:cs typeface="+mn-cs"/>
              </a:defRPr>
            </a:lvl2pPr>
            <a:lvl3pPr marL="1066302" algn="l" defTabSz="1066302" rtl="0" eaLnBrk="1" latinLnBrk="0" hangingPunct="1">
              <a:defRPr sz="2100" kern="1200">
                <a:solidFill>
                  <a:schemeClr val="tx1"/>
                </a:solidFill>
                <a:latin typeface="+mn-lt"/>
                <a:ea typeface="+mn-ea"/>
                <a:cs typeface="+mn-cs"/>
              </a:defRPr>
            </a:lvl3pPr>
            <a:lvl4pPr marL="1599453" algn="l" defTabSz="1066302" rtl="0" eaLnBrk="1" latinLnBrk="0" hangingPunct="1">
              <a:defRPr sz="2100" kern="1200">
                <a:solidFill>
                  <a:schemeClr val="tx1"/>
                </a:solidFill>
                <a:latin typeface="+mn-lt"/>
                <a:ea typeface="+mn-ea"/>
                <a:cs typeface="+mn-cs"/>
              </a:defRPr>
            </a:lvl4pPr>
            <a:lvl5pPr marL="2132603" algn="l" defTabSz="1066302" rtl="0" eaLnBrk="1" latinLnBrk="0" hangingPunct="1">
              <a:defRPr sz="2100" kern="1200">
                <a:solidFill>
                  <a:schemeClr val="tx1"/>
                </a:solidFill>
                <a:latin typeface="+mn-lt"/>
                <a:ea typeface="+mn-ea"/>
                <a:cs typeface="+mn-cs"/>
              </a:defRPr>
            </a:lvl5pPr>
            <a:lvl6pPr marL="2665755" algn="l" defTabSz="1066302" rtl="0" eaLnBrk="1" latinLnBrk="0" hangingPunct="1">
              <a:defRPr sz="2100" kern="1200">
                <a:solidFill>
                  <a:schemeClr val="tx1"/>
                </a:solidFill>
                <a:latin typeface="+mn-lt"/>
                <a:ea typeface="+mn-ea"/>
                <a:cs typeface="+mn-cs"/>
              </a:defRPr>
            </a:lvl6pPr>
            <a:lvl7pPr marL="3198906" algn="l" defTabSz="1066302" rtl="0" eaLnBrk="1" latinLnBrk="0" hangingPunct="1">
              <a:defRPr sz="2100" kern="1200">
                <a:solidFill>
                  <a:schemeClr val="tx1"/>
                </a:solidFill>
                <a:latin typeface="+mn-lt"/>
                <a:ea typeface="+mn-ea"/>
                <a:cs typeface="+mn-cs"/>
              </a:defRPr>
            </a:lvl7pPr>
            <a:lvl8pPr marL="3732056" algn="l" defTabSz="1066302" rtl="0" eaLnBrk="1" latinLnBrk="0" hangingPunct="1">
              <a:defRPr sz="2100" kern="1200">
                <a:solidFill>
                  <a:schemeClr val="tx1"/>
                </a:solidFill>
                <a:latin typeface="+mn-lt"/>
                <a:ea typeface="+mn-ea"/>
                <a:cs typeface="+mn-cs"/>
              </a:defRPr>
            </a:lvl8pPr>
            <a:lvl9pPr marL="4265207" algn="l" defTabSz="1066302" rtl="0" eaLnBrk="1" latinLnBrk="0" hangingPunct="1">
              <a:defRPr sz="2100" kern="1200">
                <a:solidFill>
                  <a:schemeClr val="tx1"/>
                </a:solidFill>
                <a:latin typeface="+mn-lt"/>
                <a:ea typeface="+mn-ea"/>
                <a:cs typeface="+mn-cs"/>
              </a:defRPr>
            </a:lvl9pPr>
          </a:lstStyle>
          <a:p>
            <a:pPr marL="0" marR="0" lvl="0" indent="0" algn="l" defTabSz="1421700"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schemeClr val="bg1"/>
                </a:solidFill>
                <a:effectLst/>
                <a:uLnTx/>
                <a:uFillTx/>
                <a:latin typeface="GT Walsheim LC Light" pitchFamily="2" charset="0"/>
                <a:ea typeface="+mn-ea"/>
                <a:cs typeface="GT Walsheim LC Light" pitchFamily="2" charset="0"/>
              </a:rPr>
              <a:t>© 2026 Grant Thornton Brasil  | Todos os direitos reservados |  Firma-membro brasileira da Grant Thornton International Ltd.</a:t>
            </a:r>
          </a:p>
        </p:txBody>
      </p:sp>
    </p:spTree>
    <p:extLst>
      <p:ext uri="{BB962C8B-B14F-4D97-AF65-F5344CB8AC3E}">
        <p14:creationId xmlns:p14="http://schemas.microsoft.com/office/powerpoint/2010/main" val="1609870508"/>
      </p:ext>
    </p:extLst>
  </p:cSld>
  <p:clrMapOvr>
    <a:masterClrMapping/>
  </p:clrMapOvr>
  <p:hf hdr="0" dt="0"/>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userDrawn="1">
  <p:cSld name="1_Cover Title Animated Dark Purple">
    <p:spTree>
      <p:nvGrpSpPr>
        <p:cNvPr id="1" name=""/>
        <p:cNvGrpSpPr/>
        <p:nvPr/>
      </p:nvGrpSpPr>
      <p:grpSpPr>
        <a:xfrm>
          <a:off x="0" y="0"/>
          <a:ext cx="0" cy="0"/>
          <a:chOff x="0" y="0"/>
          <a:chExt cx="0" cy="0"/>
        </a:xfrm>
      </p:grpSpPr>
      <p:sp>
        <p:nvSpPr>
          <p:cNvPr id="3" name="Title"/>
          <p:cNvSpPr>
            <a:spLocks noGrp="1"/>
          </p:cNvSpPr>
          <p:nvPr>
            <p:ph type="title" hasCustomPrompt="1"/>
          </p:nvPr>
        </p:nvSpPr>
        <p:spPr>
          <a:xfrm>
            <a:off x="508004" y="2652563"/>
            <a:ext cx="5708648" cy="1026000"/>
          </a:xfrm>
        </p:spPr>
        <p:txBody>
          <a:bodyPr/>
          <a:lstStyle>
            <a:lvl1pPr>
              <a:lnSpc>
                <a:spcPts val="3750"/>
              </a:lnSpc>
              <a:defRPr sz="3375" b="0">
                <a:solidFill>
                  <a:schemeClr val="bg1"/>
                </a:solidFill>
                <a:latin typeface="GT Walsheim LC Bold" pitchFamily="2" charset="0"/>
                <a:cs typeface="GT Walsheim LC Bold" pitchFamily="2" charset="0"/>
              </a:defRPr>
            </a:lvl1pPr>
          </a:lstStyle>
          <a:p>
            <a:r>
              <a:rPr lang="en-US"/>
              <a:t>Main cover title</a:t>
            </a:r>
          </a:p>
        </p:txBody>
      </p:sp>
      <p:sp>
        <p:nvSpPr>
          <p:cNvPr id="9" name="Text Placeholder 8">
            <a:extLst>
              <a:ext uri="{FF2B5EF4-FFF2-40B4-BE49-F238E27FC236}">
                <a16:creationId xmlns:a16="http://schemas.microsoft.com/office/drawing/2014/main" id="{A51EC570-624A-53DD-BF08-244E207F61EE}"/>
              </a:ext>
            </a:extLst>
          </p:cNvPr>
          <p:cNvSpPr>
            <a:spLocks noGrp="1"/>
          </p:cNvSpPr>
          <p:nvPr>
            <p:ph type="body" sz="quarter" idx="15" hasCustomPrompt="1"/>
          </p:nvPr>
        </p:nvSpPr>
        <p:spPr>
          <a:xfrm>
            <a:off x="508001" y="4531519"/>
            <a:ext cx="5708648" cy="471487"/>
          </a:xfrm>
        </p:spPr>
        <p:txBody>
          <a:bodyPr/>
          <a:lstStyle>
            <a:lvl1pPr marL="0" indent="0">
              <a:spcAft>
                <a:spcPts val="0"/>
              </a:spcAft>
              <a:buNone/>
              <a:defRPr sz="1875" b="1">
                <a:solidFill>
                  <a:schemeClr val="bg1"/>
                </a:solidFill>
                <a:latin typeface="GT Walsheim LC Light" pitchFamily="2" charset="0"/>
                <a:cs typeface="GT Walsheim LC Light" pitchFamily="2" charset="0"/>
              </a:defRPr>
            </a:lvl1pPr>
            <a:lvl2pPr>
              <a:defRPr sz="1875" b="0">
                <a:solidFill>
                  <a:schemeClr val="bg1"/>
                </a:solidFill>
              </a:defRPr>
            </a:lvl2pPr>
            <a:lvl3pPr>
              <a:spcAft>
                <a:spcPts val="0"/>
              </a:spcAft>
              <a:defRPr sz="1313" b="0">
                <a:solidFill>
                  <a:schemeClr val="bg1"/>
                </a:solidFill>
              </a:defRPr>
            </a:lvl3pPr>
            <a:lvl4pPr>
              <a:defRPr>
                <a:solidFill>
                  <a:schemeClr val="bg1"/>
                </a:solidFill>
              </a:defRPr>
            </a:lvl4pPr>
            <a:lvl5pPr>
              <a:defRPr>
                <a:solidFill>
                  <a:schemeClr val="bg1"/>
                </a:solidFill>
              </a:defRPr>
            </a:lvl5pPr>
          </a:lstStyle>
          <a:p>
            <a:pPr lvl="0"/>
            <a:r>
              <a:rPr lang="en-US"/>
              <a:t>Subheading </a:t>
            </a:r>
          </a:p>
        </p:txBody>
      </p:sp>
      <p:sp>
        <p:nvSpPr>
          <p:cNvPr id="2" name="Footer">
            <a:extLst>
              <a:ext uri="{FF2B5EF4-FFF2-40B4-BE49-F238E27FC236}">
                <a16:creationId xmlns:a16="http://schemas.microsoft.com/office/drawing/2014/main" id="{6B8D1DDC-BBDA-4806-6E39-4E803740D2E3}"/>
              </a:ext>
            </a:extLst>
          </p:cNvPr>
          <p:cNvSpPr>
            <a:spLocks noGrp="1"/>
          </p:cNvSpPr>
          <p:nvPr>
            <p:ph type="ftr" sz="quarter" idx="13"/>
          </p:nvPr>
        </p:nvSpPr>
        <p:spPr>
          <a:xfrm>
            <a:off x="12267673" y="6382837"/>
            <a:ext cx="0" cy="0"/>
          </a:xfrm>
        </p:spPr>
        <p:txBody>
          <a:bodyPr vert="horz" wrap="none" lIns="0" tIns="0" rIns="0" bIns="0" rtlCol="0" anchor="b" anchorCtr="0">
            <a:noAutofit/>
          </a:bodyPr>
          <a:lstStyle>
            <a:lvl1pPr>
              <a:defRPr lang="en-GB" sz="100">
                <a:solidFill>
                  <a:srgbClr val="F0F0F0"/>
                </a:solidFill>
              </a:defRPr>
            </a:lvl1pPr>
          </a:lstStyle>
          <a:p>
            <a:pPr algn="l"/>
            <a:r>
              <a:rPr lang="en-GB"/>
              <a:t>Presentation Title   |   © Grant Thornton International Ltd</a:t>
            </a:r>
          </a:p>
        </p:txBody>
      </p:sp>
      <p:sp>
        <p:nvSpPr>
          <p:cNvPr id="8" name="Slide Number">
            <a:extLst>
              <a:ext uri="{FF2B5EF4-FFF2-40B4-BE49-F238E27FC236}">
                <a16:creationId xmlns:a16="http://schemas.microsoft.com/office/drawing/2014/main" id="{2A0F57AD-BDE9-6D4F-B165-A9951C71788D}"/>
              </a:ext>
            </a:extLst>
          </p:cNvPr>
          <p:cNvSpPr>
            <a:spLocks noGrp="1"/>
          </p:cNvSpPr>
          <p:nvPr>
            <p:ph type="sldNum" sz="quarter" idx="14"/>
          </p:nvPr>
        </p:nvSpPr>
        <p:spPr>
          <a:xfrm>
            <a:off x="12267673" y="6765667"/>
            <a:ext cx="0" cy="0"/>
          </a:xfrm>
        </p:spPr>
        <p:txBody>
          <a:bodyPr/>
          <a:lstStyle>
            <a:lvl1pPr algn="l">
              <a:defRPr sz="100">
                <a:solidFill>
                  <a:srgbClr val="F0F0F0"/>
                </a:solidFill>
              </a:defRPr>
            </a:lvl1pPr>
          </a:lstStyle>
          <a:p>
            <a:fld id="{1AB31D9B-80B6-41F8-B283-556E26E6158E}" type="slidenum">
              <a:rPr lang="en-GB"/>
              <a:pPr/>
              <a:t>‹nº›</a:t>
            </a:fld>
            <a:endParaRPr lang="en-GB"/>
          </a:p>
        </p:txBody>
      </p:sp>
      <p:sp>
        <p:nvSpPr>
          <p:cNvPr id="5" name="Text Placeholder 8">
            <a:extLst>
              <a:ext uri="{FF2B5EF4-FFF2-40B4-BE49-F238E27FC236}">
                <a16:creationId xmlns:a16="http://schemas.microsoft.com/office/drawing/2014/main" id="{F5CC922D-8453-2B88-1B73-40CCBF19F3B3}"/>
              </a:ext>
            </a:extLst>
          </p:cNvPr>
          <p:cNvSpPr>
            <a:spLocks noGrp="1"/>
          </p:cNvSpPr>
          <p:nvPr>
            <p:ph type="body" sz="quarter" idx="16" hasCustomPrompt="1"/>
          </p:nvPr>
        </p:nvSpPr>
        <p:spPr>
          <a:xfrm>
            <a:off x="508001" y="5132389"/>
            <a:ext cx="5708648" cy="471487"/>
          </a:xfrm>
        </p:spPr>
        <p:txBody>
          <a:bodyPr/>
          <a:lstStyle>
            <a:lvl1pPr marL="0" indent="0">
              <a:spcAft>
                <a:spcPts val="0"/>
              </a:spcAft>
              <a:buNone/>
              <a:defRPr sz="1500" b="0">
                <a:solidFill>
                  <a:schemeClr val="bg1"/>
                </a:solidFill>
                <a:latin typeface="GT Walsheim LC Light" pitchFamily="2" charset="0"/>
                <a:cs typeface="GT Walsheim LC Light" pitchFamily="2" charset="0"/>
              </a:defRPr>
            </a:lvl1pPr>
            <a:lvl2pPr>
              <a:defRPr sz="1875" b="0">
                <a:solidFill>
                  <a:schemeClr val="bg1"/>
                </a:solidFill>
              </a:defRPr>
            </a:lvl2pPr>
            <a:lvl3pPr>
              <a:spcAft>
                <a:spcPts val="0"/>
              </a:spcAft>
              <a:defRPr sz="1313" b="0">
                <a:solidFill>
                  <a:schemeClr val="bg1"/>
                </a:solidFill>
              </a:defRPr>
            </a:lvl3pPr>
            <a:lvl4pPr>
              <a:defRPr>
                <a:solidFill>
                  <a:schemeClr val="bg1"/>
                </a:solidFill>
              </a:defRPr>
            </a:lvl4pPr>
            <a:lvl5pPr>
              <a:defRPr>
                <a:solidFill>
                  <a:schemeClr val="bg1"/>
                </a:solidFill>
              </a:defRPr>
            </a:lvl5pPr>
          </a:lstStyle>
          <a:p>
            <a:pPr lvl="0"/>
            <a:r>
              <a:rPr lang="en-US"/>
              <a:t>Date</a:t>
            </a:r>
          </a:p>
        </p:txBody>
      </p:sp>
      <p:pic>
        <p:nvPicPr>
          <p:cNvPr id="4" name="GT#white_16x9_top">
            <a:extLst>
              <a:ext uri="{FF2B5EF4-FFF2-40B4-BE49-F238E27FC236}">
                <a16:creationId xmlns:a16="http://schemas.microsoft.com/office/drawing/2014/main" id="{E01F2D67-F2B1-1CA7-CBC8-B151BB78F91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66121" y="134382"/>
            <a:ext cx="3673624" cy="1173519"/>
          </a:xfrm>
          <a:prstGeom prst="rect">
            <a:avLst/>
          </a:prstGeom>
        </p:spPr>
      </p:pic>
    </p:spTree>
    <p:extLst>
      <p:ext uri="{BB962C8B-B14F-4D97-AF65-F5344CB8AC3E}">
        <p14:creationId xmlns:p14="http://schemas.microsoft.com/office/powerpoint/2010/main" val="191019097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Title + Bullet list">
    <p:spTree>
      <p:nvGrpSpPr>
        <p:cNvPr id="1" name=""/>
        <p:cNvGrpSpPr/>
        <p:nvPr/>
      </p:nvGrpSpPr>
      <p:grpSpPr>
        <a:xfrm>
          <a:off x="0" y="0"/>
          <a:ext cx="0" cy="0"/>
          <a:chOff x="0" y="0"/>
          <a:chExt cx="0" cy="0"/>
        </a:xfrm>
      </p:grpSpPr>
      <p:sp>
        <p:nvSpPr>
          <p:cNvPr id="8" name="Text Placeholder 5"/>
          <p:cNvSpPr>
            <a:spLocks noGrp="1"/>
          </p:cNvSpPr>
          <p:nvPr>
            <p:ph type="body" sz="quarter" idx="11" hasCustomPrompt="1"/>
          </p:nvPr>
        </p:nvSpPr>
        <p:spPr>
          <a:xfrm>
            <a:off x="624418" y="1867673"/>
            <a:ext cx="10943167" cy="4393427"/>
          </a:xfrm>
          <a:prstGeom prst="rect">
            <a:avLst/>
          </a:prstGeom>
        </p:spPr>
        <p:txBody>
          <a:bodyPr vert="horz" lIns="0"/>
          <a:lstStyle>
            <a:lvl1pPr marL="457189" indent="-457189">
              <a:buClr>
                <a:srgbClr val="4F2D7F"/>
              </a:buClr>
              <a:buFont typeface="Arial"/>
              <a:buChar char="•"/>
              <a:defRPr sz="3200"/>
            </a:lvl1pPr>
            <a:lvl2pPr marL="956709" indent="-457189">
              <a:buClr>
                <a:srgbClr val="4F2D7F"/>
              </a:buClr>
              <a:buFont typeface="Arial" panose="020B0604020202020204" pitchFamily="34" charset="0"/>
              <a:buChar char="–"/>
              <a:defRPr sz="2933"/>
            </a:lvl2pPr>
            <a:lvl3pPr marL="1413898" indent="-457189">
              <a:buClrTx/>
              <a:buFont typeface="Arial" panose="020B0604020202020204" pitchFamily="34" charset="0"/>
              <a:buChar char="–"/>
              <a:defRPr sz="2667"/>
            </a:lvl3pPr>
            <a:lvl4pPr marL="1790655" indent="-355591">
              <a:buFont typeface="+mj-lt"/>
              <a:buAutoNum type="alphaLcPeriod"/>
              <a:defRPr/>
            </a:lvl4pPr>
          </a:lstStyle>
          <a:p>
            <a:pPr lvl="0"/>
            <a:r>
              <a:rPr lang="en-GB"/>
              <a:t>clique para </a:t>
            </a:r>
            <a:r>
              <a:rPr lang="en-GB" err="1"/>
              <a:t>editar</a:t>
            </a:r>
            <a:r>
              <a:rPr lang="en-GB"/>
              <a:t> </a:t>
            </a:r>
            <a:r>
              <a:rPr lang="en-GB" err="1"/>
              <a:t>estilos</a:t>
            </a:r>
            <a:r>
              <a:rPr lang="en-GB"/>
              <a:t> de </a:t>
            </a:r>
            <a:r>
              <a:rPr lang="en-GB" err="1"/>
              <a:t>texto</a:t>
            </a:r>
            <a:r>
              <a:rPr lang="en-GB"/>
              <a:t> </a:t>
            </a:r>
            <a:r>
              <a:rPr lang="en-GB" err="1"/>
              <a:t>principalsegundo</a:t>
            </a:r>
            <a:r>
              <a:rPr lang="en-GB"/>
              <a:t> </a:t>
            </a:r>
            <a:r>
              <a:rPr lang="en-GB" err="1"/>
              <a:t>nível</a:t>
            </a:r>
            <a:endParaRPr lang="en-GB"/>
          </a:p>
          <a:p>
            <a:pPr lvl="2"/>
            <a:r>
              <a:rPr lang="en-GB" err="1"/>
              <a:t>terceiro</a:t>
            </a:r>
            <a:r>
              <a:rPr lang="en-GB"/>
              <a:t> </a:t>
            </a:r>
            <a:r>
              <a:rPr lang="en-GB" err="1"/>
              <a:t>nível</a:t>
            </a:r>
            <a:endParaRPr lang="en-GB"/>
          </a:p>
          <a:p>
            <a:pPr lvl="3"/>
            <a:r>
              <a:rPr lang="en-GB"/>
              <a:t>quarto </a:t>
            </a:r>
            <a:r>
              <a:rPr lang="en-GB" err="1"/>
              <a:t>nível</a:t>
            </a:r>
            <a:endParaRPr lang="en-GB"/>
          </a:p>
          <a:p>
            <a:pPr lvl="2"/>
            <a:endParaRPr lang="en-GB"/>
          </a:p>
          <a:p>
            <a:pPr lvl="2"/>
            <a:endParaRPr lang="en-GB"/>
          </a:p>
        </p:txBody>
      </p:sp>
      <p:sp>
        <p:nvSpPr>
          <p:cNvPr id="5" name="Title 13"/>
          <p:cNvSpPr>
            <a:spLocks noGrp="1"/>
          </p:cNvSpPr>
          <p:nvPr>
            <p:ph type="title" hasCustomPrompt="1"/>
          </p:nvPr>
        </p:nvSpPr>
        <p:spPr>
          <a:xfrm>
            <a:off x="624419" y="437635"/>
            <a:ext cx="10943165" cy="443776"/>
          </a:xfrm>
          <a:prstGeom prst="rect">
            <a:avLst/>
          </a:prstGeom>
        </p:spPr>
        <p:txBody>
          <a:bodyPr vert="horz" lIns="0" rIns="0" bIns="0"/>
          <a:lstStyle>
            <a:lvl1pPr algn="l" rtl="0">
              <a:lnSpc>
                <a:spcPts val="4533"/>
              </a:lnSpc>
              <a:defRPr sz="4000" b="1">
                <a:solidFill>
                  <a:srgbClr val="4F2D7F"/>
                </a:solidFill>
                <a:latin typeface="+mn-lt"/>
              </a:defRPr>
            </a:lvl1pPr>
          </a:lstStyle>
          <a:p>
            <a:pPr rtl="0">
              <a:lnSpc>
                <a:spcPts val="3400"/>
              </a:lnSpc>
            </a:pPr>
            <a:r>
              <a:rPr lang="pt-BR"/>
              <a:t>Clique aqui para adicionar título</a:t>
            </a:r>
          </a:p>
        </p:txBody>
      </p:sp>
    </p:spTree>
    <p:extLst>
      <p:ext uri="{BB962C8B-B14F-4D97-AF65-F5344CB8AC3E}">
        <p14:creationId xmlns:p14="http://schemas.microsoft.com/office/powerpoint/2010/main" val="87385869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1_Key Line Photo">
    <p:bg>
      <p:bgPr>
        <a:solidFill>
          <a:schemeClr val="accent1"/>
        </a:solidFill>
        <a:effectLst/>
      </p:bgPr>
    </p:bg>
    <p:spTree>
      <p:nvGrpSpPr>
        <p:cNvPr id="1" name=""/>
        <p:cNvGrpSpPr/>
        <p:nvPr/>
      </p:nvGrpSpPr>
      <p:grpSpPr>
        <a:xfrm>
          <a:off x="0" y="0"/>
          <a:ext cx="0" cy="0"/>
          <a:chOff x="0" y="0"/>
          <a:chExt cx="0" cy="0"/>
        </a:xfrm>
      </p:grpSpPr>
      <p:pic>
        <p:nvPicPr>
          <p:cNvPr id="21" name="Graphic 20">
            <a:extLst>
              <a:ext uri="{FF2B5EF4-FFF2-40B4-BE49-F238E27FC236}">
                <a16:creationId xmlns:a16="http://schemas.microsoft.com/office/drawing/2014/main" id="{54F7AFD4-E278-D993-80B5-E954EB64431A}"/>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016" t="41392" r="58334" b="39283"/>
          <a:stretch/>
        </p:blipFill>
        <p:spPr>
          <a:xfrm>
            <a:off x="0" y="1"/>
            <a:ext cx="12192000" cy="6858000"/>
          </a:xfrm>
          <a:prstGeom prst="rect">
            <a:avLst/>
          </a:prstGeom>
        </p:spPr>
      </p:pic>
      <p:pic>
        <p:nvPicPr>
          <p:cNvPr id="4" name="Gráfico 3">
            <a:extLst>
              <a:ext uri="{FF2B5EF4-FFF2-40B4-BE49-F238E27FC236}">
                <a16:creationId xmlns:a16="http://schemas.microsoft.com/office/drawing/2014/main" id="{76DC9188-85A6-388B-BAFE-46DC018A33B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432276" y="6224588"/>
            <a:ext cx="372165" cy="372165"/>
          </a:xfrm>
          <a:prstGeom prst="rect">
            <a:avLst/>
          </a:prstGeom>
        </p:spPr>
      </p:pic>
      <p:sp>
        <p:nvSpPr>
          <p:cNvPr id="7" name="Slide Number Placeholder 5">
            <a:extLst>
              <a:ext uri="{FF2B5EF4-FFF2-40B4-BE49-F238E27FC236}">
                <a16:creationId xmlns:a16="http://schemas.microsoft.com/office/drawing/2014/main" id="{01896E53-3E68-1D50-B9A9-F8D3379C6834}"/>
              </a:ext>
            </a:extLst>
          </p:cNvPr>
          <p:cNvSpPr txBox="1">
            <a:spLocks/>
          </p:cNvSpPr>
          <p:nvPr userDrawn="1"/>
        </p:nvSpPr>
        <p:spPr>
          <a:xfrm>
            <a:off x="508001" y="6489031"/>
            <a:ext cx="5481319" cy="107722"/>
          </a:xfrm>
          <a:prstGeom prst="rect">
            <a:avLst/>
          </a:prstGeom>
          <a:noFill/>
        </p:spPr>
        <p:txBody>
          <a:bodyPr wrap="square" lIns="0" tIns="0" rIns="0" bIns="0" anchor="ctr" anchorCtr="0">
            <a:spAutoFit/>
          </a:bodyPr>
          <a:lstStyle>
            <a:defPPr>
              <a:defRPr lang="en-US"/>
            </a:defPPr>
            <a:lvl1pPr marL="0" algn="r" defTabSz="1066302" rtl="0" eaLnBrk="1" latinLnBrk="0" hangingPunct="1">
              <a:defRPr sz="1000" kern="1200">
                <a:solidFill>
                  <a:schemeClr val="tx1"/>
                </a:solidFill>
                <a:latin typeface="Arial" pitchFamily="34" charset="0"/>
                <a:ea typeface="+mn-ea"/>
                <a:cs typeface="Arial" pitchFamily="34" charset="0"/>
              </a:defRPr>
            </a:lvl1pPr>
            <a:lvl2pPr marL="533152" algn="l" defTabSz="1066302" rtl="0" eaLnBrk="1" latinLnBrk="0" hangingPunct="1">
              <a:defRPr sz="2100" kern="1200">
                <a:solidFill>
                  <a:schemeClr val="tx1"/>
                </a:solidFill>
                <a:latin typeface="+mn-lt"/>
                <a:ea typeface="+mn-ea"/>
                <a:cs typeface="+mn-cs"/>
              </a:defRPr>
            </a:lvl2pPr>
            <a:lvl3pPr marL="1066302" algn="l" defTabSz="1066302" rtl="0" eaLnBrk="1" latinLnBrk="0" hangingPunct="1">
              <a:defRPr sz="2100" kern="1200">
                <a:solidFill>
                  <a:schemeClr val="tx1"/>
                </a:solidFill>
                <a:latin typeface="+mn-lt"/>
                <a:ea typeface="+mn-ea"/>
                <a:cs typeface="+mn-cs"/>
              </a:defRPr>
            </a:lvl3pPr>
            <a:lvl4pPr marL="1599453" algn="l" defTabSz="1066302" rtl="0" eaLnBrk="1" latinLnBrk="0" hangingPunct="1">
              <a:defRPr sz="2100" kern="1200">
                <a:solidFill>
                  <a:schemeClr val="tx1"/>
                </a:solidFill>
                <a:latin typeface="+mn-lt"/>
                <a:ea typeface="+mn-ea"/>
                <a:cs typeface="+mn-cs"/>
              </a:defRPr>
            </a:lvl4pPr>
            <a:lvl5pPr marL="2132603" algn="l" defTabSz="1066302" rtl="0" eaLnBrk="1" latinLnBrk="0" hangingPunct="1">
              <a:defRPr sz="2100" kern="1200">
                <a:solidFill>
                  <a:schemeClr val="tx1"/>
                </a:solidFill>
                <a:latin typeface="+mn-lt"/>
                <a:ea typeface="+mn-ea"/>
                <a:cs typeface="+mn-cs"/>
              </a:defRPr>
            </a:lvl5pPr>
            <a:lvl6pPr marL="2665755" algn="l" defTabSz="1066302" rtl="0" eaLnBrk="1" latinLnBrk="0" hangingPunct="1">
              <a:defRPr sz="2100" kern="1200">
                <a:solidFill>
                  <a:schemeClr val="tx1"/>
                </a:solidFill>
                <a:latin typeface="+mn-lt"/>
                <a:ea typeface="+mn-ea"/>
                <a:cs typeface="+mn-cs"/>
              </a:defRPr>
            </a:lvl6pPr>
            <a:lvl7pPr marL="3198906" algn="l" defTabSz="1066302" rtl="0" eaLnBrk="1" latinLnBrk="0" hangingPunct="1">
              <a:defRPr sz="2100" kern="1200">
                <a:solidFill>
                  <a:schemeClr val="tx1"/>
                </a:solidFill>
                <a:latin typeface="+mn-lt"/>
                <a:ea typeface="+mn-ea"/>
                <a:cs typeface="+mn-cs"/>
              </a:defRPr>
            </a:lvl7pPr>
            <a:lvl8pPr marL="3732056" algn="l" defTabSz="1066302" rtl="0" eaLnBrk="1" latinLnBrk="0" hangingPunct="1">
              <a:defRPr sz="2100" kern="1200">
                <a:solidFill>
                  <a:schemeClr val="tx1"/>
                </a:solidFill>
                <a:latin typeface="+mn-lt"/>
                <a:ea typeface="+mn-ea"/>
                <a:cs typeface="+mn-cs"/>
              </a:defRPr>
            </a:lvl8pPr>
            <a:lvl9pPr marL="4265207" algn="l" defTabSz="1066302" rtl="0" eaLnBrk="1" latinLnBrk="0" hangingPunct="1">
              <a:defRPr sz="2100" kern="1200">
                <a:solidFill>
                  <a:schemeClr val="tx1"/>
                </a:solidFill>
                <a:latin typeface="+mn-lt"/>
                <a:ea typeface="+mn-ea"/>
                <a:cs typeface="+mn-cs"/>
              </a:defRPr>
            </a:lvl9pPr>
          </a:lstStyle>
          <a:p>
            <a:pPr marL="0" marR="0" lvl="0" indent="0" algn="l" defTabSz="1421700"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schemeClr val="bg1"/>
                </a:solidFill>
                <a:effectLst/>
                <a:uLnTx/>
                <a:uFillTx/>
                <a:latin typeface="GT Walsheim LC Light" pitchFamily="2" charset="0"/>
                <a:ea typeface="+mn-ea"/>
                <a:cs typeface="GT Walsheim LC Light" pitchFamily="2" charset="0"/>
              </a:rPr>
              <a:t>© 2026 Grant Thornton Brasil  | Todos os direitos reservados |  Firma-membro brasileira da Grant Thornton International Ltd.</a:t>
            </a:r>
          </a:p>
        </p:txBody>
      </p:sp>
    </p:spTree>
    <p:extLst>
      <p:ext uri="{BB962C8B-B14F-4D97-AF65-F5344CB8AC3E}">
        <p14:creationId xmlns:p14="http://schemas.microsoft.com/office/powerpoint/2010/main" val="1953566947"/>
      </p:ext>
    </p:extLst>
  </p:cSld>
  <p:clrMapOvr>
    <a:masterClrMapping/>
  </p:clrMapOvr>
  <p:hf hdr="0" dt="0"/>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1_Quote Keylin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C21F411-807F-C4CB-E782-53849911F5F1}"/>
              </a:ext>
            </a:extLst>
          </p:cNvPr>
          <p:cNvPicPr>
            <a:picLocks noChangeAspect="1"/>
          </p:cNvPicPr>
          <p:nvPr userDrawn="1"/>
        </p:nvPicPr>
        <p:blipFill>
          <a:blip r:embed="rId2"/>
          <a:srcRect/>
          <a:stretch/>
        </p:blipFill>
        <p:spPr>
          <a:xfrm>
            <a:off x="952" y="535"/>
            <a:ext cx="12224001" cy="6876000"/>
          </a:xfrm>
          <a:prstGeom prst="rect">
            <a:avLst/>
          </a:prstGeom>
        </p:spPr>
      </p:pic>
      <p:sp>
        <p:nvSpPr>
          <p:cNvPr id="6" name="Text Placeholder 5">
            <a:extLst>
              <a:ext uri="{FF2B5EF4-FFF2-40B4-BE49-F238E27FC236}">
                <a16:creationId xmlns:a16="http://schemas.microsoft.com/office/drawing/2014/main" id="{A36C529F-B8EC-9043-CE7D-2451E855BFB6}"/>
              </a:ext>
            </a:extLst>
          </p:cNvPr>
          <p:cNvSpPr>
            <a:spLocks noGrp="1"/>
          </p:cNvSpPr>
          <p:nvPr>
            <p:ph type="body" sz="quarter" idx="15" hasCustomPrompt="1"/>
          </p:nvPr>
        </p:nvSpPr>
        <p:spPr>
          <a:xfrm>
            <a:off x="1460502" y="2306206"/>
            <a:ext cx="9270998" cy="1746250"/>
          </a:xfrm>
        </p:spPr>
        <p:txBody>
          <a:bodyPr anchor="ctr"/>
          <a:lstStyle>
            <a:lvl1pPr marL="0" indent="0" algn="ctr">
              <a:lnSpc>
                <a:spcPts val="4600"/>
              </a:lnSpc>
              <a:spcAft>
                <a:spcPts val="3000"/>
              </a:spcAft>
              <a:buNone/>
              <a:defRPr sz="4000" b="1">
                <a:solidFill>
                  <a:schemeClr val="accent1"/>
                </a:solidFill>
              </a:defRPr>
            </a:lvl1pPr>
            <a:lvl2pPr marL="268287" indent="0" algn="ctr">
              <a:buNone/>
              <a:defRPr sz="2400" b="0">
                <a:solidFill>
                  <a:schemeClr val="tx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lang="en-US"/>
              <a:t>“Pull quote. Duis </a:t>
            </a:r>
            <a:r>
              <a:rPr lang="en-US" err="1"/>
              <a:t>ornare</a:t>
            </a:r>
            <a:endParaRPr lang="en-US"/>
          </a:p>
          <a:p>
            <a:pPr lvl="1"/>
            <a:r>
              <a:rPr lang="en-US"/>
              <a:t>Subhead over one line</a:t>
            </a:r>
          </a:p>
        </p:txBody>
      </p:sp>
      <p:pic>
        <p:nvPicPr>
          <p:cNvPr id="2" name="Gráfico 1">
            <a:extLst>
              <a:ext uri="{FF2B5EF4-FFF2-40B4-BE49-F238E27FC236}">
                <a16:creationId xmlns:a16="http://schemas.microsoft.com/office/drawing/2014/main" id="{407D8750-5C14-999F-267F-36DB40D9395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432276" y="6224588"/>
            <a:ext cx="372165" cy="372165"/>
          </a:xfrm>
          <a:prstGeom prst="rect">
            <a:avLst/>
          </a:prstGeom>
        </p:spPr>
      </p:pic>
      <p:sp>
        <p:nvSpPr>
          <p:cNvPr id="4" name="Slide Number Placeholder 5">
            <a:extLst>
              <a:ext uri="{FF2B5EF4-FFF2-40B4-BE49-F238E27FC236}">
                <a16:creationId xmlns:a16="http://schemas.microsoft.com/office/drawing/2014/main" id="{15813997-20A0-C24B-2571-A440941F214B}"/>
              </a:ext>
            </a:extLst>
          </p:cNvPr>
          <p:cNvSpPr txBox="1">
            <a:spLocks/>
          </p:cNvSpPr>
          <p:nvPr userDrawn="1"/>
        </p:nvSpPr>
        <p:spPr>
          <a:xfrm>
            <a:off x="508001" y="6489031"/>
            <a:ext cx="5481319" cy="107722"/>
          </a:xfrm>
          <a:prstGeom prst="rect">
            <a:avLst/>
          </a:prstGeom>
          <a:noFill/>
        </p:spPr>
        <p:txBody>
          <a:bodyPr wrap="square" lIns="0" tIns="0" rIns="0" bIns="0" anchor="ctr" anchorCtr="0">
            <a:spAutoFit/>
          </a:bodyPr>
          <a:lstStyle>
            <a:defPPr>
              <a:defRPr lang="en-US"/>
            </a:defPPr>
            <a:lvl1pPr marL="0" algn="r" defTabSz="1066302" rtl="0" eaLnBrk="1" latinLnBrk="0" hangingPunct="1">
              <a:defRPr sz="1000" kern="1200">
                <a:solidFill>
                  <a:schemeClr val="tx1"/>
                </a:solidFill>
                <a:latin typeface="Arial" pitchFamily="34" charset="0"/>
                <a:ea typeface="+mn-ea"/>
                <a:cs typeface="Arial" pitchFamily="34" charset="0"/>
              </a:defRPr>
            </a:lvl1pPr>
            <a:lvl2pPr marL="533152" algn="l" defTabSz="1066302" rtl="0" eaLnBrk="1" latinLnBrk="0" hangingPunct="1">
              <a:defRPr sz="2100" kern="1200">
                <a:solidFill>
                  <a:schemeClr val="tx1"/>
                </a:solidFill>
                <a:latin typeface="+mn-lt"/>
                <a:ea typeface="+mn-ea"/>
                <a:cs typeface="+mn-cs"/>
              </a:defRPr>
            </a:lvl2pPr>
            <a:lvl3pPr marL="1066302" algn="l" defTabSz="1066302" rtl="0" eaLnBrk="1" latinLnBrk="0" hangingPunct="1">
              <a:defRPr sz="2100" kern="1200">
                <a:solidFill>
                  <a:schemeClr val="tx1"/>
                </a:solidFill>
                <a:latin typeface="+mn-lt"/>
                <a:ea typeface="+mn-ea"/>
                <a:cs typeface="+mn-cs"/>
              </a:defRPr>
            </a:lvl3pPr>
            <a:lvl4pPr marL="1599453" algn="l" defTabSz="1066302" rtl="0" eaLnBrk="1" latinLnBrk="0" hangingPunct="1">
              <a:defRPr sz="2100" kern="1200">
                <a:solidFill>
                  <a:schemeClr val="tx1"/>
                </a:solidFill>
                <a:latin typeface="+mn-lt"/>
                <a:ea typeface="+mn-ea"/>
                <a:cs typeface="+mn-cs"/>
              </a:defRPr>
            </a:lvl4pPr>
            <a:lvl5pPr marL="2132603" algn="l" defTabSz="1066302" rtl="0" eaLnBrk="1" latinLnBrk="0" hangingPunct="1">
              <a:defRPr sz="2100" kern="1200">
                <a:solidFill>
                  <a:schemeClr val="tx1"/>
                </a:solidFill>
                <a:latin typeface="+mn-lt"/>
                <a:ea typeface="+mn-ea"/>
                <a:cs typeface="+mn-cs"/>
              </a:defRPr>
            </a:lvl5pPr>
            <a:lvl6pPr marL="2665755" algn="l" defTabSz="1066302" rtl="0" eaLnBrk="1" latinLnBrk="0" hangingPunct="1">
              <a:defRPr sz="2100" kern="1200">
                <a:solidFill>
                  <a:schemeClr val="tx1"/>
                </a:solidFill>
                <a:latin typeface="+mn-lt"/>
                <a:ea typeface="+mn-ea"/>
                <a:cs typeface="+mn-cs"/>
              </a:defRPr>
            </a:lvl6pPr>
            <a:lvl7pPr marL="3198906" algn="l" defTabSz="1066302" rtl="0" eaLnBrk="1" latinLnBrk="0" hangingPunct="1">
              <a:defRPr sz="2100" kern="1200">
                <a:solidFill>
                  <a:schemeClr val="tx1"/>
                </a:solidFill>
                <a:latin typeface="+mn-lt"/>
                <a:ea typeface="+mn-ea"/>
                <a:cs typeface="+mn-cs"/>
              </a:defRPr>
            </a:lvl7pPr>
            <a:lvl8pPr marL="3732056" algn="l" defTabSz="1066302" rtl="0" eaLnBrk="1" latinLnBrk="0" hangingPunct="1">
              <a:defRPr sz="2100" kern="1200">
                <a:solidFill>
                  <a:schemeClr val="tx1"/>
                </a:solidFill>
                <a:latin typeface="+mn-lt"/>
                <a:ea typeface="+mn-ea"/>
                <a:cs typeface="+mn-cs"/>
              </a:defRPr>
            </a:lvl8pPr>
            <a:lvl9pPr marL="4265207" algn="l" defTabSz="1066302" rtl="0" eaLnBrk="1" latinLnBrk="0" hangingPunct="1">
              <a:defRPr sz="2100" kern="1200">
                <a:solidFill>
                  <a:schemeClr val="tx1"/>
                </a:solidFill>
                <a:latin typeface="+mn-lt"/>
                <a:ea typeface="+mn-ea"/>
                <a:cs typeface="+mn-cs"/>
              </a:defRPr>
            </a:lvl9pPr>
          </a:lstStyle>
          <a:p>
            <a:pPr marL="0" marR="0" lvl="0" indent="0" algn="l" defTabSz="1421700"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schemeClr val="tx1"/>
                </a:solidFill>
                <a:effectLst/>
                <a:uLnTx/>
                <a:uFillTx/>
                <a:latin typeface="GT Walsheim LC Light" pitchFamily="2" charset="0"/>
                <a:ea typeface="+mn-ea"/>
                <a:cs typeface="GT Walsheim LC Light" pitchFamily="2" charset="0"/>
              </a:rPr>
              <a:t>© 2026 Grant Thornton Brasil  | Todos os direitos reservados |  Firma-membro brasileira da Grant Thornton International Ltd.</a:t>
            </a:r>
          </a:p>
        </p:txBody>
      </p:sp>
    </p:spTree>
    <p:extLst>
      <p:ext uri="{BB962C8B-B14F-4D97-AF65-F5344CB8AC3E}">
        <p14:creationId xmlns:p14="http://schemas.microsoft.com/office/powerpoint/2010/main" val="3311494324"/>
      </p:ext>
    </p:extLst>
  </p:cSld>
  <p:clrMapOvr>
    <a:masterClrMapping/>
  </p:clrMapOvr>
  <p:hf hdr="0" dt="0"/>
</p:sldLayout>
</file>

<file path=ppt/slideLayouts/slideLayout76.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3" name="Title"/>
          <p:cNvSpPr>
            <a:spLocks noGrp="1"/>
          </p:cNvSpPr>
          <p:nvPr>
            <p:ph type="title"/>
          </p:nvPr>
        </p:nvSpPr>
        <p:spPr/>
        <p:txBody>
          <a:bodyPr/>
          <a:lstStyle/>
          <a:p>
            <a:r>
              <a:rPr lang="en-US"/>
              <a:t>Click to edit Master title style</a:t>
            </a:r>
            <a:endParaRPr lang="en-GB"/>
          </a:p>
        </p:txBody>
      </p:sp>
      <p:sp>
        <p:nvSpPr>
          <p:cNvPr id="2" name="Footer">
            <a:extLst>
              <a:ext uri="{FF2B5EF4-FFF2-40B4-BE49-F238E27FC236}">
                <a16:creationId xmlns:a16="http://schemas.microsoft.com/office/drawing/2014/main" id="{B91D8E26-4843-3D91-8C44-C0A45C8C86FE}"/>
              </a:ext>
            </a:extLst>
          </p:cNvPr>
          <p:cNvSpPr>
            <a:spLocks noGrp="1"/>
          </p:cNvSpPr>
          <p:nvPr>
            <p:ph type="ftr" sz="quarter" idx="22"/>
          </p:nvPr>
        </p:nvSpPr>
        <p:spPr/>
        <p:txBody>
          <a:bodyPr/>
          <a:lstStyle/>
          <a:p>
            <a:endParaRPr lang="en-GB"/>
          </a:p>
        </p:txBody>
      </p:sp>
      <p:sp>
        <p:nvSpPr>
          <p:cNvPr id="6" name="SlideNumber">
            <a:extLst>
              <a:ext uri="{FF2B5EF4-FFF2-40B4-BE49-F238E27FC236}">
                <a16:creationId xmlns:a16="http://schemas.microsoft.com/office/drawing/2014/main" id="{0067706D-A5D6-7AA0-D31D-CCFD64E1730E}"/>
              </a:ext>
            </a:extLst>
          </p:cNvPr>
          <p:cNvSpPr>
            <a:spLocks noGrp="1"/>
          </p:cNvSpPr>
          <p:nvPr>
            <p:ph type="sldNum" sz="quarter" idx="23"/>
          </p:nvPr>
        </p:nvSpPr>
        <p:spPr/>
        <p:txBody>
          <a:bodyPr/>
          <a:lstStyle/>
          <a:p>
            <a:fld id="{1AB31D9B-80B6-41F8-B283-556E26E6158E}" type="slidenum">
              <a:rPr lang="en-GB"/>
              <a:pPr/>
              <a:t>‹nº›</a:t>
            </a:fld>
            <a:endParaRPr lang="en-GB"/>
          </a:p>
        </p:txBody>
      </p:sp>
      <p:sp>
        <p:nvSpPr>
          <p:cNvPr id="4" name="ChapterTitle">
            <a:extLst>
              <a:ext uri="{FF2B5EF4-FFF2-40B4-BE49-F238E27FC236}">
                <a16:creationId xmlns:a16="http://schemas.microsoft.com/office/drawing/2014/main" id="{C2449D8B-AA1D-C041-3F58-C074D2A5ECBF}"/>
              </a:ext>
            </a:extLst>
          </p:cNvPr>
          <p:cNvSpPr>
            <a:spLocks noGrp="1"/>
          </p:cNvSpPr>
          <p:nvPr>
            <p:ph type="body" sz="quarter" idx="12" hasCustomPrompt="1"/>
          </p:nvPr>
        </p:nvSpPr>
        <p:spPr>
          <a:xfrm>
            <a:off x="508000" y="240853"/>
            <a:ext cx="5465763" cy="153888"/>
          </a:xfrm>
          <a:prstGeom prst="rect">
            <a:avLst/>
          </a:prstGeom>
        </p:spPr>
        <p:txBody>
          <a:bodyPr>
            <a:noAutofit/>
          </a:bodyPr>
          <a:lstStyle>
            <a:lvl1pPr marL="0" indent="0">
              <a:buFont typeface="GT Walsheim LC Light" pitchFamily="2" charset="0"/>
              <a:buNone/>
              <a:defRPr sz="1000" b="0" baseline="0">
                <a:latin typeface="+mn-lt"/>
              </a:defRPr>
            </a:lvl1pPr>
          </a:lstStyle>
          <a:p>
            <a:pPr lvl="0"/>
            <a:r>
              <a:rPr lang="en-GB"/>
              <a:t>Chapter title (optional)</a:t>
            </a:r>
          </a:p>
        </p:txBody>
      </p:sp>
    </p:spTree>
    <p:extLst>
      <p:ext uri="{BB962C8B-B14F-4D97-AF65-F5344CB8AC3E}">
        <p14:creationId xmlns:p14="http://schemas.microsoft.com/office/powerpoint/2010/main" val="2550799966"/>
      </p:ext>
    </p:extLst>
  </p:cSld>
  <p:clrMapOvr>
    <a:masterClrMapping/>
  </p:clrMapOvr>
  <p:hf hdr="0" ftr="0" dt="0"/>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74" Type="http://schemas.openxmlformats.org/officeDocument/2006/relationships/slideLayout" Target="../slideLayouts/slideLayout74.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image" Target="../media/image1.svg"/><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2" Type="http://schemas.openxmlformats.org/officeDocument/2006/relationships/slideLayout" Target="../slideLayouts/slideLayout2.xml"/><Relationship Id="rId29"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2" name="Title"/>
          <p:cNvSpPr>
            <a:spLocks noGrp="1"/>
          </p:cNvSpPr>
          <p:nvPr>
            <p:ph type="title"/>
          </p:nvPr>
        </p:nvSpPr>
        <p:spPr>
          <a:xfrm>
            <a:off x="508003" y="508000"/>
            <a:ext cx="11175997" cy="941388"/>
          </a:xfrm>
          <a:prstGeom prst="rect">
            <a:avLst/>
          </a:prstGeom>
        </p:spPr>
        <p:txBody>
          <a:bodyPr vert="horz" wrap="square" lIns="0" tIns="0" rIns="0" bIns="0" rtlCol="0" anchor="t" anchorCtr="0">
            <a:noAutofit/>
          </a:bodyPr>
          <a:lstStyle/>
          <a:p>
            <a:r>
              <a:rPr lang="pt-BR" noProof="0"/>
              <a:t>Clique para editar o título Mestre</a:t>
            </a:r>
            <a:endParaRPr lang="en-GB" noProof="0"/>
          </a:p>
        </p:txBody>
      </p:sp>
      <p:sp>
        <p:nvSpPr>
          <p:cNvPr id="13" name="Text"/>
          <p:cNvSpPr>
            <a:spLocks noGrp="1"/>
          </p:cNvSpPr>
          <p:nvPr>
            <p:ph type="body" idx="1"/>
          </p:nvPr>
        </p:nvSpPr>
        <p:spPr>
          <a:xfrm>
            <a:off x="508000" y="1724025"/>
            <a:ext cx="11176000" cy="4260850"/>
          </a:xfrm>
          <a:prstGeom prst="rect">
            <a:avLst/>
          </a:prstGeom>
        </p:spPr>
        <p:txBody>
          <a:bodyPr vert="horz" wrap="square" lIns="0" tIns="0" rIns="0" bIns="0" rtlCol="0" anchor="t" anchorCtr="0">
            <a:noAutofit/>
          </a:bodyPr>
          <a:lstStyle/>
          <a:p>
            <a:pPr lvl="0"/>
            <a:r>
              <a:rPr lang="en-GB" noProof="0"/>
              <a:t>First Level</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Sixth level</a:t>
            </a:r>
          </a:p>
          <a:p>
            <a:pPr lvl="6"/>
            <a:r>
              <a:rPr lang="en-GB" noProof="0"/>
              <a:t>Seventh level</a:t>
            </a:r>
          </a:p>
          <a:p>
            <a:pPr lvl="7"/>
            <a:r>
              <a:rPr lang="en-GB" noProof="0"/>
              <a:t>Eight level</a:t>
            </a:r>
          </a:p>
          <a:p>
            <a:pPr lvl="8"/>
            <a:r>
              <a:rPr lang="en-GB" noProof="0"/>
              <a:t>Ninth level</a:t>
            </a:r>
          </a:p>
        </p:txBody>
      </p:sp>
      <p:pic>
        <p:nvPicPr>
          <p:cNvPr id="2" name="Gráfico 1">
            <a:extLst>
              <a:ext uri="{FF2B5EF4-FFF2-40B4-BE49-F238E27FC236}">
                <a16:creationId xmlns:a16="http://schemas.microsoft.com/office/drawing/2014/main" id="{F0FF0260-CD58-A02A-CAFA-D4D0731870F3}"/>
              </a:ext>
            </a:extLst>
          </p:cNvPr>
          <p:cNvPicPr>
            <a:picLocks noChangeAspect="1"/>
          </p:cNvPicPr>
          <p:nvPr userDrawn="1"/>
        </p:nvPicPr>
        <p:blipFill>
          <a:blip>
            <a:extLst>
              <a:ext uri="{96DAC541-7B7A-43D3-8B79-37D633B846F1}">
                <asvg:svgBlip xmlns:asvg="http://schemas.microsoft.com/office/drawing/2016/SVG/main" r:embed="rId78"/>
              </a:ext>
            </a:extLst>
          </a:blip>
          <a:stretch>
            <a:fillRect/>
          </a:stretch>
        </p:blipFill>
        <p:spPr>
          <a:xfrm>
            <a:off x="11432276" y="6224588"/>
            <a:ext cx="372165" cy="372165"/>
          </a:xfrm>
          <a:prstGeom prst="rect">
            <a:avLst/>
          </a:prstGeom>
        </p:spPr>
      </p:pic>
      <p:sp>
        <p:nvSpPr>
          <p:cNvPr id="3" name="Slide Number Placeholder 5">
            <a:extLst>
              <a:ext uri="{FF2B5EF4-FFF2-40B4-BE49-F238E27FC236}">
                <a16:creationId xmlns:a16="http://schemas.microsoft.com/office/drawing/2014/main" id="{9CEE7481-987F-EF95-333A-A41600E4B9AF}"/>
              </a:ext>
            </a:extLst>
          </p:cNvPr>
          <p:cNvSpPr txBox="1">
            <a:spLocks/>
          </p:cNvSpPr>
          <p:nvPr userDrawn="1"/>
        </p:nvSpPr>
        <p:spPr>
          <a:xfrm>
            <a:off x="508001" y="6489031"/>
            <a:ext cx="5481319" cy="107722"/>
          </a:xfrm>
          <a:prstGeom prst="rect">
            <a:avLst/>
          </a:prstGeom>
          <a:noFill/>
        </p:spPr>
        <p:txBody>
          <a:bodyPr wrap="square" lIns="0" tIns="0" rIns="0" bIns="0" anchor="ctr" anchorCtr="0">
            <a:spAutoFit/>
          </a:bodyPr>
          <a:lstStyle>
            <a:defPPr>
              <a:defRPr lang="en-US"/>
            </a:defPPr>
            <a:lvl1pPr marL="0" algn="r" defTabSz="1066302" rtl="0" eaLnBrk="1" latinLnBrk="0" hangingPunct="1">
              <a:defRPr sz="1000" kern="1200">
                <a:solidFill>
                  <a:schemeClr val="tx1"/>
                </a:solidFill>
                <a:latin typeface="Arial" pitchFamily="34" charset="0"/>
                <a:ea typeface="+mn-ea"/>
                <a:cs typeface="Arial" pitchFamily="34" charset="0"/>
              </a:defRPr>
            </a:lvl1pPr>
            <a:lvl2pPr marL="533152" algn="l" defTabSz="1066302" rtl="0" eaLnBrk="1" latinLnBrk="0" hangingPunct="1">
              <a:defRPr sz="2100" kern="1200">
                <a:solidFill>
                  <a:schemeClr val="tx1"/>
                </a:solidFill>
                <a:latin typeface="+mn-lt"/>
                <a:ea typeface="+mn-ea"/>
                <a:cs typeface="+mn-cs"/>
              </a:defRPr>
            </a:lvl2pPr>
            <a:lvl3pPr marL="1066302" algn="l" defTabSz="1066302" rtl="0" eaLnBrk="1" latinLnBrk="0" hangingPunct="1">
              <a:defRPr sz="2100" kern="1200">
                <a:solidFill>
                  <a:schemeClr val="tx1"/>
                </a:solidFill>
                <a:latin typeface="+mn-lt"/>
                <a:ea typeface="+mn-ea"/>
                <a:cs typeface="+mn-cs"/>
              </a:defRPr>
            </a:lvl3pPr>
            <a:lvl4pPr marL="1599453" algn="l" defTabSz="1066302" rtl="0" eaLnBrk="1" latinLnBrk="0" hangingPunct="1">
              <a:defRPr sz="2100" kern="1200">
                <a:solidFill>
                  <a:schemeClr val="tx1"/>
                </a:solidFill>
                <a:latin typeface="+mn-lt"/>
                <a:ea typeface="+mn-ea"/>
                <a:cs typeface="+mn-cs"/>
              </a:defRPr>
            </a:lvl4pPr>
            <a:lvl5pPr marL="2132603" algn="l" defTabSz="1066302" rtl="0" eaLnBrk="1" latinLnBrk="0" hangingPunct="1">
              <a:defRPr sz="2100" kern="1200">
                <a:solidFill>
                  <a:schemeClr val="tx1"/>
                </a:solidFill>
                <a:latin typeface="+mn-lt"/>
                <a:ea typeface="+mn-ea"/>
                <a:cs typeface="+mn-cs"/>
              </a:defRPr>
            </a:lvl5pPr>
            <a:lvl6pPr marL="2665755" algn="l" defTabSz="1066302" rtl="0" eaLnBrk="1" latinLnBrk="0" hangingPunct="1">
              <a:defRPr sz="2100" kern="1200">
                <a:solidFill>
                  <a:schemeClr val="tx1"/>
                </a:solidFill>
                <a:latin typeface="+mn-lt"/>
                <a:ea typeface="+mn-ea"/>
                <a:cs typeface="+mn-cs"/>
              </a:defRPr>
            </a:lvl6pPr>
            <a:lvl7pPr marL="3198906" algn="l" defTabSz="1066302" rtl="0" eaLnBrk="1" latinLnBrk="0" hangingPunct="1">
              <a:defRPr sz="2100" kern="1200">
                <a:solidFill>
                  <a:schemeClr val="tx1"/>
                </a:solidFill>
                <a:latin typeface="+mn-lt"/>
                <a:ea typeface="+mn-ea"/>
                <a:cs typeface="+mn-cs"/>
              </a:defRPr>
            </a:lvl7pPr>
            <a:lvl8pPr marL="3732056" algn="l" defTabSz="1066302" rtl="0" eaLnBrk="1" latinLnBrk="0" hangingPunct="1">
              <a:defRPr sz="2100" kern="1200">
                <a:solidFill>
                  <a:schemeClr val="tx1"/>
                </a:solidFill>
                <a:latin typeface="+mn-lt"/>
                <a:ea typeface="+mn-ea"/>
                <a:cs typeface="+mn-cs"/>
              </a:defRPr>
            </a:lvl8pPr>
            <a:lvl9pPr marL="4265207" algn="l" defTabSz="1066302" rtl="0" eaLnBrk="1" latinLnBrk="0" hangingPunct="1">
              <a:defRPr sz="2100" kern="1200">
                <a:solidFill>
                  <a:schemeClr val="tx1"/>
                </a:solidFill>
                <a:latin typeface="+mn-lt"/>
                <a:ea typeface="+mn-ea"/>
                <a:cs typeface="+mn-cs"/>
              </a:defRPr>
            </a:lvl9pPr>
          </a:lstStyle>
          <a:p>
            <a:pPr marL="0" marR="0" lvl="0" indent="0" algn="l" defTabSz="1421700"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schemeClr val="tx1"/>
                </a:solidFill>
                <a:effectLst/>
                <a:uLnTx/>
                <a:uFillTx/>
                <a:latin typeface="GT Walsheim LC Light" pitchFamily="2" charset="0"/>
                <a:ea typeface="+mn-ea"/>
                <a:cs typeface="GT Walsheim LC Light" pitchFamily="2" charset="0"/>
              </a:rPr>
              <a:t>© 2026 Grant Thornton Brasil  | Todos os direitos reservados |  Firma-membro brasileira da Grant Thornton International Ltd.</a:t>
            </a:r>
          </a:p>
        </p:txBody>
      </p:sp>
    </p:spTree>
    <p:extLst>
      <p:ext uri="{BB962C8B-B14F-4D97-AF65-F5344CB8AC3E}">
        <p14:creationId xmlns:p14="http://schemas.microsoft.com/office/powerpoint/2010/main" val="568643552"/>
      </p:ext>
    </p:extLst>
  </p:cSld>
  <p:clrMap bg1="lt1" tx1="dk1" bg2="lt2" tx2="dk2" accent1="accent1" accent2="accent2" accent3="accent3" accent4="accent4" accent5="accent5" accent6="accent6" hlink="hlink" folHlink="folHlink"/>
  <p:sldLayoutIdLst>
    <p:sldLayoutId id="2147483787" r:id="rId1"/>
    <p:sldLayoutId id="2147483855" r:id="rId2"/>
    <p:sldLayoutId id="2147483788" r:id="rId3"/>
    <p:sldLayoutId id="2147483789" r:id="rId4"/>
    <p:sldLayoutId id="2147483815" r:id="rId5"/>
    <p:sldLayoutId id="2147483790" r:id="rId6"/>
    <p:sldLayoutId id="2147483860" r:id="rId7"/>
    <p:sldLayoutId id="2147483809" r:id="rId8"/>
    <p:sldLayoutId id="2147483808" r:id="rId9"/>
    <p:sldLayoutId id="2147483873" r:id="rId10"/>
    <p:sldLayoutId id="2147483783" r:id="rId11"/>
    <p:sldLayoutId id="2147483872" r:id="rId12"/>
    <p:sldLayoutId id="2147483871" r:id="rId13"/>
    <p:sldLayoutId id="2147483784" r:id="rId14"/>
    <p:sldLayoutId id="2147483805" r:id="rId15"/>
    <p:sldLayoutId id="2147483806" r:id="rId16"/>
    <p:sldLayoutId id="2147483811" r:id="rId17"/>
    <p:sldLayoutId id="2147483813" r:id="rId18"/>
    <p:sldLayoutId id="2147483814" r:id="rId19"/>
    <p:sldLayoutId id="2147483786" r:id="rId20"/>
    <p:sldLayoutId id="2147483802" r:id="rId21"/>
    <p:sldLayoutId id="2147483836" r:id="rId22"/>
    <p:sldLayoutId id="2147483803" r:id="rId23"/>
    <p:sldLayoutId id="2147483825" r:id="rId24"/>
    <p:sldLayoutId id="2147483804" r:id="rId25"/>
    <p:sldLayoutId id="2147483824" r:id="rId26"/>
    <p:sldLayoutId id="2147483874" r:id="rId27"/>
    <p:sldLayoutId id="2147483835" r:id="rId28"/>
    <p:sldLayoutId id="2147483840" r:id="rId29"/>
    <p:sldLayoutId id="2147483841" r:id="rId30"/>
    <p:sldLayoutId id="2147483842" r:id="rId31"/>
    <p:sldLayoutId id="2147483843" r:id="rId32"/>
    <p:sldLayoutId id="2147483844" r:id="rId33"/>
    <p:sldLayoutId id="2147483845" r:id="rId34"/>
    <p:sldLayoutId id="2147483846" r:id="rId35"/>
    <p:sldLayoutId id="2147483847" r:id="rId36"/>
    <p:sldLayoutId id="2147483848" r:id="rId37"/>
    <p:sldLayoutId id="2147483826" r:id="rId38"/>
    <p:sldLayoutId id="2147483838" r:id="rId39"/>
    <p:sldLayoutId id="2147483839" r:id="rId40"/>
    <p:sldLayoutId id="2147483827" r:id="rId41"/>
    <p:sldLayoutId id="2147483828" r:id="rId42"/>
    <p:sldLayoutId id="2147483849" r:id="rId43"/>
    <p:sldLayoutId id="2147483823" r:id="rId44"/>
    <p:sldLayoutId id="2147483817" r:id="rId45"/>
    <p:sldLayoutId id="2147483822" r:id="rId46"/>
    <p:sldLayoutId id="2147483861" r:id="rId47"/>
    <p:sldLayoutId id="2147483793" r:id="rId48"/>
    <p:sldLayoutId id="2147483863" r:id="rId49"/>
    <p:sldLayoutId id="2147483862" r:id="rId50"/>
    <p:sldLayoutId id="2147483866" r:id="rId51"/>
    <p:sldLayoutId id="2147483851" r:id="rId52"/>
    <p:sldLayoutId id="2147483796" r:id="rId53"/>
    <p:sldLayoutId id="2147483867" r:id="rId54"/>
    <p:sldLayoutId id="2147483868" r:id="rId55"/>
    <p:sldLayoutId id="2147483869" r:id="rId56"/>
    <p:sldLayoutId id="2147483870" r:id="rId57"/>
    <p:sldLayoutId id="2147483801" r:id="rId58"/>
    <p:sldLayoutId id="2147483829" r:id="rId59"/>
    <p:sldLayoutId id="2147483832" r:id="rId60"/>
    <p:sldLayoutId id="2147483833" r:id="rId61"/>
    <p:sldLayoutId id="2147483818" r:id="rId62"/>
    <p:sldLayoutId id="2147483830" r:id="rId63"/>
    <p:sldLayoutId id="2147483831" r:id="rId64"/>
    <p:sldLayoutId id="2147483834" r:id="rId65"/>
    <p:sldLayoutId id="2147483819" r:id="rId66"/>
    <p:sldLayoutId id="2147483864" r:id="rId67"/>
    <p:sldLayoutId id="2147483865" r:id="rId68"/>
    <p:sldLayoutId id="2147483792" r:id="rId69"/>
    <p:sldLayoutId id="2147483791" r:id="rId70"/>
    <p:sldLayoutId id="2147484447" r:id="rId71"/>
    <p:sldLayoutId id="2147484448" r:id="rId72"/>
    <p:sldLayoutId id="2147484449" r:id="rId73"/>
    <p:sldLayoutId id="2147484148" r:id="rId74"/>
    <p:sldLayoutId id="2147484160" r:id="rId75"/>
    <p:sldLayoutId id="2147484453" r:id="rId76"/>
  </p:sldLayoutIdLst>
  <p:hf hdr="0" dt="0"/>
  <p:txStyles>
    <p:titleStyle>
      <a:lvl1pPr algn="l" defTabSz="736656" rtl="0" eaLnBrk="1" latinLnBrk="0" hangingPunct="1">
        <a:lnSpc>
          <a:spcPct val="85000"/>
        </a:lnSpc>
        <a:spcBef>
          <a:spcPct val="0"/>
        </a:spcBef>
        <a:buNone/>
        <a:defRPr sz="3000" b="1" kern="1200">
          <a:solidFill>
            <a:schemeClr val="accent1"/>
          </a:solidFill>
          <a:latin typeface="+mn-lt"/>
          <a:ea typeface="+mj-ea"/>
          <a:cs typeface="+mj-cs"/>
        </a:defRPr>
      </a:lvl1pPr>
    </p:titleStyle>
    <p:bodyStyle>
      <a:lvl1pPr marL="0" indent="0" algn="l" defTabSz="736656" rtl="0" eaLnBrk="1" latinLnBrk="0" hangingPunct="1">
        <a:lnSpc>
          <a:spcPct val="10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1pPr>
      <a:lvl2pPr marL="0" indent="0" algn="l" defTabSz="736656" rtl="0" eaLnBrk="1" latinLnBrk="0" hangingPunct="1">
        <a:lnSpc>
          <a:spcPct val="100000"/>
        </a:lnSpc>
        <a:spcBef>
          <a:spcPts val="0"/>
        </a:spcBef>
        <a:spcAft>
          <a:spcPts val="600"/>
        </a:spcAft>
        <a:buFont typeface="Arial" panose="020B0604020202020204" pitchFamily="34" charset="0"/>
        <a:buNone/>
        <a:tabLst/>
        <a:defRPr sz="1400" b="1" kern="1200">
          <a:solidFill>
            <a:schemeClr val="accent1"/>
          </a:solidFill>
          <a:latin typeface="+mn-lt"/>
          <a:ea typeface="+mn-ea"/>
          <a:cs typeface="+mn-cs"/>
        </a:defRPr>
      </a:lvl2pPr>
      <a:lvl3pPr marL="0" indent="0" algn="l" defTabSz="901700" rtl="0" eaLnBrk="1" latinLnBrk="0" hangingPunct="1">
        <a:lnSpc>
          <a:spcPct val="100000"/>
        </a:lnSpc>
        <a:spcBef>
          <a:spcPts val="0"/>
        </a:spcBef>
        <a:spcAft>
          <a:spcPts val="600"/>
        </a:spcAft>
        <a:buFont typeface="Arial" panose="020B0604020202020204" pitchFamily="34" charset="0"/>
        <a:buNone/>
        <a:defRPr sz="1400" b="1" kern="1200">
          <a:solidFill>
            <a:schemeClr val="tx1"/>
          </a:solidFill>
          <a:latin typeface="+mn-lt"/>
          <a:ea typeface="+mn-ea"/>
          <a:cs typeface="+mn-cs"/>
        </a:defRPr>
      </a:lvl3pPr>
      <a:lvl4pPr marL="0" indent="0" algn="l" defTabSz="736656" rtl="0" eaLnBrk="1" latinLnBrk="0" hangingPunct="1">
        <a:lnSpc>
          <a:spcPct val="100000"/>
        </a:lnSpc>
        <a:spcBef>
          <a:spcPts val="0"/>
        </a:spcBef>
        <a:spcAft>
          <a:spcPts val="600"/>
        </a:spcAft>
        <a:buFont typeface="Arial" panose="020B0604020202020204" pitchFamily="34" charset="0"/>
        <a:buNone/>
        <a:defRPr lang="en-GB" sz="1400" b="0" kern="1200" dirty="0">
          <a:solidFill>
            <a:schemeClr val="tx1"/>
          </a:solidFill>
          <a:latin typeface="+mn-lt"/>
          <a:ea typeface="+mn-ea"/>
          <a:cs typeface="+mn-cs"/>
        </a:defRPr>
      </a:lvl4pPr>
      <a:lvl5pPr marL="182563" indent="-182563" algn="l" defTabSz="736656"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5pPr>
      <a:lvl6pPr marL="358775" indent="-176213" algn="l" defTabSz="736656" rtl="0" eaLnBrk="1" latinLnBrk="0" hangingPunct="1">
        <a:lnSpc>
          <a:spcPct val="100000"/>
        </a:lnSpc>
        <a:spcBef>
          <a:spcPts val="0"/>
        </a:spcBef>
        <a:spcAft>
          <a:spcPts val="600"/>
        </a:spcAft>
        <a:buFont typeface="Arial" panose="020B0604020202020204" pitchFamily="34" charset="0"/>
        <a:buChar char="–"/>
        <a:tabLst/>
        <a:defRPr sz="1200" b="0" kern="1200">
          <a:solidFill>
            <a:schemeClr val="tx1"/>
          </a:solidFill>
          <a:latin typeface="+mn-lt"/>
          <a:ea typeface="+mn-ea"/>
          <a:cs typeface="+mn-cs"/>
        </a:defRPr>
      </a:lvl6pPr>
      <a:lvl7pPr marL="541338" indent="-182563" algn="l" defTabSz="736656" rtl="0" eaLnBrk="1" latinLnBrk="0" hangingPunct="1">
        <a:lnSpc>
          <a:spcPct val="100000"/>
        </a:lnSpc>
        <a:spcBef>
          <a:spcPts val="0"/>
        </a:spcBef>
        <a:spcAft>
          <a:spcPts val="600"/>
        </a:spcAft>
        <a:buFont typeface="Arial" panose="020B0604020202020204" pitchFamily="34" charset="0"/>
        <a:buChar char="–"/>
        <a:defRPr lang="en-GB" sz="1200" b="0" kern="1200" dirty="0">
          <a:solidFill>
            <a:schemeClr val="tx1"/>
          </a:solidFill>
          <a:latin typeface="+mn-lt"/>
          <a:ea typeface="+mn-ea"/>
          <a:cs typeface="+mn-cs"/>
        </a:defRPr>
      </a:lvl7pPr>
      <a:lvl8pPr marL="266700" indent="-266700" algn="l" defTabSz="736656" rtl="0" eaLnBrk="1" latinLnBrk="0" hangingPunct="1">
        <a:lnSpc>
          <a:spcPct val="100000"/>
        </a:lnSpc>
        <a:spcBef>
          <a:spcPts val="0"/>
        </a:spcBef>
        <a:spcAft>
          <a:spcPts val="600"/>
        </a:spcAft>
        <a:buFont typeface="+mj-lt"/>
        <a:buAutoNum type="arabicPeriod"/>
        <a:defRPr lang="en-GB" sz="1400" b="0" kern="1200" dirty="0">
          <a:solidFill>
            <a:schemeClr val="tx1"/>
          </a:solidFill>
          <a:latin typeface="+mn-lt"/>
          <a:ea typeface="+mn-ea"/>
          <a:cs typeface="+mn-cs"/>
        </a:defRPr>
      </a:lvl8pPr>
      <a:lvl9pPr marL="541338" indent="-266700" algn="l" defTabSz="736656" rtl="0" eaLnBrk="1" latinLnBrk="0" hangingPunct="1">
        <a:lnSpc>
          <a:spcPct val="100000"/>
        </a:lnSpc>
        <a:spcBef>
          <a:spcPts val="0"/>
        </a:spcBef>
        <a:spcAft>
          <a:spcPts val="600"/>
        </a:spcAft>
        <a:buFont typeface="+mj-lt"/>
        <a:buAutoNum type="alphaLcPeriod"/>
        <a:defRPr lang="en-GB" sz="1400" b="0" kern="1200" dirty="0">
          <a:solidFill>
            <a:schemeClr val="tx1"/>
          </a:solidFill>
          <a:latin typeface="+mn-lt"/>
          <a:ea typeface="+mn-ea"/>
          <a:cs typeface="+mn-cs"/>
        </a:defRPr>
      </a:lvl9pPr>
    </p:bodyStyle>
    <p:otherStyle>
      <a:defPPr>
        <a:defRPr lang="en-GB"/>
      </a:defPPr>
      <a:lvl1pPr marL="0" indent="0" algn="l" defTabSz="736656" rtl="0" eaLnBrk="1" latinLnBrk="0" hangingPunct="1">
        <a:lnSpc>
          <a:spcPct val="100000"/>
        </a:lnSpc>
        <a:spcBef>
          <a:spcPts val="0"/>
        </a:spcBef>
        <a:spcAft>
          <a:spcPts val="600"/>
        </a:spcAft>
        <a:buFont typeface="Arial" panose="020B0604020202020204" pitchFamily="34" charset="0"/>
        <a:buNone/>
        <a:defRPr lang="en-GB" sz="1100" b="0" kern="1200" dirty="0">
          <a:solidFill>
            <a:schemeClr val="tx1"/>
          </a:solidFill>
          <a:latin typeface="+mn-lt"/>
          <a:ea typeface="+mn-ea"/>
          <a:cs typeface="+mn-cs"/>
        </a:defRPr>
      </a:lvl1pPr>
      <a:lvl2pPr marL="182563" indent="-182563" algn="l" defTabSz="736656" rtl="0" eaLnBrk="1" latinLnBrk="0" hangingPunct="1">
        <a:lnSpc>
          <a:spcPct val="100000"/>
        </a:lnSpc>
        <a:spcBef>
          <a:spcPts val="0"/>
        </a:spcBef>
        <a:spcAft>
          <a:spcPts val="600"/>
        </a:spcAft>
        <a:buFont typeface="Arial" panose="020B0604020202020204" pitchFamily="34" charset="0"/>
        <a:buChar char="•"/>
        <a:defRPr sz="1100" kern="1200">
          <a:solidFill>
            <a:schemeClr val="tx1"/>
          </a:solidFill>
          <a:latin typeface="+mn-lt"/>
          <a:ea typeface="+mn-ea"/>
          <a:cs typeface="+mn-cs"/>
        </a:defRPr>
      </a:lvl2pPr>
      <a:lvl3pPr marL="358775" indent="-176213" algn="l" defTabSz="736656" rtl="0" eaLnBrk="1" latinLnBrk="0" hangingPunct="1">
        <a:lnSpc>
          <a:spcPct val="100000"/>
        </a:lnSpc>
        <a:spcBef>
          <a:spcPts val="0"/>
        </a:spcBef>
        <a:spcAft>
          <a:spcPts val="600"/>
        </a:spcAft>
        <a:buFont typeface="Arial" panose="020B0604020202020204" pitchFamily="34" charset="0"/>
        <a:buChar char="–"/>
        <a:tabLst/>
        <a:defRPr sz="1100" b="0" kern="1200">
          <a:solidFill>
            <a:schemeClr val="tx1"/>
          </a:solidFill>
          <a:latin typeface="+mn-lt"/>
          <a:ea typeface="+mn-ea"/>
          <a:cs typeface="+mn-cs"/>
        </a:defRPr>
      </a:lvl3pPr>
      <a:lvl4pPr marL="541338" indent="-182563" algn="l" defTabSz="736656" rtl="0" eaLnBrk="1" latinLnBrk="0" hangingPunct="1">
        <a:lnSpc>
          <a:spcPct val="100000"/>
        </a:lnSpc>
        <a:spcBef>
          <a:spcPts val="0"/>
        </a:spcBef>
        <a:spcAft>
          <a:spcPts val="600"/>
        </a:spcAft>
        <a:buFont typeface="Arial" panose="020B0604020202020204" pitchFamily="34" charset="0"/>
        <a:buChar char="–"/>
        <a:defRPr lang="en-GB" sz="1100" b="0" kern="1200" dirty="0">
          <a:solidFill>
            <a:schemeClr val="tx1"/>
          </a:solidFill>
          <a:latin typeface="+mn-lt"/>
          <a:ea typeface="+mn-ea"/>
          <a:cs typeface="+mn-cs"/>
        </a:defRPr>
      </a:lvl4pPr>
      <a:lvl5pPr marL="0" indent="0" algn="l" defTabSz="736656" rtl="0" eaLnBrk="1" latinLnBrk="0" hangingPunct="1">
        <a:lnSpc>
          <a:spcPct val="100000"/>
        </a:lnSpc>
        <a:spcBef>
          <a:spcPts val="0"/>
        </a:spcBef>
        <a:spcAft>
          <a:spcPts val="600"/>
        </a:spcAft>
        <a:buFont typeface="Arial" panose="020B0604020202020204" pitchFamily="34" charset="0"/>
        <a:buNone/>
        <a:defRPr sz="1200" b="1" kern="1200">
          <a:solidFill>
            <a:schemeClr val="tx1"/>
          </a:solidFill>
          <a:latin typeface="+mn-lt"/>
          <a:ea typeface="+mn-ea"/>
          <a:cs typeface="+mn-cs"/>
        </a:defRPr>
      </a:lvl5pPr>
      <a:lvl6pPr marL="0" indent="0" algn="l" defTabSz="736656" rtl="0" eaLnBrk="1" latinLnBrk="0" hangingPunct="1">
        <a:lnSpc>
          <a:spcPct val="100000"/>
        </a:lnSpc>
        <a:spcBef>
          <a:spcPts val="0"/>
        </a:spcBef>
        <a:spcAft>
          <a:spcPts val="600"/>
        </a:spcAft>
        <a:buFont typeface="Arial" panose="020B0604020202020204" pitchFamily="34" charset="0"/>
        <a:buNone/>
        <a:tabLst/>
        <a:defRPr sz="1100" b="1" kern="1200">
          <a:solidFill>
            <a:schemeClr val="accent1"/>
          </a:solidFill>
          <a:latin typeface="+mn-lt"/>
          <a:ea typeface="+mn-ea"/>
          <a:cs typeface="+mn-cs"/>
        </a:defRPr>
      </a:lvl6pPr>
      <a:lvl7pPr marL="0" indent="0" algn="l" defTabSz="901700" rtl="0" eaLnBrk="1" latinLnBrk="0" hangingPunct="1">
        <a:lnSpc>
          <a:spcPct val="100000"/>
        </a:lnSpc>
        <a:spcBef>
          <a:spcPts val="0"/>
        </a:spcBef>
        <a:spcAft>
          <a:spcPts val="600"/>
        </a:spcAft>
        <a:buFont typeface="Arial" panose="020B0604020202020204" pitchFamily="34" charset="0"/>
        <a:buNone/>
        <a:defRPr sz="1100" b="1" kern="1200">
          <a:solidFill>
            <a:schemeClr val="tx1"/>
          </a:solidFill>
          <a:latin typeface="+mn-lt"/>
          <a:ea typeface="+mn-ea"/>
          <a:cs typeface="+mn-cs"/>
        </a:defRPr>
      </a:lvl7pPr>
      <a:lvl8pPr marL="266700" indent="-266700" algn="l" defTabSz="736656" rtl="0" eaLnBrk="1" latinLnBrk="0" hangingPunct="1">
        <a:lnSpc>
          <a:spcPct val="100000"/>
        </a:lnSpc>
        <a:spcBef>
          <a:spcPts val="0"/>
        </a:spcBef>
        <a:spcAft>
          <a:spcPts val="600"/>
        </a:spcAft>
        <a:buFont typeface="+mj-lt"/>
        <a:buAutoNum type="arabicPeriod"/>
        <a:defRPr lang="en-GB" sz="1100" b="0" kern="1200" dirty="0">
          <a:solidFill>
            <a:schemeClr val="tx1"/>
          </a:solidFill>
          <a:latin typeface="+mn-lt"/>
          <a:ea typeface="+mn-ea"/>
          <a:cs typeface="+mn-cs"/>
        </a:defRPr>
      </a:lvl8pPr>
      <a:lvl9pPr marL="541338" indent="-266700" algn="l" defTabSz="736656" rtl="0" eaLnBrk="1" latinLnBrk="0" hangingPunct="1">
        <a:lnSpc>
          <a:spcPct val="100000"/>
        </a:lnSpc>
        <a:spcBef>
          <a:spcPts val="0"/>
        </a:spcBef>
        <a:spcAft>
          <a:spcPts val="600"/>
        </a:spcAft>
        <a:buFont typeface="+mj-lt"/>
        <a:buAutoNum type="alphaLcPeriod"/>
        <a:defRPr lang="en-GB" sz="1100" b="0" kern="1200" dirty="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0">
          <p15:clr>
            <a:srgbClr val="F26B43"/>
          </p15:clr>
        </p15:guide>
        <p15:guide id="2" pos="320">
          <p15:clr>
            <a:srgbClr val="F26B43"/>
          </p15:clr>
        </p15:guide>
        <p15:guide id="3" orient="horz" pos="4000">
          <p15:clr>
            <a:srgbClr val="F26B43"/>
          </p15:clr>
        </p15:guide>
        <p15:guide id="4" pos="7360">
          <p15:clr>
            <a:srgbClr val="F26B43"/>
          </p15:clr>
        </p15:guide>
        <p15:guide id="5" pos="3763">
          <p15:clr>
            <a:srgbClr val="F26B43"/>
          </p15:clr>
        </p15:guide>
        <p15:guide id="6" pos="3916">
          <p15:clr>
            <a:srgbClr val="F26B43"/>
          </p15:clr>
        </p15:guide>
        <p15:guide id="30" orient="horz" pos="2466">
          <p15:clr>
            <a:srgbClr val="F26B43"/>
          </p15:clr>
        </p15:guide>
        <p15:guide id="32" orient="horz" pos="2620">
          <p15:clr>
            <a:srgbClr val="F26B43"/>
          </p15:clr>
        </p15:guide>
        <p15:guide id="37" orient="horz" pos="1086">
          <p15:clr>
            <a:srgbClr val="F26B43"/>
          </p15:clr>
        </p15:guide>
        <p15:guide id="39" orient="horz" pos="913">
          <p15:clr>
            <a:srgbClr val="F26B43"/>
          </p15:clr>
        </p15:guide>
        <p15:guide id="44" orient="horz" pos="377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notesSlide" Target="../notesSlides/notesSlide1.xml"/><Relationship Id="rId1" Type="http://schemas.openxmlformats.org/officeDocument/2006/relationships/slideLayout" Target="../slideLayouts/slideLayout71.xml"/><Relationship Id="rId6" Type="http://schemas.openxmlformats.org/officeDocument/2006/relationships/image" Target="../media/image39.png"/><Relationship Id="rId5" Type="http://schemas.openxmlformats.org/officeDocument/2006/relationships/image" Target="../media/image38.svg"/><Relationship Id="rId4" Type="http://schemas.openxmlformats.org/officeDocument/2006/relationships/image" Target="../media/image37.png"/></Relationships>
</file>

<file path=ppt/slides/_rels/slide3.xml.rels><?xml version="1.0" encoding="UTF-8" standalone="yes"?>
<Relationships xmlns="http://schemas.openxmlformats.org/package/2006/relationships"><Relationship Id="rId3" Type="http://schemas.openxmlformats.org/officeDocument/2006/relationships/image" Target="../media/image40.jpeg"/><Relationship Id="rId7" Type="http://schemas.openxmlformats.org/officeDocument/2006/relationships/image" Target="../media/image32.svg"/><Relationship Id="rId2" Type="http://schemas.openxmlformats.org/officeDocument/2006/relationships/notesSlide" Target="../notesSlides/notesSlide2.xml"/><Relationship Id="rId1" Type="http://schemas.openxmlformats.org/officeDocument/2006/relationships/slideLayout" Target="../slideLayouts/slideLayout7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37.png"/></Relationships>
</file>

<file path=ppt/slides/_rels/slide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xml"/><Relationship Id="rId1" Type="http://schemas.openxmlformats.org/officeDocument/2006/relationships/slideLayout" Target="../slideLayouts/slideLayout66.xml"/><Relationship Id="rId4" Type="http://schemas.openxmlformats.org/officeDocument/2006/relationships/image" Target="../media/image43.png"/></Relationships>
</file>

<file path=ppt/slides/_rels/slide5.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notesSlide" Target="../notesSlides/notesSlide4.xml"/><Relationship Id="rId1" Type="http://schemas.openxmlformats.org/officeDocument/2006/relationships/slideLayout" Target="../slideLayouts/slideLayout66.xml"/><Relationship Id="rId4" Type="http://schemas.openxmlformats.org/officeDocument/2006/relationships/image" Target="../media/image43.png"/></Relationships>
</file>

<file path=ppt/slides/_rels/slide6.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notesSlide" Target="../notesSlides/notesSlide5.xml"/><Relationship Id="rId1" Type="http://schemas.openxmlformats.org/officeDocument/2006/relationships/slideLayout" Target="../slideLayouts/slideLayout66.xml"/><Relationship Id="rId5" Type="http://schemas.openxmlformats.org/officeDocument/2006/relationships/image" Target="../media/image43.png"/><Relationship Id="rId4" Type="http://schemas.openxmlformats.org/officeDocument/2006/relationships/image" Target="../media/image45.svg"/></Relationships>
</file>

<file path=ppt/slides/_rels/slide7.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notesSlide" Target="../notesSlides/notesSlide6.xml"/><Relationship Id="rId1" Type="http://schemas.openxmlformats.org/officeDocument/2006/relationships/slideLayout" Target="../slideLayouts/slideLayout66.xml"/><Relationship Id="rId6" Type="http://schemas.openxmlformats.org/officeDocument/2006/relationships/image" Target="../media/image43.png"/><Relationship Id="rId5" Type="http://schemas.openxmlformats.org/officeDocument/2006/relationships/image" Target="../media/image46.svg"/><Relationship Id="rId4" Type="http://schemas.openxmlformats.org/officeDocument/2006/relationships/image" Target="../media/image45.svg"/></Relationships>
</file>

<file path=ppt/slides/_rels/slide8.xml.rels><?xml version="1.0" encoding="UTF-8" standalone="yes"?>
<Relationships xmlns="http://schemas.openxmlformats.org/package/2006/relationships"><Relationship Id="rId3" Type="http://schemas.openxmlformats.org/officeDocument/2006/relationships/image" Target="../media/image44.svg"/><Relationship Id="rId7" Type="http://schemas.openxmlformats.org/officeDocument/2006/relationships/image" Target="../media/image43.png"/><Relationship Id="rId2" Type="http://schemas.openxmlformats.org/officeDocument/2006/relationships/notesSlide" Target="../notesSlides/notesSlide7.xml"/><Relationship Id="rId1" Type="http://schemas.openxmlformats.org/officeDocument/2006/relationships/slideLayout" Target="../slideLayouts/slideLayout66.xml"/><Relationship Id="rId6" Type="http://schemas.openxmlformats.org/officeDocument/2006/relationships/image" Target="../media/image47.svg"/><Relationship Id="rId5" Type="http://schemas.openxmlformats.org/officeDocument/2006/relationships/image" Target="../media/image46.svg"/><Relationship Id="rId4" Type="http://schemas.openxmlformats.org/officeDocument/2006/relationships/image" Target="../media/image45.svg"/></Relationships>
</file>

<file path=ppt/slides/_rels/slide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8.xml"/><Relationship Id="rId1" Type="http://schemas.openxmlformats.org/officeDocument/2006/relationships/slideLayout" Target="../slideLayouts/slideLayout66.xml"/></Relationships>
</file>

<file path=ppt/slides/_rels/slide1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9.xml"/><Relationship Id="rId1" Type="http://schemas.openxmlformats.org/officeDocument/2006/relationships/slideLayout" Target="../slideLayouts/slideLayout66.xml"/><Relationship Id="rId4" Type="http://schemas.openxmlformats.org/officeDocument/2006/relationships/image" Target="../media/image49.png"/></Relationships>
</file>

<file path=ppt/slides/_rels/slide1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0.xml"/><Relationship Id="rId1" Type="http://schemas.openxmlformats.org/officeDocument/2006/relationships/slideLayout" Target="../slideLayouts/slideLayout66.xml"/><Relationship Id="rId4" Type="http://schemas.openxmlformats.org/officeDocument/2006/relationships/image" Target="../media/image48.png"/></Relationships>
</file>

<file path=ppt/slides/_rels/slide12.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11.xml"/><Relationship Id="rId1" Type="http://schemas.openxmlformats.org/officeDocument/2006/relationships/slideLayout" Target="../slideLayouts/slideLayout72.xml"/><Relationship Id="rId6" Type="http://schemas.openxmlformats.org/officeDocument/2006/relationships/image" Target="../media/image32.svg"/><Relationship Id="rId5" Type="http://schemas.openxmlformats.org/officeDocument/2006/relationships/image" Target="../media/image41.png"/><Relationship Id="rId4" Type="http://schemas.openxmlformats.org/officeDocument/2006/relationships/image" Target="../media/image37.png"/></Relationships>
</file>

<file path=ppt/slides/_rels/slide13.xml.rels><?xml version="1.0" encoding="UTF-8" standalone="yes"?>
<Relationships xmlns="http://schemas.openxmlformats.org/package/2006/relationships"><Relationship Id="rId3" Type="http://schemas.openxmlformats.org/officeDocument/2006/relationships/image" Target="../media/image40.jpeg"/><Relationship Id="rId7" Type="http://schemas.openxmlformats.org/officeDocument/2006/relationships/image" Target="../media/image32.svg"/><Relationship Id="rId2" Type="http://schemas.openxmlformats.org/officeDocument/2006/relationships/notesSlide" Target="../notesSlides/notesSlide12.xml"/><Relationship Id="rId1" Type="http://schemas.openxmlformats.org/officeDocument/2006/relationships/slideLayout" Target="../slideLayouts/slideLayout7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37.png"/></Relationships>
</file>

<file path=ppt/slides/_rels/slide14.xml.rels><?xml version="1.0" encoding="UTF-8" standalone="yes"?>
<Relationships xmlns="http://schemas.openxmlformats.org/package/2006/relationships"><Relationship Id="rId3" Type="http://schemas.openxmlformats.org/officeDocument/2006/relationships/image" Target="../media/image14.svg"/><Relationship Id="rId7" Type="http://schemas.openxmlformats.org/officeDocument/2006/relationships/image" Target="../media/image54.svg"/><Relationship Id="rId2" Type="http://schemas.openxmlformats.org/officeDocument/2006/relationships/image" Target="../media/image50.png"/><Relationship Id="rId1" Type="http://schemas.openxmlformats.org/officeDocument/2006/relationships/slideLayout" Target="../slideLayouts/slideLayout73.xml"/><Relationship Id="rId6" Type="http://schemas.openxmlformats.org/officeDocument/2006/relationships/image" Target="../media/image53.png"/><Relationship Id="rId5" Type="http://schemas.openxmlformats.org/officeDocument/2006/relationships/image" Target="../media/image52.svg"/><Relationship Id="rId4" Type="http://schemas.openxmlformats.org/officeDocument/2006/relationships/image" Target="../media/image51.png"/></Relationships>
</file>

<file path=ppt/slides/_rels/slide15.xml.rels><?xml version="1.0" encoding="UTF-8" standalone="yes"?>
<Relationships xmlns="http://schemas.openxmlformats.org/package/2006/relationships"><Relationship Id="rId3" Type="http://schemas.openxmlformats.org/officeDocument/2006/relationships/image" Target="../media/image14.svg"/><Relationship Id="rId7" Type="http://schemas.openxmlformats.org/officeDocument/2006/relationships/image" Target="../media/image54.svg"/><Relationship Id="rId2" Type="http://schemas.openxmlformats.org/officeDocument/2006/relationships/image" Target="../media/image50.png"/><Relationship Id="rId1" Type="http://schemas.openxmlformats.org/officeDocument/2006/relationships/slideLayout" Target="../slideLayouts/slideLayout73.xml"/><Relationship Id="rId6" Type="http://schemas.openxmlformats.org/officeDocument/2006/relationships/image" Target="../media/image53.png"/><Relationship Id="rId5" Type="http://schemas.openxmlformats.org/officeDocument/2006/relationships/image" Target="../media/image52.svg"/><Relationship Id="rId4" Type="http://schemas.openxmlformats.org/officeDocument/2006/relationships/image" Target="../media/image51.png"/></Relationships>
</file>

<file path=ppt/slides/_rels/slide1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3.xml"/><Relationship Id="rId1" Type="http://schemas.openxmlformats.org/officeDocument/2006/relationships/slideLayout" Target="../slideLayouts/slideLayout57.xml"/><Relationship Id="rId4" Type="http://schemas.openxmlformats.org/officeDocument/2006/relationships/image" Target="../media/image56.svg"/></Relationships>
</file>

<file path=ppt/slides/_rels/slide1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4.xml"/><Relationship Id="rId1" Type="http://schemas.openxmlformats.org/officeDocument/2006/relationships/slideLayout" Target="../slideLayouts/slideLayout57.xml"/><Relationship Id="rId5" Type="http://schemas.openxmlformats.org/officeDocument/2006/relationships/image" Target="../media/image57.svg"/><Relationship Id="rId4" Type="http://schemas.openxmlformats.org/officeDocument/2006/relationships/image" Target="../media/image56.svg"/></Relationships>
</file>

<file path=ppt/slides/_rels/slide1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5.xml"/><Relationship Id="rId1" Type="http://schemas.openxmlformats.org/officeDocument/2006/relationships/slideLayout" Target="../slideLayouts/slideLayout57.xml"/><Relationship Id="rId5" Type="http://schemas.openxmlformats.org/officeDocument/2006/relationships/image" Target="../media/image57.svg"/><Relationship Id="rId4" Type="http://schemas.openxmlformats.org/officeDocument/2006/relationships/image" Target="../media/image56.svg"/></Relationships>
</file>

<file path=ppt/slides/_rels/slide1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6.xml"/><Relationship Id="rId1" Type="http://schemas.openxmlformats.org/officeDocument/2006/relationships/slideLayout" Target="../slideLayouts/slideLayout57.xml"/><Relationship Id="rId5" Type="http://schemas.openxmlformats.org/officeDocument/2006/relationships/image" Target="../media/image57.svg"/><Relationship Id="rId4" Type="http://schemas.openxmlformats.org/officeDocument/2006/relationships/image" Target="../media/image56.svg"/></Relationships>
</file>

<file path=ppt/slides/_rels/slide2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7.xml"/><Relationship Id="rId1" Type="http://schemas.openxmlformats.org/officeDocument/2006/relationships/slideLayout" Target="../slideLayouts/slideLayout57.xml"/><Relationship Id="rId5" Type="http://schemas.openxmlformats.org/officeDocument/2006/relationships/image" Target="../media/image57.svg"/><Relationship Id="rId4" Type="http://schemas.openxmlformats.org/officeDocument/2006/relationships/image" Target="../media/image56.svg"/></Relationships>
</file>

<file path=ppt/slides/_rels/slide2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8.xml"/><Relationship Id="rId1" Type="http://schemas.openxmlformats.org/officeDocument/2006/relationships/slideLayout" Target="../slideLayouts/slideLayout57.xml"/><Relationship Id="rId5" Type="http://schemas.openxmlformats.org/officeDocument/2006/relationships/image" Target="../media/image57.svg"/><Relationship Id="rId4" Type="http://schemas.openxmlformats.org/officeDocument/2006/relationships/image" Target="../media/image56.svg"/></Relationships>
</file>

<file path=ppt/slides/_rels/slide2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9.xml"/><Relationship Id="rId1" Type="http://schemas.openxmlformats.org/officeDocument/2006/relationships/slideLayout" Target="../slideLayouts/slideLayout57.xml"/><Relationship Id="rId6" Type="http://schemas.openxmlformats.org/officeDocument/2006/relationships/image" Target="../media/image56.svg"/><Relationship Id="rId5" Type="http://schemas.openxmlformats.org/officeDocument/2006/relationships/image" Target="../media/image59.png"/><Relationship Id="rId4" Type="http://schemas.openxmlformats.org/officeDocument/2006/relationships/image" Target="../media/image58.svg"/></Relationships>
</file>

<file path=ppt/slides/_rels/slide2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0.xml"/><Relationship Id="rId1" Type="http://schemas.openxmlformats.org/officeDocument/2006/relationships/slideLayout" Target="../slideLayouts/slideLayout57.xml"/><Relationship Id="rId6" Type="http://schemas.openxmlformats.org/officeDocument/2006/relationships/image" Target="../media/image56.svg"/><Relationship Id="rId5" Type="http://schemas.openxmlformats.org/officeDocument/2006/relationships/image" Target="../media/image59.png"/><Relationship Id="rId4" Type="http://schemas.openxmlformats.org/officeDocument/2006/relationships/image" Target="../media/image58.svg"/></Relationships>
</file>

<file path=ppt/slides/_rels/slide2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1.xml"/><Relationship Id="rId1" Type="http://schemas.openxmlformats.org/officeDocument/2006/relationships/slideLayout" Target="../slideLayouts/slideLayout57.xml"/><Relationship Id="rId6" Type="http://schemas.openxmlformats.org/officeDocument/2006/relationships/image" Target="../media/image56.svg"/><Relationship Id="rId5" Type="http://schemas.openxmlformats.org/officeDocument/2006/relationships/image" Target="../media/image59.png"/><Relationship Id="rId4" Type="http://schemas.openxmlformats.org/officeDocument/2006/relationships/image" Target="../media/image58.svg"/></Relationships>
</file>

<file path=ppt/slides/_rels/slide2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2.xml"/><Relationship Id="rId1" Type="http://schemas.openxmlformats.org/officeDocument/2006/relationships/slideLayout" Target="../slideLayouts/slideLayout57.xml"/><Relationship Id="rId6" Type="http://schemas.openxmlformats.org/officeDocument/2006/relationships/image" Target="../media/image56.svg"/><Relationship Id="rId5" Type="http://schemas.openxmlformats.org/officeDocument/2006/relationships/image" Target="../media/image58.svg"/><Relationship Id="rId4" Type="http://schemas.openxmlformats.org/officeDocument/2006/relationships/image" Target="../media/image59.png"/></Relationships>
</file>

<file path=ppt/slides/_rels/slide2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56.xml"/></Relationships>
</file>

<file path=ppt/slides/_rels/slide2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3.xml"/><Relationship Id="rId1" Type="http://schemas.openxmlformats.org/officeDocument/2006/relationships/slideLayout" Target="../slideLayouts/slideLayout66.xml"/><Relationship Id="rId5" Type="http://schemas.openxmlformats.org/officeDocument/2006/relationships/image" Target="../media/image64.png"/><Relationship Id="rId4" Type="http://schemas.openxmlformats.org/officeDocument/2006/relationships/image" Target="../media/image63.png"/></Relationships>
</file>

<file path=ppt/slides/_rels/slide28.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24.xml"/><Relationship Id="rId1" Type="http://schemas.openxmlformats.org/officeDocument/2006/relationships/slideLayout" Target="../slideLayouts/slideLayout66.xml"/></Relationships>
</file>

<file path=ppt/slides/_rels/slide29.xml.rels><?xml version="1.0" encoding="UTF-8" standalone="yes"?>
<Relationships xmlns="http://schemas.openxmlformats.org/package/2006/relationships"><Relationship Id="rId3" Type="http://schemas.openxmlformats.org/officeDocument/2006/relationships/image" Target="../media/image56.svg"/><Relationship Id="rId2" Type="http://schemas.openxmlformats.org/officeDocument/2006/relationships/notesSlide" Target="../notesSlides/notesSlide25.xml"/><Relationship Id="rId1" Type="http://schemas.openxmlformats.org/officeDocument/2006/relationships/slideLayout" Target="../slideLayouts/slideLayout57.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58.svg"/></Relationships>
</file>

<file path=ppt/slides/_rels/slide30.xml.rels><?xml version="1.0" encoding="UTF-8" standalone="yes"?>
<Relationships xmlns="http://schemas.openxmlformats.org/package/2006/relationships"><Relationship Id="rId3" Type="http://schemas.openxmlformats.org/officeDocument/2006/relationships/image" Target="../media/image68.png"/><Relationship Id="rId7" Type="http://schemas.openxmlformats.org/officeDocument/2006/relationships/image" Target="../media/image70.svg"/><Relationship Id="rId2" Type="http://schemas.openxmlformats.org/officeDocument/2006/relationships/notesSlide" Target="../notesSlides/notesSlide26.xml"/><Relationship Id="rId1" Type="http://schemas.openxmlformats.org/officeDocument/2006/relationships/slideLayout" Target="../slideLayouts/slideLayout66.xml"/><Relationship Id="rId6" Type="http://schemas.openxmlformats.org/officeDocument/2006/relationships/image" Target="../media/image54.svg"/><Relationship Id="rId5" Type="http://schemas.openxmlformats.org/officeDocument/2006/relationships/image" Target="../media/image69.svg"/><Relationship Id="rId4" Type="http://schemas.openxmlformats.org/officeDocument/2006/relationships/image" Target="../media/image52.svg"/></Relationships>
</file>

<file path=ppt/slides/_rels/slide3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alpha val="1000"/>
          </a:schemeClr>
        </a:solidFill>
        <a:effectLst/>
      </p:bgPr>
    </p:bg>
    <p:spTree>
      <p:nvGrpSpPr>
        <p:cNvPr id="1" name="">
          <a:extLst>
            <a:ext uri="{FF2B5EF4-FFF2-40B4-BE49-F238E27FC236}">
              <a16:creationId xmlns:a16="http://schemas.microsoft.com/office/drawing/2014/main" id="{60B60657-9898-70DB-45C8-F5D3222B09BE}"/>
            </a:ext>
          </a:extLst>
        </p:cNvPr>
        <p:cNvGrpSpPr/>
        <p:nvPr/>
      </p:nvGrpSpPr>
      <p:grpSpPr>
        <a:xfrm>
          <a:off x="0" y="0"/>
          <a:ext cx="0" cy="0"/>
          <a:chOff x="0" y="0"/>
          <a:chExt cx="0" cy="0"/>
        </a:xfrm>
      </p:grpSpPr>
      <p:sp>
        <p:nvSpPr>
          <p:cNvPr id="7" name="Título 6">
            <a:extLst>
              <a:ext uri="{FF2B5EF4-FFF2-40B4-BE49-F238E27FC236}">
                <a16:creationId xmlns:a16="http://schemas.microsoft.com/office/drawing/2014/main" id="{18A77957-3C2A-27FE-BF91-FB0096943C60}"/>
              </a:ext>
            </a:extLst>
          </p:cNvPr>
          <p:cNvSpPr>
            <a:spLocks noGrp="1"/>
          </p:cNvSpPr>
          <p:nvPr>
            <p:ph type="title"/>
          </p:nvPr>
        </p:nvSpPr>
        <p:spPr>
          <a:xfrm>
            <a:off x="660401" y="2956353"/>
            <a:ext cx="5481318" cy="1686003"/>
          </a:xfrm>
        </p:spPr>
        <p:txBody>
          <a:bodyPr anchor="ctr"/>
          <a:lstStyle/>
          <a:p>
            <a:r>
              <a:rPr lang="pt-BR" sz="5400" noProof="0" dirty="0">
                <a:latin typeface="+mj-lt"/>
              </a:rPr>
              <a:t>MLT e Pesquisa de Comparáveis</a:t>
            </a:r>
          </a:p>
        </p:txBody>
      </p:sp>
      <p:sp>
        <p:nvSpPr>
          <p:cNvPr id="2" name="Text Placeholder 9">
            <a:extLst>
              <a:ext uri="{FF2B5EF4-FFF2-40B4-BE49-F238E27FC236}">
                <a16:creationId xmlns:a16="http://schemas.microsoft.com/office/drawing/2014/main" id="{8076B59E-A627-116E-CE28-5B471F4AE231}"/>
              </a:ext>
            </a:extLst>
          </p:cNvPr>
          <p:cNvSpPr>
            <a:spLocks noGrp="1"/>
          </p:cNvSpPr>
          <p:nvPr>
            <p:ph type="body" sz="quarter" idx="15"/>
          </p:nvPr>
        </p:nvSpPr>
        <p:spPr>
          <a:xfrm>
            <a:off x="660400" y="2481609"/>
            <a:ext cx="2837543" cy="471487"/>
          </a:xfrm>
        </p:spPr>
        <p:txBody>
          <a:bodyPr/>
          <a:lstStyle/>
          <a:p>
            <a:r>
              <a:rPr lang="pt-BR" sz="2400" noProof="0" dirty="0"/>
              <a:t>Reunião técnica</a:t>
            </a:r>
            <a:endParaRPr lang="pt-BR" sz="2400" noProof="0" dirty="0">
              <a:highlight>
                <a:srgbClr val="FFFF00"/>
              </a:highlight>
            </a:endParaRPr>
          </a:p>
        </p:txBody>
      </p:sp>
      <p:sp>
        <p:nvSpPr>
          <p:cNvPr id="4" name="Espaço Reservado para Número de Slide 3">
            <a:extLst>
              <a:ext uri="{FF2B5EF4-FFF2-40B4-BE49-F238E27FC236}">
                <a16:creationId xmlns:a16="http://schemas.microsoft.com/office/drawing/2014/main" id="{E710CB25-5EDA-D452-D3BB-4596952B2438}"/>
              </a:ext>
            </a:extLst>
          </p:cNvPr>
          <p:cNvSpPr>
            <a:spLocks noGrp="1"/>
          </p:cNvSpPr>
          <p:nvPr>
            <p:ph type="sldNum" sz="quarter" idx="14"/>
          </p:nvPr>
        </p:nvSpPr>
        <p:spPr/>
        <p:txBody>
          <a:bodyPr/>
          <a:lstStyle/>
          <a:p>
            <a:pPr marL="0" marR="0" lvl="0" indent="0" algn="l" defTabSz="736656" rtl="0" eaLnBrk="1" fontAlgn="auto" latinLnBrk="0" hangingPunct="1">
              <a:lnSpc>
                <a:spcPct val="100000"/>
              </a:lnSpc>
              <a:spcBef>
                <a:spcPts val="0"/>
              </a:spcBef>
              <a:spcAft>
                <a:spcPts val="600"/>
              </a:spcAft>
              <a:buClrTx/>
              <a:buSzTx/>
              <a:buFont typeface="GT Walsheim LC Light" pitchFamily="2" charset="0"/>
              <a:buNone/>
              <a:tabLst/>
              <a:defRPr/>
            </a:pPr>
            <a:fld id="{1AB31D9B-80B6-41F8-B283-556E26E6158E}" type="slidenum">
              <a:rPr kumimoji="0" lang="pt-BR" sz="100" b="0" i="0" u="none" strike="noStrike" kern="1200" cap="none" spc="0" normalizeH="0" baseline="0" noProof="0" smtClean="0">
                <a:ln>
                  <a:noFill/>
                </a:ln>
                <a:solidFill>
                  <a:prstClr val="white"/>
                </a:solidFill>
                <a:effectLst/>
                <a:uLnTx/>
                <a:uFillTx/>
                <a:latin typeface="GT Walsheim LC Light"/>
                <a:ea typeface="+mn-ea"/>
                <a:cs typeface="+mn-cs"/>
              </a:rPr>
              <a:pPr marL="0" marR="0" lvl="0" indent="0" algn="l" defTabSz="736656" rtl="0" eaLnBrk="1" fontAlgn="auto" latinLnBrk="0" hangingPunct="1">
                <a:lnSpc>
                  <a:spcPct val="100000"/>
                </a:lnSpc>
                <a:spcBef>
                  <a:spcPts val="0"/>
                </a:spcBef>
                <a:spcAft>
                  <a:spcPts val="600"/>
                </a:spcAft>
                <a:buClrTx/>
                <a:buSzTx/>
                <a:buFont typeface="GT Walsheim LC Light" pitchFamily="2" charset="0"/>
                <a:buNone/>
                <a:tabLst/>
                <a:defRPr/>
              </a:pPr>
              <a:t>1</a:t>
            </a:fld>
            <a:endParaRPr kumimoji="0" lang="pt-BR" sz="100" b="0" i="0" u="none" strike="noStrike" kern="1200" cap="none" spc="0" normalizeH="0" baseline="0" noProof="0" dirty="0">
              <a:ln>
                <a:noFill/>
              </a:ln>
              <a:solidFill>
                <a:prstClr val="white"/>
              </a:solidFill>
              <a:effectLst/>
              <a:uLnTx/>
              <a:uFillTx/>
              <a:latin typeface="GT Walsheim LC Light"/>
              <a:ea typeface="+mn-ea"/>
              <a:cs typeface="+mn-cs"/>
            </a:endParaRPr>
          </a:p>
        </p:txBody>
      </p:sp>
      <p:pic>
        <p:nvPicPr>
          <p:cNvPr id="6" name="GT#white_16x9_footer">
            <a:extLst>
              <a:ext uri="{FF2B5EF4-FFF2-40B4-BE49-F238E27FC236}">
                <a16:creationId xmlns:a16="http://schemas.microsoft.com/office/drawing/2014/main" id="{B3A16E51-259E-F099-0964-9CBC03952D5E}"/>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439015" y="546764"/>
            <a:ext cx="3940977" cy="1258921"/>
          </a:xfrm>
          <a:prstGeom prst="rect">
            <a:avLst/>
          </a:prstGeom>
        </p:spPr>
      </p:pic>
      <p:sp>
        <p:nvSpPr>
          <p:cNvPr id="11" name="Espaço Reservado para Texto 5">
            <a:extLst>
              <a:ext uri="{FF2B5EF4-FFF2-40B4-BE49-F238E27FC236}">
                <a16:creationId xmlns:a16="http://schemas.microsoft.com/office/drawing/2014/main" id="{2DEA1118-14B4-EF4C-FBA4-42A9FC43B7BD}"/>
              </a:ext>
            </a:extLst>
          </p:cNvPr>
          <p:cNvSpPr txBox="1">
            <a:spLocks/>
          </p:cNvSpPr>
          <p:nvPr/>
        </p:nvSpPr>
        <p:spPr>
          <a:xfrm>
            <a:off x="697761" y="5712862"/>
            <a:ext cx="5348820" cy="317007"/>
          </a:xfrm>
          <a:prstGeom prst="rect">
            <a:avLst/>
          </a:prstGeom>
        </p:spPr>
        <p:txBody>
          <a:bodyPr vert="horz" lIns="0" tIns="60960" rIns="121920" bIns="60960" anchor="t"/>
          <a:lstStyle>
            <a:lvl1pPr marL="200025" indent="-200025" algn="l" defTabSz="552492" rtl="0" eaLnBrk="1" latinLnBrk="0" hangingPunct="1">
              <a:lnSpc>
                <a:spcPct val="100000"/>
              </a:lnSpc>
              <a:spcBef>
                <a:spcPts val="0"/>
              </a:spcBef>
              <a:spcAft>
                <a:spcPts val="450"/>
              </a:spcAft>
              <a:buFont typeface="Arial" panose="020B0604020202020204" pitchFamily="34" charset="0"/>
              <a:buChar char="•"/>
              <a:defRPr sz="1800" b="0" kern="1200">
                <a:solidFill>
                  <a:schemeClr val="tx1"/>
                </a:solidFill>
                <a:latin typeface="+mj-lt"/>
                <a:ea typeface="+mn-ea"/>
                <a:cs typeface="+mn-cs"/>
              </a:defRPr>
            </a:lvl1pPr>
            <a:lvl2pPr marL="400050" indent="-198835" algn="l" defTabSz="552492" rtl="0" eaLnBrk="1" latinLnBrk="0" hangingPunct="1">
              <a:lnSpc>
                <a:spcPct val="100000"/>
              </a:lnSpc>
              <a:spcBef>
                <a:spcPts val="0"/>
              </a:spcBef>
              <a:spcAft>
                <a:spcPts val="450"/>
              </a:spcAft>
              <a:buFont typeface="Arial" panose="020B0604020202020204" pitchFamily="34" charset="0"/>
              <a:buChar char="–"/>
              <a:tabLst/>
              <a:defRPr sz="1500" kern="1200">
                <a:solidFill>
                  <a:schemeClr val="tx1"/>
                </a:solidFill>
                <a:latin typeface="+mj-lt"/>
                <a:ea typeface="+mn-ea"/>
                <a:cs typeface="+mn-cs"/>
              </a:defRPr>
            </a:lvl2pPr>
            <a:lvl3pPr marL="609600" indent="-197644" algn="l" defTabSz="676275" rtl="0" eaLnBrk="1" latinLnBrk="0" hangingPunct="1">
              <a:lnSpc>
                <a:spcPct val="100000"/>
              </a:lnSpc>
              <a:spcBef>
                <a:spcPts val="0"/>
              </a:spcBef>
              <a:spcAft>
                <a:spcPts val="450"/>
              </a:spcAft>
              <a:buFont typeface="Arial" panose="020B0604020202020204" pitchFamily="34" charset="0"/>
              <a:buChar char="–"/>
              <a:defRPr sz="1500" kern="1200">
                <a:solidFill>
                  <a:schemeClr val="tx1"/>
                </a:solidFill>
                <a:latin typeface="+mj-lt"/>
                <a:ea typeface="+mn-ea"/>
                <a:cs typeface="+mn-cs"/>
              </a:defRPr>
            </a:lvl3pPr>
            <a:lvl4pPr marL="0" indent="0" algn="l" defTabSz="552492" rtl="0" eaLnBrk="1" latinLnBrk="0" hangingPunct="1">
              <a:lnSpc>
                <a:spcPct val="100000"/>
              </a:lnSpc>
              <a:spcBef>
                <a:spcPts val="0"/>
              </a:spcBef>
              <a:spcAft>
                <a:spcPts val="450"/>
              </a:spcAft>
              <a:buFont typeface="Arial" panose="020B0604020202020204" pitchFamily="34" charset="0"/>
              <a:buNone/>
              <a:defRPr lang="en-US" sz="1800" b="0" kern="1200" dirty="0">
                <a:solidFill>
                  <a:schemeClr val="tx1"/>
                </a:solidFill>
                <a:latin typeface="+mj-lt"/>
                <a:ea typeface="+mn-ea"/>
                <a:cs typeface="+mn-cs"/>
              </a:defRPr>
            </a:lvl4pPr>
            <a:lvl5pPr marL="266700" indent="-266700" algn="l" defTabSz="552492" rtl="0" eaLnBrk="1" latinLnBrk="0" hangingPunct="1">
              <a:lnSpc>
                <a:spcPct val="100000"/>
              </a:lnSpc>
              <a:spcBef>
                <a:spcPts val="0"/>
              </a:spcBef>
              <a:spcAft>
                <a:spcPts val="450"/>
              </a:spcAft>
              <a:buFont typeface="+mj-lt"/>
              <a:buAutoNum type="arabicPeriod"/>
              <a:defRPr sz="1800" kern="1200">
                <a:solidFill>
                  <a:schemeClr val="tx1"/>
                </a:solidFill>
                <a:latin typeface="+mj-lt"/>
                <a:ea typeface="+mn-ea"/>
                <a:cs typeface="+mn-cs"/>
              </a:defRPr>
            </a:lvl5pPr>
            <a:lvl6pPr marL="542925" indent="-265510" algn="l" defTabSz="552492" rtl="0" eaLnBrk="1" latinLnBrk="0" hangingPunct="1">
              <a:lnSpc>
                <a:spcPct val="100000"/>
              </a:lnSpc>
              <a:spcBef>
                <a:spcPts val="0"/>
              </a:spcBef>
              <a:spcAft>
                <a:spcPts val="450"/>
              </a:spcAft>
              <a:buFont typeface="+mj-lt"/>
              <a:buAutoNum type="alphaLcPeriod"/>
              <a:tabLst/>
              <a:defRPr sz="1800" b="0" kern="1200">
                <a:solidFill>
                  <a:schemeClr val="tx1"/>
                </a:solidFill>
                <a:latin typeface="+mj-lt"/>
                <a:ea typeface="+mn-ea"/>
                <a:cs typeface="+mn-cs"/>
              </a:defRPr>
            </a:lvl6pPr>
            <a:lvl7pPr marL="0" indent="0" algn="l" defTabSz="552492" rtl="0" eaLnBrk="1" latinLnBrk="0" hangingPunct="1">
              <a:lnSpc>
                <a:spcPct val="100000"/>
              </a:lnSpc>
              <a:spcBef>
                <a:spcPts val="0"/>
              </a:spcBef>
              <a:spcAft>
                <a:spcPts val="450"/>
              </a:spcAft>
              <a:buFont typeface="Arial" panose="020B0604020202020204" pitchFamily="34" charset="0"/>
              <a:buNone/>
              <a:defRPr lang="en-US" sz="2400" b="1" kern="1200" dirty="0">
                <a:solidFill>
                  <a:schemeClr val="tx1"/>
                </a:solidFill>
                <a:latin typeface="+mj-lt"/>
                <a:ea typeface="+mn-ea"/>
                <a:cs typeface="+mn-cs"/>
              </a:defRPr>
            </a:lvl7pPr>
            <a:lvl8pPr marL="0" indent="0" algn="l" defTabSz="552492" rtl="0" eaLnBrk="1" latinLnBrk="0" hangingPunct="1">
              <a:lnSpc>
                <a:spcPct val="100000"/>
              </a:lnSpc>
              <a:spcBef>
                <a:spcPts val="0"/>
              </a:spcBef>
              <a:spcAft>
                <a:spcPts val="450"/>
              </a:spcAft>
              <a:buFont typeface="Arial" panose="020B0604020202020204" pitchFamily="34" charset="0"/>
              <a:buNone/>
              <a:defRPr lang="en-US" sz="1800" b="1" kern="1200" dirty="0">
                <a:solidFill>
                  <a:schemeClr val="accent1"/>
                </a:solidFill>
                <a:latin typeface="+mj-lt"/>
                <a:ea typeface="+mn-ea"/>
                <a:cs typeface="+mn-cs"/>
              </a:defRPr>
            </a:lvl8pPr>
            <a:lvl9pPr marL="0" indent="0" algn="l" defTabSz="552492" rtl="0" eaLnBrk="1" latinLnBrk="0" hangingPunct="1">
              <a:lnSpc>
                <a:spcPct val="100000"/>
              </a:lnSpc>
              <a:spcBef>
                <a:spcPts val="0"/>
              </a:spcBef>
              <a:spcAft>
                <a:spcPts val="450"/>
              </a:spcAft>
              <a:buFont typeface="Arial" panose="020B0604020202020204" pitchFamily="34" charset="0"/>
              <a:buNone/>
              <a:defRPr lang="en-US" sz="1800" b="1" kern="1200" dirty="0">
                <a:solidFill>
                  <a:schemeClr val="tx1"/>
                </a:solidFill>
                <a:latin typeface="+mj-lt"/>
                <a:ea typeface="+mn-ea"/>
                <a:cs typeface="+mn-cs"/>
              </a:defRPr>
            </a:lvl9pPr>
          </a:lstStyle>
          <a:p>
            <a:pPr marL="0" indent="0">
              <a:buNone/>
            </a:pPr>
            <a:r>
              <a:rPr lang="pt-BR" sz="1600" noProof="0" dirty="0">
                <a:latin typeface="GT Walsheim LC"/>
                <a:cs typeface="GT Walsheim LC"/>
              </a:rPr>
              <a:t>13 de Maio, 2026</a:t>
            </a:r>
          </a:p>
        </p:txBody>
      </p:sp>
      <p:sp>
        <p:nvSpPr>
          <p:cNvPr id="13" name="CaixaDeTexto 12">
            <a:extLst>
              <a:ext uri="{FF2B5EF4-FFF2-40B4-BE49-F238E27FC236}">
                <a16:creationId xmlns:a16="http://schemas.microsoft.com/office/drawing/2014/main" id="{C0FF7BCE-DB20-881D-AE0B-95C7E6B3C3B6}"/>
              </a:ext>
            </a:extLst>
          </p:cNvPr>
          <p:cNvSpPr txBox="1"/>
          <p:nvPr/>
        </p:nvSpPr>
        <p:spPr>
          <a:xfrm>
            <a:off x="438768" y="4773799"/>
            <a:ext cx="4859059" cy="596102"/>
          </a:xfrm>
          <a:prstGeom prst="rect">
            <a:avLst/>
          </a:prstGeom>
        </p:spPr>
        <p:txBody>
          <a:bodyPr vert="horz" lIns="91440" tIns="45720" rIns="91440" bIns="45720" rtlCol="0" anchor="ctr">
            <a:normAutofit/>
          </a:bodyPr>
          <a:lstStyle/>
          <a:p>
            <a:pPr lvl="0" algn="ctr" defTabSz="914400">
              <a:lnSpc>
                <a:spcPct val="90000"/>
              </a:lnSpc>
              <a:spcBef>
                <a:spcPts val="1000"/>
              </a:spcBef>
              <a:spcAft>
                <a:spcPts val="0"/>
              </a:spcAft>
              <a:defRPr/>
            </a:pPr>
            <a:r>
              <a:rPr kumimoji="0" lang="pt-BR" sz="1600" b="0" i="0" u="none" strike="noStrike" kern="1200" cap="none" spc="0" normalizeH="0" baseline="0" noProof="0" dirty="0">
                <a:ln>
                  <a:noFill/>
                </a:ln>
                <a:effectLst/>
                <a:uLnTx/>
                <a:uFillTx/>
                <a:latin typeface="Poppins"/>
                <a:ea typeface="+mn-ea"/>
                <a:cs typeface="+mn-cs"/>
              </a:rPr>
              <a:t>Da extração de dados no Capital IQ à análise do intervalo interquartil na prática</a:t>
            </a:r>
            <a:endParaRPr lang="pt-BR" sz="2000" b="1" i="0" u="none" strike="noStrike" kern="1200" cap="none" spc="0" normalizeH="0" baseline="0" noProof="0" dirty="0">
              <a:ln>
                <a:noFill/>
              </a:ln>
              <a:effectLst/>
              <a:uLnTx/>
              <a:uFillTx/>
              <a:latin typeface="Poppins"/>
              <a:cs typeface="Poppins"/>
            </a:endParaRPr>
          </a:p>
        </p:txBody>
      </p:sp>
      <p:sp>
        <p:nvSpPr>
          <p:cNvPr id="14" name="Retângulo: Cantos Arredondados 13">
            <a:extLst>
              <a:ext uri="{FF2B5EF4-FFF2-40B4-BE49-F238E27FC236}">
                <a16:creationId xmlns:a16="http://schemas.microsoft.com/office/drawing/2014/main" id="{355CEB23-6931-BD85-F939-F0F732F28472}"/>
              </a:ext>
            </a:extLst>
          </p:cNvPr>
          <p:cNvSpPr/>
          <p:nvPr/>
        </p:nvSpPr>
        <p:spPr>
          <a:xfrm>
            <a:off x="429342" y="4745517"/>
            <a:ext cx="4866557" cy="596103"/>
          </a:xfrm>
          <a:prstGeom prst="roundRect">
            <a:avLst>
              <a:gd name="adj" fmla="val 50000"/>
            </a:avLst>
          </a:prstGeom>
          <a:noFill/>
          <a:ln>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736656"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Tree>
    <p:extLst>
      <p:ext uri="{BB962C8B-B14F-4D97-AF65-F5344CB8AC3E}">
        <p14:creationId xmlns:p14="http://schemas.microsoft.com/office/powerpoint/2010/main" val="4430312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Retângulo 86">
            <a:extLst>
              <a:ext uri="{FF2B5EF4-FFF2-40B4-BE49-F238E27FC236}">
                <a16:creationId xmlns:a16="http://schemas.microsoft.com/office/drawing/2014/main" id="{590365DB-4402-173E-B480-D4BDFE9AC5F5}"/>
              </a:ext>
            </a:extLst>
          </p:cNvPr>
          <p:cNvSpPr>
            <a:spLocks/>
          </p:cNvSpPr>
          <p:nvPr/>
        </p:nvSpPr>
        <p:spPr>
          <a:xfrm>
            <a:off x="0" y="-9525"/>
            <a:ext cx="12192000" cy="6874466"/>
          </a:xfrm>
          <a:prstGeom prst="rect">
            <a:avLst/>
          </a:prstGeom>
          <a:gradFill flip="none" rotWithShape="1">
            <a:gsLst>
              <a:gs pos="0">
                <a:srgbClr val="381C5E">
                  <a:shade val="30000"/>
                  <a:satMod val="115000"/>
                </a:srgbClr>
              </a:gs>
              <a:gs pos="50000">
                <a:srgbClr val="381C5E">
                  <a:shade val="67500"/>
                  <a:satMod val="115000"/>
                </a:srgbClr>
              </a:gs>
              <a:gs pos="100000">
                <a:srgbClr val="381C5E">
                  <a:shade val="100000"/>
                  <a:satMod val="115000"/>
                </a:srgbClr>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endParaRPr lang="pt-BR" sz="2400" noProof="0" dirty="0">
              <a:solidFill>
                <a:schemeClr val="bg1"/>
              </a:solidFill>
            </a:endParaRPr>
          </a:p>
        </p:txBody>
      </p:sp>
      <p:pic>
        <p:nvPicPr>
          <p:cNvPr id="13" name="Gráfico 12">
            <a:extLst>
              <a:ext uri="{FF2B5EF4-FFF2-40B4-BE49-F238E27FC236}">
                <a16:creationId xmlns:a16="http://schemas.microsoft.com/office/drawing/2014/main" id="{BE6AD165-CB56-9F6B-8557-E72F57619347}"/>
              </a:ext>
            </a:extLst>
          </p:cNvPr>
          <p:cNvPicPr>
            <a:picLocks noChangeAspect="1"/>
          </p:cNvPicPr>
          <p:nvPr/>
        </p:nvPicPr>
        <p:blipFill>
          <a:blip>
            <a:alphaModFix/>
            <a:extLst>
              <a:ext uri="{96DAC541-7B7A-43D3-8B79-37D633B846F1}">
                <asvg:svgBlip xmlns:asvg="http://schemas.microsoft.com/office/drawing/2016/SVG/main" r:embed="rId3"/>
              </a:ext>
            </a:extLst>
          </a:blip>
          <a:srcRect l="21843" t="14767" r="-4570" b="35926"/>
          <a:stretch>
            <a:fillRect/>
          </a:stretch>
        </p:blipFill>
        <p:spPr>
          <a:xfrm>
            <a:off x="-725" y="6941"/>
            <a:ext cx="11498279" cy="6858000"/>
          </a:xfrm>
          <a:prstGeom prst="rect">
            <a:avLst/>
          </a:prstGeom>
        </p:spPr>
      </p:pic>
      <p:pic>
        <p:nvPicPr>
          <p:cNvPr id="15" name="Imagem 14">
            <a:extLst>
              <a:ext uri="{FF2B5EF4-FFF2-40B4-BE49-F238E27FC236}">
                <a16:creationId xmlns:a16="http://schemas.microsoft.com/office/drawing/2014/main" id="{DF1B6DE2-0664-C49C-025C-D6732D88B211}"/>
              </a:ext>
            </a:extLst>
          </p:cNvPr>
          <p:cNvPicPr>
            <a:picLocks noGrp="1" noRot="1" noChangeAspect="1" noMove="1" noResize="1" noEditPoints="1" noAdjustHandles="1" noChangeArrowheads="1" noChangeShapeType="1" noCrop="1"/>
          </p:cNvPicPr>
          <p:nvPr/>
        </p:nvPicPr>
        <p:blipFill>
          <a:blip r:embed="rId4" cstate="screen">
            <a:extLst>
              <a:ext uri="{28A0092B-C50C-407E-A947-70E740481C1C}">
                <a14:useLocalDpi xmlns:a14="http://schemas.microsoft.com/office/drawing/2010/main"/>
              </a:ext>
            </a:extLst>
          </a:blip>
          <a:srcRect l="37757" t="11511" r="-795" b="27024"/>
          <a:stretch>
            <a:fillRect/>
          </a:stretch>
        </p:blipFill>
        <p:spPr>
          <a:xfrm>
            <a:off x="-4004" y="-9525"/>
            <a:ext cx="7035878" cy="6864942"/>
          </a:xfrm>
          <a:prstGeom prst="rect">
            <a:avLst/>
          </a:prstGeom>
        </p:spPr>
      </p:pic>
      <p:sp>
        <p:nvSpPr>
          <p:cNvPr id="4" name="Título 3">
            <a:extLst>
              <a:ext uri="{FF2B5EF4-FFF2-40B4-BE49-F238E27FC236}">
                <a16:creationId xmlns:a16="http://schemas.microsoft.com/office/drawing/2014/main" id="{67D8B590-1254-95C4-2420-E413DEFDC06D}"/>
              </a:ext>
            </a:extLst>
          </p:cNvPr>
          <p:cNvSpPr>
            <a:spLocks noGrp="1"/>
          </p:cNvSpPr>
          <p:nvPr>
            <p:ph type="title"/>
          </p:nvPr>
        </p:nvSpPr>
        <p:spPr>
          <a:xfrm>
            <a:off x="409404" y="490323"/>
            <a:ext cx="9272585" cy="307777"/>
          </a:xfrm>
        </p:spPr>
        <p:txBody>
          <a:bodyPr/>
          <a:lstStyle/>
          <a:p>
            <a:pPr>
              <a:lnSpc>
                <a:spcPct val="100000"/>
              </a:lnSpc>
            </a:pPr>
            <a:r>
              <a:rPr lang="pt-BR" sz="2000" b="0" spc="-60" noProof="0" dirty="0">
                <a:solidFill>
                  <a:schemeClr val="accent2"/>
                </a:solidFill>
                <a:latin typeface="GT Walsheim LC" pitchFamily="2" charset="0"/>
                <a:cs typeface="GT Walsheim LC" pitchFamily="2" charset="0"/>
              </a:rPr>
              <a:t>Contexto</a:t>
            </a:r>
            <a:endParaRPr lang="pt-BR" sz="2800" b="0" spc="-60" noProof="0" dirty="0">
              <a:solidFill>
                <a:schemeClr val="accent2"/>
              </a:solidFill>
              <a:latin typeface="GT Walsheim LC Bold" pitchFamily="2" charset="0"/>
              <a:cs typeface="GT Walsheim LC Bold" pitchFamily="2" charset="0"/>
            </a:endParaRPr>
          </a:p>
        </p:txBody>
      </p:sp>
      <p:sp>
        <p:nvSpPr>
          <p:cNvPr id="11" name="Espaço Reservado para Texto 4">
            <a:extLst>
              <a:ext uri="{FF2B5EF4-FFF2-40B4-BE49-F238E27FC236}">
                <a16:creationId xmlns:a16="http://schemas.microsoft.com/office/drawing/2014/main" id="{B3788593-BC05-B658-B4DC-5853868B5F96}"/>
              </a:ext>
            </a:extLst>
          </p:cNvPr>
          <p:cNvSpPr txBox="1">
            <a:spLocks/>
          </p:cNvSpPr>
          <p:nvPr/>
        </p:nvSpPr>
        <p:spPr>
          <a:xfrm>
            <a:off x="409402" y="1573699"/>
            <a:ext cx="11363498" cy="1302603"/>
          </a:xfrm>
          <a:prstGeom prst="rect">
            <a:avLst/>
          </a:prstGeom>
        </p:spPr>
        <p:txBody>
          <a:bodyPr vert="horz" wrap="square" lIns="0" tIns="0" rIns="0" bIns="0" rtlCol="0" anchor="t" anchorCtr="0">
            <a:noAutofit/>
          </a:bodyPr>
          <a:lstStyle>
            <a:lvl1pPr marL="0" indent="0" algn="l" defTabSz="736656" rtl="0" eaLnBrk="1" latinLnBrk="0" hangingPunct="1">
              <a:lnSpc>
                <a:spcPct val="100000"/>
              </a:lnSpc>
              <a:spcBef>
                <a:spcPts val="0"/>
              </a:spcBef>
              <a:spcAft>
                <a:spcPts val="600"/>
              </a:spcAft>
              <a:buFont typeface="Arial" panose="020B0604020202020204" pitchFamily="34" charset="0"/>
              <a:buNone/>
              <a:defRPr sz="2400" b="0" kern="1200">
                <a:solidFill>
                  <a:schemeClr val="bg1"/>
                </a:solidFill>
                <a:latin typeface="+mj-lt"/>
                <a:ea typeface="+mn-ea"/>
                <a:cs typeface="+mn-cs"/>
              </a:defRPr>
            </a:lvl1pPr>
            <a:lvl2pPr marL="268288" indent="-265113" algn="l" defTabSz="736656" rtl="0" eaLnBrk="1" latinLnBrk="0" hangingPunct="1">
              <a:lnSpc>
                <a:spcPct val="100000"/>
              </a:lnSpc>
              <a:spcBef>
                <a:spcPts val="0"/>
              </a:spcBef>
              <a:spcAft>
                <a:spcPts val="600"/>
              </a:spcAft>
              <a:buFont typeface="Arial" panose="020B0604020202020204" pitchFamily="34" charset="0"/>
              <a:buChar char="•"/>
              <a:tabLst/>
              <a:defRPr sz="2400" kern="1200">
                <a:solidFill>
                  <a:schemeClr val="bg1"/>
                </a:solidFill>
                <a:latin typeface="+mj-lt"/>
                <a:ea typeface="+mn-ea"/>
                <a:cs typeface="+mn-cs"/>
              </a:defRPr>
            </a:lvl2pPr>
            <a:lvl3pPr marL="534988" indent="-263525" algn="l" defTabSz="901700" rtl="0" eaLnBrk="1" latinLnBrk="0" hangingPunct="1">
              <a:lnSpc>
                <a:spcPct val="100000"/>
              </a:lnSpc>
              <a:spcBef>
                <a:spcPts val="0"/>
              </a:spcBef>
              <a:spcAft>
                <a:spcPts val="600"/>
              </a:spcAft>
              <a:buFont typeface="Arial" panose="020B0604020202020204" pitchFamily="34" charset="0"/>
              <a:buChar char="–"/>
              <a:defRPr sz="2000" kern="1200">
                <a:solidFill>
                  <a:schemeClr val="bg1"/>
                </a:solidFill>
                <a:latin typeface="+mj-lt"/>
                <a:ea typeface="+mn-ea"/>
                <a:cs typeface="+mn-cs"/>
              </a:defRPr>
            </a:lvl3pPr>
            <a:lvl4pPr marL="803275" indent="-268288" algn="l" defTabSz="736656" rtl="0" eaLnBrk="1" latinLnBrk="0" hangingPunct="1">
              <a:lnSpc>
                <a:spcPct val="100000"/>
              </a:lnSpc>
              <a:spcBef>
                <a:spcPts val="0"/>
              </a:spcBef>
              <a:spcAft>
                <a:spcPts val="600"/>
              </a:spcAft>
              <a:buFont typeface="Arial" panose="020B0604020202020204" pitchFamily="34" charset="0"/>
              <a:buChar char="–"/>
              <a:defRPr lang="en-US" sz="2000" b="0" kern="1200">
                <a:solidFill>
                  <a:schemeClr val="bg1"/>
                </a:solidFill>
                <a:latin typeface="+mj-lt"/>
                <a:ea typeface="+mn-ea"/>
                <a:cs typeface="+mn-cs"/>
              </a:defRPr>
            </a:lvl4pPr>
            <a:lvl5pPr marL="355600" indent="-355600" algn="l" defTabSz="736656" rtl="0" eaLnBrk="1" latinLnBrk="0" hangingPunct="1">
              <a:lnSpc>
                <a:spcPct val="100000"/>
              </a:lnSpc>
              <a:spcBef>
                <a:spcPts val="0"/>
              </a:spcBef>
              <a:spcAft>
                <a:spcPts val="600"/>
              </a:spcAft>
              <a:buFont typeface="+mj-lt"/>
              <a:buAutoNum type="arabicPeriod"/>
              <a:defRPr sz="2400" kern="1200">
                <a:solidFill>
                  <a:schemeClr val="bg1"/>
                </a:solidFill>
                <a:latin typeface="+mj-lt"/>
                <a:ea typeface="+mn-ea"/>
                <a:cs typeface="+mn-cs"/>
              </a:defRPr>
            </a:lvl5pPr>
            <a:lvl6pPr marL="723900" indent="-354013" algn="l" defTabSz="736656" rtl="0" eaLnBrk="1" latinLnBrk="0" hangingPunct="1">
              <a:lnSpc>
                <a:spcPct val="100000"/>
              </a:lnSpc>
              <a:spcBef>
                <a:spcPts val="0"/>
              </a:spcBef>
              <a:spcAft>
                <a:spcPts val="600"/>
              </a:spcAft>
              <a:buFont typeface="+mj-lt"/>
              <a:buAutoNum type="alphaLcPeriod"/>
              <a:tabLst/>
              <a:defRPr sz="2400" b="0" kern="1200">
                <a:solidFill>
                  <a:schemeClr val="bg1"/>
                </a:solidFill>
                <a:latin typeface="+mj-lt"/>
                <a:ea typeface="+mn-ea"/>
                <a:cs typeface="+mn-cs"/>
              </a:defRPr>
            </a:lvl6pPr>
            <a:lvl7pPr marL="0" indent="0" algn="l" defTabSz="736656" rtl="0" eaLnBrk="1" latinLnBrk="0" hangingPunct="1">
              <a:lnSpc>
                <a:spcPct val="100000"/>
              </a:lnSpc>
              <a:spcBef>
                <a:spcPts val="0"/>
              </a:spcBef>
              <a:spcAft>
                <a:spcPts val="600"/>
              </a:spcAft>
              <a:buFont typeface="Arial" panose="020B0604020202020204" pitchFamily="34" charset="0"/>
              <a:buNone/>
              <a:defRPr lang="en-US" sz="3200" b="1" kern="1200">
                <a:solidFill>
                  <a:schemeClr val="bg1"/>
                </a:solidFill>
                <a:latin typeface="+mj-lt"/>
                <a:ea typeface="+mn-ea"/>
                <a:cs typeface="+mn-cs"/>
              </a:defRPr>
            </a:lvl7pPr>
            <a:lvl8pPr marL="0" indent="0" algn="l" defTabSz="736656" rtl="0" eaLnBrk="1" latinLnBrk="0" hangingPunct="1">
              <a:lnSpc>
                <a:spcPct val="100000"/>
              </a:lnSpc>
              <a:spcBef>
                <a:spcPts val="0"/>
              </a:spcBef>
              <a:spcAft>
                <a:spcPts val="600"/>
              </a:spcAft>
              <a:buFont typeface="Arial" panose="020B0604020202020204" pitchFamily="34" charset="0"/>
              <a:buNone/>
              <a:defRPr lang="en-US" sz="2400" b="1" kern="1200">
                <a:solidFill>
                  <a:schemeClr val="bg1"/>
                </a:solidFill>
                <a:latin typeface="+mj-lt"/>
                <a:ea typeface="+mn-ea"/>
                <a:cs typeface="+mn-cs"/>
              </a:defRPr>
            </a:lvl8pPr>
            <a:lvl9pPr marL="0" indent="0" algn="l" defTabSz="736656" rtl="0" eaLnBrk="1" latinLnBrk="0" hangingPunct="1">
              <a:lnSpc>
                <a:spcPct val="100000"/>
              </a:lnSpc>
              <a:spcBef>
                <a:spcPts val="0"/>
              </a:spcBef>
              <a:spcAft>
                <a:spcPts val="600"/>
              </a:spcAft>
              <a:buFont typeface="Arial" panose="020B0604020202020204" pitchFamily="34" charset="0"/>
              <a:buNone/>
              <a:defRPr lang="en-US" sz="2400" b="1" kern="1200">
                <a:solidFill>
                  <a:schemeClr val="bg1"/>
                </a:solidFill>
                <a:latin typeface="+mj-lt"/>
                <a:ea typeface="+mn-ea"/>
                <a:cs typeface="+mn-cs"/>
              </a:defRPr>
            </a:lvl9pPr>
          </a:lstStyle>
          <a:p>
            <a:pPr algn="just">
              <a:lnSpc>
                <a:spcPts val="2100"/>
              </a:lnSpc>
            </a:pPr>
            <a:r>
              <a:rPr lang="pt-BR" sz="2000" noProof="0" dirty="0">
                <a:latin typeface="+mn-lt"/>
                <a:ea typeface="Instrument Sans Medium" pitchFamily="34" charset="-122"/>
                <a:cs typeface="Instrument Sans Medium" pitchFamily="34" charset="-120"/>
              </a:rPr>
              <a:t>O </a:t>
            </a:r>
            <a:r>
              <a:rPr lang="pt-BR" sz="2000" b="1" noProof="0" dirty="0">
                <a:latin typeface="+mn-lt"/>
                <a:ea typeface="Instrument Sans Medium" pitchFamily="34" charset="-122"/>
                <a:cs typeface="Instrument Sans Medium" pitchFamily="34" charset="-120"/>
              </a:rPr>
              <a:t>Método da Margem Líquida da Transação (MLT)</a:t>
            </a:r>
            <a:r>
              <a:rPr lang="pt-BR" sz="2000" noProof="0" dirty="0">
                <a:latin typeface="+mn-lt"/>
                <a:ea typeface="Instrument Sans Medium" pitchFamily="34" charset="-122"/>
                <a:cs typeface="Instrument Sans Medium" pitchFamily="34" charset="-120"/>
              </a:rPr>
              <a:t> atua como um validador do princípio </a:t>
            </a:r>
            <a:r>
              <a:rPr lang="pt-BR" sz="2000" b="1" noProof="0" dirty="0">
                <a:latin typeface="+mn-lt"/>
                <a:ea typeface="Instrument Sans Medium" pitchFamily="34" charset="-122"/>
                <a:cs typeface="Instrument Sans Medium" pitchFamily="34" charset="-120"/>
              </a:rPr>
              <a:t>Arm's Length</a:t>
            </a:r>
            <a:r>
              <a:rPr lang="pt-BR" sz="2000" noProof="0" dirty="0">
                <a:latin typeface="+mn-lt"/>
                <a:ea typeface="Instrument Sans Medium" pitchFamily="34" charset="-122"/>
                <a:cs typeface="Instrument Sans Medium" pitchFamily="34" charset="-120"/>
              </a:rPr>
              <a:t>, assegurando que os termos de uma </a:t>
            </a:r>
            <a:r>
              <a:rPr lang="pt-BR" sz="2000" b="1" noProof="0" dirty="0">
                <a:latin typeface="+mn-lt"/>
                <a:ea typeface="Instrument Sans Medium" pitchFamily="34" charset="-122"/>
                <a:cs typeface="Instrument Sans Medium" pitchFamily="34" charset="-120"/>
              </a:rPr>
              <a:t>transação controlada</a:t>
            </a:r>
            <a:r>
              <a:rPr lang="pt-BR" sz="2000" noProof="0" dirty="0">
                <a:latin typeface="+mn-lt"/>
                <a:ea typeface="Instrument Sans Medium" pitchFamily="34" charset="-122"/>
                <a:cs typeface="Instrument Sans Medium" pitchFamily="34" charset="-120"/>
              </a:rPr>
              <a:t> reflitam a realidade de mercado. </a:t>
            </a:r>
          </a:p>
          <a:p>
            <a:pPr algn="just">
              <a:lnSpc>
                <a:spcPts val="2100"/>
              </a:lnSpc>
            </a:pPr>
            <a:endParaRPr lang="pt-BR" sz="2000" noProof="0" dirty="0">
              <a:latin typeface="+mn-lt"/>
              <a:ea typeface="Instrument Sans Medium" pitchFamily="34" charset="-122"/>
              <a:cs typeface="Instrument Sans Medium" pitchFamily="34" charset="-120"/>
            </a:endParaRPr>
          </a:p>
          <a:p>
            <a:pPr algn="just">
              <a:lnSpc>
                <a:spcPts val="2100"/>
              </a:lnSpc>
            </a:pPr>
            <a:r>
              <a:rPr lang="pt-BR" sz="2000" noProof="0" dirty="0">
                <a:latin typeface="+mn-lt"/>
                <a:ea typeface="Instrument Sans Medium" pitchFamily="34" charset="-122"/>
                <a:cs typeface="Instrument Sans Medium" pitchFamily="34" charset="-120"/>
              </a:rPr>
              <a:t>Diferente de métodos que focam no preço bruto, o MLT analisa a rentabilidade operacional líquida, comparando os resultados da parte testada com as margens obtidas por </a:t>
            </a:r>
            <a:r>
              <a:rPr lang="pt-BR" sz="2000" b="1" noProof="0" dirty="0">
                <a:latin typeface="+mn-lt"/>
                <a:ea typeface="Instrument Sans Medium" pitchFamily="34" charset="-122"/>
                <a:cs typeface="Instrument Sans Medium" pitchFamily="34" charset="-120"/>
              </a:rPr>
              <a:t>empresas independentes</a:t>
            </a:r>
            <a:r>
              <a:rPr lang="pt-BR" sz="2000" noProof="0" dirty="0">
                <a:latin typeface="+mn-lt"/>
                <a:ea typeface="Instrument Sans Medium" pitchFamily="34" charset="-122"/>
                <a:cs typeface="Instrument Sans Medium" pitchFamily="34" charset="-120"/>
              </a:rPr>
              <a:t> que desempenham funções e assumem riscos similares</a:t>
            </a:r>
            <a:r>
              <a:rPr lang="pt-BR" sz="2000" noProof="0" dirty="0">
                <a:latin typeface="Instrument Sans Medium" pitchFamily="34" charset="0"/>
                <a:ea typeface="Instrument Sans Medium" pitchFamily="34" charset="-122"/>
                <a:cs typeface="Instrument Sans Medium" pitchFamily="34" charset="-120"/>
              </a:rPr>
              <a:t>.</a:t>
            </a:r>
          </a:p>
          <a:p>
            <a:pPr algn="just">
              <a:lnSpc>
                <a:spcPts val="2100"/>
              </a:lnSpc>
            </a:pPr>
            <a:endParaRPr lang="pt-BR" sz="2000" noProof="0" dirty="0">
              <a:latin typeface="Instrument Sans Medium" pitchFamily="34" charset="0"/>
              <a:ea typeface="Instrument Sans Medium" pitchFamily="34" charset="-122"/>
              <a:cs typeface="Instrument Sans Medium" pitchFamily="34" charset="-120"/>
            </a:endParaRPr>
          </a:p>
          <a:p>
            <a:pPr algn="just">
              <a:lnSpc>
                <a:spcPts val="2100"/>
              </a:lnSpc>
            </a:pPr>
            <a:r>
              <a:rPr lang="pt-BR" sz="2000" noProof="0" dirty="0">
                <a:latin typeface="GT Walsheim LC Light (Corpo)"/>
                <a:ea typeface="Instrument Sans Medium" pitchFamily="34" charset="-122"/>
                <a:cs typeface="Instrument Sans Medium" pitchFamily="34" charset="-120"/>
              </a:rPr>
              <a:t>Para garantir uma comparação estatisticamente robusta, a aplicação do MLT exige que o lucro operacional seja confrontado com uma base financeira que dite a dinâmica do negócio — como Receita Líquida, Custos ou Ativos. Essa relação estabelece o </a:t>
            </a:r>
            <a:r>
              <a:rPr lang="pt-BR" sz="2000" b="1" noProof="0" dirty="0">
                <a:latin typeface="GT Walsheim LC Light (Corpo)"/>
                <a:ea typeface="Instrument Sans Medium" pitchFamily="34" charset="-122"/>
                <a:cs typeface="Instrument Sans Medium" pitchFamily="34" charset="-120"/>
              </a:rPr>
              <a:t>Indicador de Rentabilidade (IR)</a:t>
            </a:r>
            <a:r>
              <a:rPr lang="pt-BR" sz="2000" noProof="0" dirty="0">
                <a:latin typeface="GT Walsheim LC Light (Corpo)"/>
                <a:ea typeface="Instrument Sans Medium" pitchFamily="34" charset="-122"/>
                <a:cs typeface="Instrument Sans Medium" pitchFamily="34" charset="-120"/>
              </a:rPr>
              <a:t>, permitindo que a análise neutralize distorções contábeis e foque na essência econômica da operação, validando se o lucro gerado no Brasil está alinhado aos padrões globais de plena concorrência.</a:t>
            </a:r>
            <a:endParaRPr lang="pt-BR" sz="2000" noProof="0" dirty="0">
              <a:latin typeface="GT Walsheim LC Light (Corpo)"/>
            </a:endParaRPr>
          </a:p>
          <a:p>
            <a:pPr algn="just">
              <a:lnSpc>
                <a:spcPts val="2100"/>
              </a:lnSpc>
            </a:pPr>
            <a:endParaRPr lang="pt-BR" sz="2000" noProof="0" dirty="0"/>
          </a:p>
        </p:txBody>
      </p:sp>
      <p:sp>
        <p:nvSpPr>
          <p:cNvPr id="12" name="Espaço Reservado para Texto 4">
            <a:extLst>
              <a:ext uri="{FF2B5EF4-FFF2-40B4-BE49-F238E27FC236}">
                <a16:creationId xmlns:a16="http://schemas.microsoft.com/office/drawing/2014/main" id="{DF169B16-FAD4-181D-AC4C-FAF3062CD63A}"/>
              </a:ext>
            </a:extLst>
          </p:cNvPr>
          <p:cNvSpPr txBox="1">
            <a:spLocks/>
          </p:cNvSpPr>
          <p:nvPr/>
        </p:nvSpPr>
        <p:spPr>
          <a:xfrm>
            <a:off x="376931" y="5779866"/>
            <a:ext cx="10547653" cy="317832"/>
          </a:xfrm>
          <a:prstGeom prst="rect">
            <a:avLst/>
          </a:prstGeom>
        </p:spPr>
        <p:txBody>
          <a:bodyPr vert="horz" wrap="square" lIns="0" tIns="0" rIns="0" bIns="0" rtlCol="0" anchor="t" anchorCtr="0">
            <a:noAutofit/>
          </a:bodyPr>
          <a:lstStyle>
            <a:lvl1pPr marL="0" indent="0" algn="l" defTabSz="736656" rtl="0" eaLnBrk="1" latinLnBrk="0" hangingPunct="1">
              <a:lnSpc>
                <a:spcPct val="100000"/>
              </a:lnSpc>
              <a:spcBef>
                <a:spcPts val="0"/>
              </a:spcBef>
              <a:spcAft>
                <a:spcPts val="600"/>
              </a:spcAft>
              <a:buFont typeface="Arial" panose="020B0604020202020204" pitchFamily="34" charset="0"/>
              <a:buNone/>
              <a:defRPr sz="2400" b="0" kern="1200">
                <a:solidFill>
                  <a:schemeClr val="bg1"/>
                </a:solidFill>
                <a:latin typeface="+mj-lt"/>
                <a:ea typeface="+mn-ea"/>
                <a:cs typeface="+mn-cs"/>
              </a:defRPr>
            </a:lvl1pPr>
            <a:lvl2pPr marL="268288" indent="-265113" algn="l" defTabSz="736656" rtl="0" eaLnBrk="1" latinLnBrk="0" hangingPunct="1">
              <a:lnSpc>
                <a:spcPct val="100000"/>
              </a:lnSpc>
              <a:spcBef>
                <a:spcPts val="0"/>
              </a:spcBef>
              <a:spcAft>
                <a:spcPts val="600"/>
              </a:spcAft>
              <a:buFont typeface="Arial" panose="020B0604020202020204" pitchFamily="34" charset="0"/>
              <a:buChar char="•"/>
              <a:tabLst/>
              <a:defRPr sz="2400" kern="1200">
                <a:solidFill>
                  <a:schemeClr val="bg1"/>
                </a:solidFill>
                <a:latin typeface="+mj-lt"/>
                <a:ea typeface="+mn-ea"/>
                <a:cs typeface="+mn-cs"/>
              </a:defRPr>
            </a:lvl2pPr>
            <a:lvl3pPr marL="534988" indent="-263525" algn="l" defTabSz="901700" rtl="0" eaLnBrk="1" latinLnBrk="0" hangingPunct="1">
              <a:lnSpc>
                <a:spcPct val="100000"/>
              </a:lnSpc>
              <a:spcBef>
                <a:spcPts val="0"/>
              </a:spcBef>
              <a:spcAft>
                <a:spcPts val="600"/>
              </a:spcAft>
              <a:buFont typeface="Arial" panose="020B0604020202020204" pitchFamily="34" charset="0"/>
              <a:buChar char="–"/>
              <a:defRPr sz="2000" kern="1200">
                <a:solidFill>
                  <a:schemeClr val="bg1"/>
                </a:solidFill>
                <a:latin typeface="+mj-lt"/>
                <a:ea typeface="+mn-ea"/>
                <a:cs typeface="+mn-cs"/>
              </a:defRPr>
            </a:lvl3pPr>
            <a:lvl4pPr marL="803275" indent="-268288" algn="l" defTabSz="736656" rtl="0" eaLnBrk="1" latinLnBrk="0" hangingPunct="1">
              <a:lnSpc>
                <a:spcPct val="100000"/>
              </a:lnSpc>
              <a:spcBef>
                <a:spcPts val="0"/>
              </a:spcBef>
              <a:spcAft>
                <a:spcPts val="600"/>
              </a:spcAft>
              <a:buFont typeface="Arial" panose="020B0604020202020204" pitchFamily="34" charset="0"/>
              <a:buChar char="–"/>
              <a:defRPr lang="en-US" sz="2000" b="0" kern="1200">
                <a:solidFill>
                  <a:schemeClr val="bg1"/>
                </a:solidFill>
                <a:latin typeface="+mj-lt"/>
                <a:ea typeface="+mn-ea"/>
                <a:cs typeface="+mn-cs"/>
              </a:defRPr>
            </a:lvl4pPr>
            <a:lvl5pPr marL="355600" indent="-355600" algn="l" defTabSz="736656" rtl="0" eaLnBrk="1" latinLnBrk="0" hangingPunct="1">
              <a:lnSpc>
                <a:spcPct val="100000"/>
              </a:lnSpc>
              <a:spcBef>
                <a:spcPts val="0"/>
              </a:spcBef>
              <a:spcAft>
                <a:spcPts val="600"/>
              </a:spcAft>
              <a:buFont typeface="+mj-lt"/>
              <a:buAutoNum type="arabicPeriod"/>
              <a:defRPr sz="2400" kern="1200">
                <a:solidFill>
                  <a:schemeClr val="bg1"/>
                </a:solidFill>
                <a:latin typeface="+mj-lt"/>
                <a:ea typeface="+mn-ea"/>
                <a:cs typeface="+mn-cs"/>
              </a:defRPr>
            </a:lvl5pPr>
            <a:lvl6pPr marL="723900" indent="-354013" algn="l" defTabSz="736656" rtl="0" eaLnBrk="1" latinLnBrk="0" hangingPunct="1">
              <a:lnSpc>
                <a:spcPct val="100000"/>
              </a:lnSpc>
              <a:spcBef>
                <a:spcPts val="0"/>
              </a:spcBef>
              <a:spcAft>
                <a:spcPts val="600"/>
              </a:spcAft>
              <a:buFont typeface="+mj-lt"/>
              <a:buAutoNum type="alphaLcPeriod"/>
              <a:tabLst/>
              <a:defRPr sz="2400" b="0" kern="1200">
                <a:solidFill>
                  <a:schemeClr val="bg1"/>
                </a:solidFill>
                <a:latin typeface="+mj-lt"/>
                <a:ea typeface="+mn-ea"/>
                <a:cs typeface="+mn-cs"/>
              </a:defRPr>
            </a:lvl6pPr>
            <a:lvl7pPr marL="0" indent="0" algn="l" defTabSz="736656" rtl="0" eaLnBrk="1" latinLnBrk="0" hangingPunct="1">
              <a:lnSpc>
                <a:spcPct val="100000"/>
              </a:lnSpc>
              <a:spcBef>
                <a:spcPts val="0"/>
              </a:spcBef>
              <a:spcAft>
                <a:spcPts val="600"/>
              </a:spcAft>
              <a:buFont typeface="Arial" panose="020B0604020202020204" pitchFamily="34" charset="0"/>
              <a:buNone/>
              <a:defRPr lang="en-US" sz="3200" b="1" kern="1200">
                <a:solidFill>
                  <a:schemeClr val="bg1"/>
                </a:solidFill>
                <a:latin typeface="+mj-lt"/>
                <a:ea typeface="+mn-ea"/>
                <a:cs typeface="+mn-cs"/>
              </a:defRPr>
            </a:lvl7pPr>
            <a:lvl8pPr marL="0" indent="0" algn="l" defTabSz="736656" rtl="0" eaLnBrk="1" latinLnBrk="0" hangingPunct="1">
              <a:lnSpc>
                <a:spcPct val="100000"/>
              </a:lnSpc>
              <a:spcBef>
                <a:spcPts val="0"/>
              </a:spcBef>
              <a:spcAft>
                <a:spcPts val="600"/>
              </a:spcAft>
              <a:buFont typeface="Arial" panose="020B0604020202020204" pitchFamily="34" charset="0"/>
              <a:buNone/>
              <a:defRPr lang="en-US" sz="2400" b="1" kern="1200">
                <a:solidFill>
                  <a:schemeClr val="bg1"/>
                </a:solidFill>
                <a:latin typeface="+mj-lt"/>
                <a:ea typeface="+mn-ea"/>
                <a:cs typeface="+mn-cs"/>
              </a:defRPr>
            </a:lvl8pPr>
            <a:lvl9pPr marL="0" indent="0" algn="l" defTabSz="736656" rtl="0" eaLnBrk="1" latinLnBrk="0" hangingPunct="1">
              <a:lnSpc>
                <a:spcPct val="100000"/>
              </a:lnSpc>
              <a:spcBef>
                <a:spcPts val="0"/>
              </a:spcBef>
              <a:spcAft>
                <a:spcPts val="600"/>
              </a:spcAft>
              <a:buFont typeface="Arial" panose="020B0604020202020204" pitchFamily="34" charset="0"/>
              <a:buNone/>
              <a:defRPr lang="en-US" sz="2400" b="1" kern="1200">
                <a:solidFill>
                  <a:schemeClr val="bg1"/>
                </a:solidFill>
                <a:latin typeface="+mj-lt"/>
                <a:ea typeface="+mn-ea"/>
                <a:cs typeface="+mn-cs"/>
              </a:defRPr>
            </a:lvl9pPr>
          </a:lstStyle>
          <a:p>
            <a:r>
              <a:rPr lang="pt-BR" sz="1800" noProof="0" dirty="0">
                <a:latin typeface="GT Walsheim LC" pitchFamily="2" charset="0"/>
                <a:cs typeface="GT Walsheim LC" pitchFamily="2" charset="0"/>
              </a:rPr>
              <a:t>No Brasil, sua adoção formal e obrigatória ocorreu com a Lei nº 14.596/2023</a:t>
            </a:r>
            <a:endParaRPr lang="pt-BR" sz="1800" noProof="0" dirty="0">
              <a:latin typeface="GT Walsheim LC Bold" pitchFamily="2" charset="0"/>
              <a:cs typeface="GT Walsheim LC Bold" pitchFamily="2" charset="0"/>
            </a:endParaRPr>
          </a:p>
        </p:txBody>
      </p:sp>
      <p:sp>
        <p:nvSpPr>
          <p:cNvPr id="17" name="Título 3">
            <a:extLst>
              <a:ext uri="{FF2B5EF4-FFF2-40B4-BE49-F238E27FC236}">
                <a16:creationId xmlns:a16="http://schemas.microsoft.com/office/drawing/2014/main" id="{CAA786ED-3485-8D69-6932-FEAD5A3F9311}"/>
              </a:ext>
            </a:extLst>
          </p:cNvPr>
          <p:cNvSpPr txBox="1">
            <a:spLocks/>
          </p:cNvSpPr>
          <p:nvPr/>
        </p:nvSpPr>
        <p:spPr>
          <a:xfrm>
            <a:off x="409404" y="732421"/>
            <a:ext cx="7544456" cy="438453"/>
          </a:xfrm>
          <a:prstGeom prst="rect">
            <a:avLst/>
          </a:prstGeom>
        </p:spPr>
        <p:txBody>
          <a:bodyPr vert="horz" wrap="square" lIns="0" tIns="0" rIns="0" bIns="0" rtlCol="0" anchor="t" anchorCtr="0">
            <a:spAutoFit/>
          </a:bodyPr>
          <a:lstStyle>
            <a:lvl1pPr algn="l" defTabSz="736656" rtl="0" eaLnBrk="1" latinLnBrk="0" hangingPunct="1">
              <a:lnSpc>
                <a:spcPts val="3600"/>
              </a:lnSpc>
              <a:spcBef>
                <a:spcPct val="0"/>
              </a:spcBef>
              <a:buNone/>
              <a:defRPr sz="3600" b="1" kern="1200">
                <a:solidFill>
                  <a:schemeClr val="bg1"/>
                </a:solidFill>
                <a:latin typeface="+mj-lt"/>
                <a:ea typeface="+mj-ea"/>
                <a:cs typeface="+mj-cs"/>
              </a:defRPr>
            </a:lvl1pPr>
          </a:lstStyle>
          <a:p>
            <a:pPr>
              <a:spcAft>
                <a:spcPts val="0"/>
              </a:spcAft>
              <a:buFontTx/>
            </a:pPr>
            <a:r>
              <a:rPr lang="pt-BR" sz="2400" b="0" spc="-50" noProof="0" dirty="0">
                <a:gradFill flip="none" rotWithShape="1">
                  <a:gsLst>
                    <a:gs pos="3000">
                      <a:srgbClr val="B38AFF"/>
                    </a:gs>
                    <a:gs pos="100000">
                      <a:srgbClr val="A06DFF"/>
                    </a:gs>
                  </a:gsLst>
                  <a:lin ang="0" scaled="1"/>
                  <a:tileRect/>
                </a:gradFill>
                <a:latin typeface="GT Walsheim LC Bold" pitchFamily="2" charset="0"/>
                <a:ea typeface="+mn-ea"/>
                <a:cs typeface="GT Walsheim LC Bold" pitchFamily="2" charset="0"/>
              </a:rPr>
              <a:t>Explicação sobre o </a:t>
            </a:r>
            <a:r>
              <a:rPr lang="pt-BR" sz="2400" b="0" spc="-50" noProof="0" dirty="0">
                <a:latin typeface="GT Walsheim LC" pitchFamily="2" charset="0"/>
                <a:cs typeface="GT Walsheim LC" pitchFamily="2" charset="0"/>
              </a:rPr>
              <a:t>método </a:t>
            </a:r>
            <a:r>
              <a:rPr lang="pt-BR" sz="2400" b="0" spc="-50" noProof="0" dirty="0">
                <a:gradFill flip="none" rotWithShape="1">
                  <a:gsLst>
                    <a:gs pos="7000">
                      <a:schemeClr val="accent2">
                        <a:lumMod val="40000"/>
                        <a:lumOff val="60000"/>
                      </a:schemeClr>
                    </a:gs>
                    <a:gs pos="100000">
                      <a:schemeClr val="accent2"/>
                    </a:gs>
                  </a:gsLst>
                  <a:lin ang="5340000" scaled="0"/>
                  <a:tileRect/>
                </a:gradFill>
                <a:latin typeface="GT Walsheim LC Bold" pitchFamily="2" charset="0"/>
                <a:ea typeface="+mn-ea"/>
                <a:cs typeface="GT Walsheim LC Bold" pitchFamily="2" charset="0"/>
              </a:rPr>
              <a:t>MLT</a:t>
            </a:r>
            <a:endParaRPr lang="pt-BR" sz="2100" b="0" spc="-50" noProof="0" dirty="0">
              <a:gradFill flip="none" rotWithShape="1">
                <a:gsLst>
                  <a:gs pos="7000">
                    <a:schemeClr val="accent2">
                      <a:lumMod val="40000"/>
                      <a:lumOff val="60000"/>
                    </a:schemeClr>
                  </a:gs>
                  <a:gs pos="100000">
                    <a:schemeClr val="accent2"/>
                  </a:gs>
                </a:gsLst>
                <a:lin ang="5340000" scaled="0"/>
                <a:tileRect/>
              </a:gradFill>
              <a:latin typeface="GT Walsheim LC Bold" pitchFamily="2" charset="0"/>
              <a:ea typeface="+mn-ea"/>
              <a:cs typeface="GT Walsheim LC Bold" pitchFamily="2" charset="0"/>
            </a:endParaRPr>
          </a:p>
        </p:txBody>
      </p:sp>
      <p:sp>
        <p:nvSpPr>
          <p:cNvPr id="34" name="Espaço Reservado para Texto 4">
            <a:extLst>
              <a:ext uri="{FF2B5EF4-FFF2-40B4-BE49-F238E27FC236}">
                <a16:creationId xmlns:a16="http://schemas.microsoft.com/office/drawing/2014/main" id="{4843D4AC-F4D2-989B-ED6F-DEE445BFE1D3}"/>
              </a:ext>
            </a:extLst>
          </p:cNvPr>
          <p:cNvSpPr txBox="1">
            <a:spLocks/>
          </p:cNvSpPr>
          <p:nvPr/>
        </p:nvSpPr>
        <p:spPr>
          <a:xfrm>
            <a:off x="409402" y="6046736"/>
            <a:ext cx="9885479" cy="346393"/>
          </a:xfrm>
          <a:prstGeom prst="rect">
            <a:avLst/>
          </a:prstGeom>
        </p:spPr>
        <p:txBody>
          <a:bodyPr vert="horz" wrap="square" lIns="0" tIns="0" rIns="0" bIns="0" rtlCol="0" anchor="t" anchorCtr="0">
            <a:noAutofit/>
          </a:bodyPr>
          <a:lstStyle>
            <a:lvl1pPr marL="0" indent="0" algn="l" defTabSz="736656" rtl="0" eaLnBrk="1" latinLnBrk="0" hangingPunct="1">
              <a:lnSpc>
                <a:spcPct val="100000"/>
              </a:lnSpc>
              <a:spcBef>
                <a:spcPts val="0"/>
              </a:spcBef>
              <a:spcAft>
                <a:spcPts val="600"/>
              </a:spcAft>
              <a:buFont typeface="Arial" panose="020B0604020202020204" pitchFamily="34" charset="0"/>
              <a:buNone/>
              <a:defRPr sz="2400" b="0" kern="1200">
                <a:solidFill>
                  <a:schemeClr val="bg1"/>
                </a:solidFill>
                <a:latin typeface="+mj-lt"/>
                <a:ea typeface="+mn-ea"/>
                <a:cs typeface="+mn-cs"/>
              </a:defRPr>
            </a:lvl1pPr>
            <a:lvl2pPr marL="268288" indent="-265113" algn="l" defTabSz="736656" rtl="0" eaLnBrk="1" latinLnBrk="0" hangingPunct="1">
              <a:lnSpc>
                <a:spcPct val="100000"/>
              </a:lnSpc>
              <a:spcBef>
                <a:spcPts val="0"/>
              </a:spcBef>
              <a:spcAft>
                <a:spcPts val="600"/>
              </a:spcAft>
              <a:buFont typeface="Arial" panose="020B0604020202020204" pitchFamily="34" charset="0"/>
              <a:buChar char="•"/>
              <a:tabLst/>
              <a:defRPr sz="2400" kern="1200">
                <a:solidFill>
                  <a:schemeClr val="bg1"/>
                </a:solidFill>
                <a:latin typeface="+mj-lt"/>
                <a:ea typeface="+mn-ea"/>
                <a:cs typeface="+mn-cs"/>
              </a:defRPr>
            </a:lvl2pPr>
            <a:lvl3pPr marL="534988" indent="-263525" algn="l" defTabSz="901700" rtl="0" eaLnBrk="1" latinLnBrk="0" hangingPunct="1">
              <a:lnSpc>
                <a:spcPct val="100000"/>
              </a:lnSpc>
              <a:spcBef>
                <a:spcPts val="0"/>
              </a:spcBef>
              <a:spcAft>
                <a:spcPts val="600"/>
              </a:spcAft>
              <a:buFont typeface="Arial" panose="020B0604020202020204" pitchFamily="34" charset="0"/>
              <a:buChar char="–"/>
              <a:defRPr sz="2000" kern="1200">
                <a:solidFill>
                  <a:schemeClr val="bg1"/>
                </a:solidFill>
                <a:latin typeface="+mj-lt"/>
                <a:ea typeface="+mn-ea"/>
                <a:cs typeface="+mn-cs"/>
              </a:defRPr>
            </a:lvl3pPr>
            <a:lvl4pPr marL="803275" indent="-268288" algn="l" defTabSz="736656" rtl="0" eaLnBrk="1" latinLnBrk="0" hangingPunct="1">
              <a:lnSpc>
                <a:spcPct val="100000"/>
              </a:lnSpc>
              <a:spcBef>
                <a:spcPts val="0"/>
              </a:spcBef>
              <a:spcAft>
                <a:spcPts val="600"/>
              </a:spcAft>
              <a:buFont typeface="Arial" panose="020B0604020202020204" pitchFamily="34" charset="0"/>
              <a:buChar char="–"/>
              <a:defRPr lang="en-US" sz="2000" b="0" kern="1200">
                <a:solidFill>
                  <a:schemeClr val="bg1"/>
                </a:solidFill>
                <a:latin typeface="+mj-lt"/>
                <a:ea typeface="+mn-ea"/>
                <a:cs typeface="+mn-cs"/>
              </a:defRPr>
            </a:lvl4pPr>
            <a:lvl5pPr marL="355600" indent="-355600" algn="l" defTabSz="736656" rtl="0" eaLnBrk="1" latinLnBrk="0" hangingPunct="1">
              <a:lnSpc>
                <a:spcPct val="100000"/>
              </a:lnSpc>
              <a:spcBef>
                <a:spcPts val="0"/>
              </a:spcBef>
              <a:spcAft>
                <a:spcPts val="600"/>
              </a:spcAft>
              <a:buFont typeface="+mj-lt"/>
              <a:buAutoNum type="arabicPeriod"/>
              <a:defRPr sz="2400" kern="1200">
                <a:solidFill>
                  <a:schemeClr val="bg1"/>
                </a:solidFill>
                <a:latin typeface="+mj-lt"/>
                <a:ea typeface="+mn-ea"/>
                <a:cs typeface="+mn-cs"/>
              </a:defRPr>
            </a:lvl5pPr>
            <a:lvl6pPr marL="723900" indent="-354013" algn="l" defTabSz="736656" rtl="0" eaLnBrk="1" latinLnBrk="0" hangingPunct="1">
              <a:lnSpc>
                <a:spcPct val="100000"/>
              </a:lnSpc>
              <a:spcBef>
                <a:spcPts val="0"/>
              </a:spcBef>
              <a:spcAft>
                <a:spcPts val="600"/>
              </a:spcAft>
              <a:buFont typeface="+mj-lt"/>
              <a:buAutoNum type="alphaLcPeriod"/>
              <a:tabLst/>
              <a:defRPr sz="2400" b="0" kern="1200">
                <a:solidFill>
                  <a:schemeClr val="bg1"/>
                </a:solidFill>
                <a:latin typeface="+mj-lt"/>
                <a:ea typeface="+mn-ea"/>
                <a:cs typeface="+mn-cs"/>
              </a:defRPr>
            </a:lvl6pPr>
            <a:lvl7pPr marL="0" indent="0" algn="l" defTabSz="736656" rtl="0" eaLnBrk="1" latinLnBrk="0" hangingPunct="1">
              <a:lnSpc>
                <a:spcPct val="100000"/>
              </a:lnSpc>
              <a:spcBef>
                <a:spcPts val="0"/>
              </a:spcBef>
              <a:spcAft>
                <a:spcPts val="600"/>
              </a:spcAft>
              <a:buFont typeface="Arial" panose="020B0604020202020204" pitchFamily="34" charset="0"/>
              <a:buNone/>
              <a:defRPr lang="en-US" sz="3200" b="1" kern="1200">
                <a:solidFill>
                  <a:schemeClr val="bg1"/>
                </a:solidFill>
                <a:latin typeface="+mj-lt"/>
                <a:ea typeface="+mn-ea"/>
                <a:cs typeface="+mn-cs"/>
              </a:defRPr>
            </a:lvl7pPr>
            <a:lvl8pPr marL="0" indent="0" algn="l" defTabSz="736656" rtl="0" eaLnBrk="1" latinLnBrk="0" hangingPunct="1">
              <a:lnSpc>
                <a:spcPct val="100000"/>
              </a:lnSpc>
              <a:spcBef>
                <a:spcPts val="0"/>
              </a:spcBef>
              <a:spcAft>
                <a:spcPts val="600"/>
              </a:spcAft>
              <a:buFont typeface="Arial" panose="020B0604020202020204" pitchFamily="34" charset="0"/>
              <a:buNone/>
              <a:defRPr lang="en-US" sz="2400" b="1" kern="1200">
                <a:solidFill>
                  <a:schemeClr val="bg1"/>
                </a:solidFill>
                <a:latin typeface="+mj-lt"/>
                <a:ea typeface="+mn-ea"/>
                <a:cs typeface="+mn-cs"/>
              </a:defRPr>
            </a:lvl8pPr>
            <a:lvl9pPr marL="0" indent="0" algn="l" defTabSz="736656" rtl="0" eaLnBrk="1" latinLnBrk="0" hangingPunct="1">
              <a:lnSpc>
                <a:spcPct val="100000"/>
              </a:lnSpc>
              <a:spcBef>
                <a:spcPts val="0"/>
              </a:spcBef>
              <a:spcAft>
                <a:spcPts val="600"/>
              </a:spcAft>
              <a:buFont typeface="Arial" panose="020B0604020202020204" pitchFamily="34" charset="0"/>
              <a:buNone/>
              <a:defRPr lang="en-US" sz="2400" b="1" kern="1200">
                <a:solidFill>
                  <a:schemeClr val="bg1"/>
                </a:solidFill>
                <a:latin typeface="+mj-lt"/>
                <a:ea typeface="+mn-ea"/>
                <a:cs typeface="+mn-cs"/>
              </a:defRPr>
            </a:lvl9pPr>
          </a:lstStyle>
          <a:p>
            <a:r>
              <a:rPr lang="pt-BR" sz="1800" noProof="0" dirty="0">
                <a:latin typeface="GT Walsheim LC" pitchFamily="2" charset="0"/>
                <a:cs typeface="GT Walsheim LC" pitchFamily="2" charset="0"/>
              </a:rPr>
              <a:t>que alinhou a </a:t>
            </a:r>
            <a:r>
              <a:rPr lang="pt-BR" noProof="0" dirty="0">
                <a:latin typeface="GT Walsheim LC Bold" pitchFamily="2" charset="0"/>
                <a:cs typeface="GT Walsheim LC Bold" pitchFamily="2" charset="0"/>
              </a:rPr>
              <a:t>legislação brasileira </a:t>
            </a:r>
            <a:r>
              <a:rPr lang="pt-BR" sz="1800" noProof="0" dirty="0">
                <a:latin typeface="GT Walsheim LC" pitchFamily="2" charset="0"/>
                <a:cs typeface="GT Walsheim LC" pitchFamily="2" charset="0"/>
              </a:rPr>
              <a:t>ao padrão da </a:t>
            </a:r>
            <a:r>
              <a:rPr lang="pt-BR" noProof="0" dirty="0">
                <a:latin typeface="GT Walsheim LC Bold" pitchFamily="2" charset="0"/>
                <a:cs typeface="GT Walsheim LC Bold" pitchFamily="2" charset="0"/>
              </a:rPr>
              <a:t>OCDE</a:t>
            </a:r>
          </a:p>
        </p:txBody>
      </p:sp>
      <p:sp>
        <p:nvSpPr>
          <p:cNvPr id="95" name="Slide Number Placeholder 5">
            <a:extLst>
              <a:ext uri="{FF2B5EF4-FFF2-40B4-BE49-F238E27FC236}">
                <a16:creationId xmlns:a16="http://schemas.microsoft.com/office/drawing/2014/main" id="{3E6EAA0A-1810-9FE5-5A4D-DEA7593DEE5C}"/>
              </a:ext>
            </a:extLst>
          </p:cNvPr>
          <p:cNvSpPr txBox="1">
            <a:spLocks/>
          </p:cNvSpPr>
          <p:nvPr/>
        </p:nvSpPr>
        <p:spPr>
          <a:xfrm>
            <a:off x="508001" y="6489031"/>
            <a:ext cx="4925075" cy="107722"/>
          </a:xfrm>
          <a:prstGeom prst="rect">
            <a:avLst/>
          </a:prstGeom>
          <a:noFill/>
        </p:spPr>
        <p:txBody>
          <a:bodyPr wrap="square" lIns="0" tIns="0" rIns="0" bIns="0" anchor="ctr" anchorCtr="0">
            <a:spAutoFit/>
          </a:bodyPr>
          <a:lstStyle>
            <a:defPPr>
              <a:defRPr lang="en-US"/>
            </a:defPPr>
            <a:lvl1pPr marL="0" algn="r" defTabSz="1066302" rtl="0" eaLnBrk="1" latinLnBrk="0" hangingPunct="1">
              <a:defRPr sz="1000" kern="1200">
                <a:solidFill>
                  <a:schemeClr val="tx1"/>
                </a:solidFill>
                <a:latin typeface="Arial" pitchFamily="34" charset="0"/>
                <a:ea typeface="+mn-ea"/>
                <a:cs typeface="Arial" pitchFamily="34" charset="0"/>
              </a:defRPr>
            </a:lvl1pPr>
            <a:lvl2pPr marL="533152" algn="l" defTabSz="1066302" rtl="0" eaLnBrk="1" latinLnBrk="0" hangingPunct="1">
              <a:defRPr sz="2100" kern="1200">
                <a:solidFill>
                  <a:schemeClr val="tx1"/>
                </a:solidFill>
                <a:latin typeface="+mn-lt"/>
                <a:ea typeface="+mn-ea"/>
                <a:cs typeface="+mn-cs"/>
              </a:defRPr>
            </a:lvl2pPr>
            <a:lvl3pPr marL="1066302" algn="l" defTabSz="1066302" rtl="0" eaLnBrk="1" latinLnBrk="0" hangingPunct="1">
              <a:defRPr sz="2100" kern="1200">
                <a:solidFill>
                  <a:schemeClr val="tx1"/>
                </a:solidFill>
                <a:latin typeface="+mn-lt"/>
                <a:ea typeface="+mn-ea"/>
                <a:cs typeface="+mn-cs"/>
              </a:defRPr>
            </a:lvl3pPr>
            <a:lvl4pPr marL="1599453" algn="l" defTabSz="1066302" rtl="0" eaLnBrk="1" latinLnBrk="0" hangingPunct="1">
              <a:defRPr sz="2100" kern="1200">
                <a:solidFill>
                  <a:schemeClr val="tx1"/>
                </a:solidFill>
                <a:latin typeface="+mn-lt"/>
                <a:ea typeface="+mn-ea"/>
                <a:cs typeface="+mn-cs"/>
              </a:defRPr>
            </a:lvl4pPr>
            <a:lvl5pPr marL="2132603" algn="l" defTabSz="1066302" rtl="0" eaLnBrk="1" latinLnBrk="0" hangingPunct="1">
              <a:defRPr sz="2100" kern="1200">
                <a:solidFill>
                  <a:schemeClr val="tx1"/>
                </a:solidFill>
                <a:latin typeface="+mn-lt"/>
                <a:ea typeface="+mn-ea"/>
                <a:cs typeface="+mn-cs"/>
              </a:defRPr>
            </a:lvl5pPr>
            <a:lvl6pPr marL="2665755" algn="l" defTabSz="1066302" rtl="0" eaLnBrk="1" latinLnBrk="0" hangingPunct="1">
              <a:defRPr sz="2100" kern="1200">
                <a:solidFill>
                  <a:schemeClr val="tx1"/>
                </a:solidFill>
                <a:latin typeface="+mn-lt"/>
                <a:ea typeface="+mn-ea"/>
                <a:cs typeface="+mn-cs"/>
              </a:defRPr>
            </a:lvl6pPr>
            <a:lvl7pPr marL="3198906" algn="l" defTabSz="1066302" rtl="0" eaLnBrk="1" latinLnBrk="0" hangingPunct="1">
              <a:defRPr sz="2100" kern="1200">
                <a:solidFill>
                  <a:schemeClr val="tx1"/>
                </a:solidFill>
                <a:latin typeface="+mn-lt"/>
                <a:ea typeface="+mn-ea"/>
                <a:cs typeface="+mn-cs"/>
              </a:defRPr>
            </a:lvl7pPr>
            <a:lvl8pPr marL="3732056" algn="l" defTabSz="1066302" rtl="0" eaLnBrk="1" latinLnBrk="0" hangingPunct="1">
              <a:defRPr sz="2100" kern="1200">
                <a:solidFill>
                  <a:schemeClr val="tx1"/>
                </a:solidFill>
                <a:latin typeface="+mn-lt"/>
                <a:ea typeface="+mn-ea"/>
                <a:cs typeface="+mn-cs"/>
              </a:defRPr>
            </a:lvl8pPr>
            <a:lvl9pPr marL="4265207" algn="l" defTabSz="1066302" rtl="0" eaLnBrk="1" latinLnBrk="0" hangingPunct="1">
              <a:defRPr sz="2100" kern="1200">
                <a:solidFill>
                  <a:schemeClr val="tx1"/>
                </a:solidFill>
                <a:latin typeface="+mn-lt"/>
                <a:ea typeface="+mn-ea"/>
                <a:cs typeface="+mn-cs"/>
              </a:defRPr>
            </a:lvl9pPr>
          </a:lstStyle>
          <a:p>
            <a:pPr marL="0" marR="0" lvl="0" indent="0" algn="l" defTabSz="1421700"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schemeClr val="bg1"/>
                </a:solidFill>
                <a:effectLst/>
                <a:uLnTx/>
                <a:uFillTx/>
                <a:latin typeface="+mn-lt"/>
                <a:ea typeface="+mn-ea"/>
                <a:cs typeface="GT Walsheim LC Light" pitchFamily="2" charset="0"/>
              </a:rPr>
              <a:t>© 2026 Grant Thornton Brasil  | Todos os direitos reservados |  Firma-membro brasileira da Grant Thornton International Ltd.</a:t>
            </a:r>
          </a:p>
        </p:txBody>
      </p:sp>
      <p:pic>
        <p:nvPicPr>
          <p:cNvPr id="96" name="Gráfico 95">
            <a:extLst>
              <a:ext uri="{FF2B5EF4-FFF2-40B4-BE49-F238E27FC236}">
                <a16:creationId xmlns:a16="http://schemas.microsoft.com/office/drawing/2014/main" id="{29A859F5-BC5C-09EC-9C1A-121EB390E96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582399" y="6313077"/>
            <a:ext cx="372165" cy="372165"/>
          </a:xfrm>
          <a:prstGeom prst="rect">
            <a:avLst/>
          </a:prstGeom>
        </p:spPr>
      </p:pic>
      <p:pic>
        <p:nvPicPr>
          <p:cNvPr id="3" name="Imagem 2">
            <a:extLst>
              <a:ext uri="{FF2B5EF4-FFF2-40B4-BE49-F238E27FC236}">
                <a16:creationId xmlns:a16="http://schemas.microsoft.com/office/drawing/2014/main" id="{729413D5-AD34-346A-F5C5-F55B2B92C203}"/>
              </a:ext>
            </a:extLst>
          </p:cNvPr>
          <p:cNvPicPr>
            <a:picLocks noGrp="1" noRot="1" noChangeAspect="1" noMove="1" noResize="1" noEditPoints="1" noAdjustHandles="1" noChangeArrowheads="1" noChangeShapeType="1" noCrop="1"/>
          </p:cNvPicPr>
          <p:nvPr/>
        </p:nvPicPr>
        <p:blipFill>
          <a:blip r:embed="rId6"/>
          <a:stretch>
            <a:fillRect/>
          </a:stretch>
        </p:blipFill>
        <p:spPr>
          <a:xfrm>
            <a:off x="3944" y="6489031"/>
            <a:ext cx="5772956" cy="114316"/>
          </a:xfrm>
          <a:prstGeom prst="rect">
            <a:avLst/>
          </a:prstGeom>
        </p:spPr>
      </p:pic>
    </p:spTree>
    <p:extLst>
      <p:ext uri="{BB962C8B-B14F-4D97-AF65-F5344CB8AC3E}">
        <p14:creationId xmlns:p14="http://schemas.microsoft.com/office/powerpoint/2010/main" val="32611780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764DF-65AC-40F7-A7F7-74CA70682BE4}"/>
            </a:ext>
          </a:extLst>
        </p:cNvPr>
        <p:cNvGrpSpPr/>
        <p:nvPr/>
      </p:nvGrpSpPr>
      <p:grpSpPr>
        <a:xfrm>
          <a:off x="0" y="0"/>
          <a:ext cx="0" cy="0"/>
          <a:chOff x="0" y="0"/>
          <a:chExt cx="0" cy="0"/>
        </a:xfrm>
      </p:grpSpPr>
      <p:cxnSp>
        <p:nvCxnSpPr>
          <p:cNvPr id="64" name="Conector reto 63">
            <a:extLst>
              <a:ext uri="{FF2B5EF4-FFF2-40B4-BE49-F238E27FC236}">
                <a16:creationId xmlns:a16="http://schemas.microsoft.com/office/drawing/2014/main" id="{E6296855-C748-FAC0-5B9E-6C19D9BF328E}"/>
              </a:ext>
            </a:extLst>
          </p:cNvPr>
          <p:cNvCxnSpPr>
            <a:cxnSpLocks/>
          </p:cNvCxnSpPr>
          <p:nvPr/>
        </p:nvCxnSpPr>
        <p:spPr>
          <a:xfrm flipH="1">
            <a:off x="4646477" y="4090118"/>
            <a:ext cx="3914774" cy="0"/>
          </a:xfrm>
          <a:prstGeom prst="line">
            <a:avLst/>
          </a:prstGeom>
          <a:noFill/>
          <a:ln>
            <a:solidFill>
              <a:srgbClr val="4FA4B3"/>
            </a:solidFill>
            <a:prstDash val="sysDot"/>
          </a:ln>
        </p:spPr>
        <p:style>
          <a:lnRef idx="2">
            <a:schemeClr val="accent1">
              <a:shade val="15000"/>
            </a:schemeClr>
          </a:lnRef>
          <a:fillRef idx="1">
            <a:schemeClr val="accent1"/>
          </a:fillRef>
          <a:effectRef idx="0">
            <a:schemeClr val="accent1"/>
          </a:effectRef>
          <a:fontRef idx="minor">
            <a:schemeClr val="lt1"/>
          </a:fontRef>
        </p:style>
      </p:cxnSp>
      <p:pic>
        <p:nvPicPr>
          <p:cNvPr id="3" name="Imagem 2" descr="Uma imagem contendo animal&#10;&#10;O conteúdo gerado por IA pode estar incorreto.">
            <a:extLst>
              <a:ext uri="{FF2B5EF4-FFF2-40B4-BE49-F238E27FC236}">
                <a16:creationId xmlns:a16="http://schemas.microsoft.com/office/drawing/2014/main" id="{AC263C7A-481E-7A36-7BA6-FFC97BAE1987}"/>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9535" y="-19315"/>
            <a:ext cx="12171957" cy="6883495"/>
          </a:xfrm>
          <a:prstGeom prst="rect">
            <a:avLst/>
          </a:prstGeom>
          <a:gradFill flip="none" rotWithShape="1">
            <a:gsLst>
              <a:gs pos="0">
                <a:schemeClr val="accent5">
                  <a:lumMod val="75000"/>
                </a:schemeClr>
              </a:gs>
              <a:gs pos="100000">
                <a:schemeClr val="accent2"/>
              </a:gs>
            </a:gsLst>
            <a:lin ang="5400000" scaled="1"/>
            <a:tileRect/>
          </a:gradFill>
          <a:ln w="2360" cap="flat">
            <a:noFill/>
            <a:prstDash val="solid"/>
            <a:miter/>
          </a:ln>
        </p:spPr>
      </p:pic>
      <p:pic>
        <p:nvPicPr>
          <p:cNvPr id="24" name="Imagem 23">
            <a:extLst>
              <a:ext uri="{FF2B5EF4-FFF2-40B4-BE49-F238E27FC236}">
                <a16:creationId xmlns:a16="http://schemas.microsoft.com/office/drawing/2014/main" id="{E7F7FEE6-9F85-0C87-EBEE-871ADEA84F99}"/>
              </a:ext>
            </a:extLst>
          </p:cNvPr>
          <p:cNvPicPr>
            <a:picLocks noGrp="1" noRot="1" noChangeAspect="1" noMove="1" noResize="1" noEditPoints="1" noAdjustHandles="1" noChangeArrowheads="1" noChangeShapeType="1" noCrop="1"/>
          </p:cNvPicPr>
          <p:nvPr/>
        </p:nvPicPr>
        <p:blipFill>
          <a:blip r:embed="rId4" cstate="screen">
            <a:extLst>
              <a:ext uri="{28A0092B-C50C-407E-A947-70E740481C1C}">
                <a14:useLocalDpi xmlns:a14="http://schemas.microsoft.com/office/drawing/2010/main"/>
              </a:ext>
            </a:extLst>
          </a:blip>
          <a:srcRect l="29421" t="13945" r="-974" b="30730"/>
          <a:stretch>
            <a:fillRect/>
          </a:stretch>
        </p:blipFill>
        <p:spPr>
          <a:xfrm>
            <a:off x="-11481" y="-19315"/>
            <a:ext cx="8912248" cy="6895603"/>
          </a:xfrm>
          <a:prstGeom prst="rect">
            <a:avLst/>
          </a:prstGeom>
        </p:spPr>
      </p:pic>
      <p:pic>
        <p:nvPicPr>
          <p:cNvPr id="13" name="Imagem 12">
            <a:extLst>
              <a:ext uri="{FF2B5EF4-FFF2-40B4-BE49-F238E27FC236}">
                <a16:creationId xmlns:a16="http://schemas.microsoft.com/office/drawing/2014/main" id="{95205348-FCF7-E6CF-02EB-48C7E14D48A4}"/>
              </a:ext>
            </a:extLst>
          </p:cNvPr>
          <p:cNvPicPr>
            <a:picLocks noGrp="1" noRot="1" noChangeAspect="1" noMove="1" noResize="1" noEditPoints="1" noAdjustHandles="1" noChangeArrowheads="1" noChangeShapeType="1" noCrop="1"/>
          </p:cNvPicPr>
          <p:nvPr/>
        </p:nvPicPr>
        <p:blipFill>
          <a:blip r:embed="rId5" cstate="screen">
            <a:alphaModFix amt="50000"/>
            <a:extLst>
              <a:ext uri="{28A0092B-C50C-407E-A947-70E740481C1C}">
                <a14:useLocalDpi xmlns:a14="http://schemas.microsoft.com/office/drawing/2010/main"/>
              </a:ext>
            </a:extLst>
          </a:blip>
          <a:srcRect/>
          <a:stretch>
            <a:fillRect/>
          </a:stretch>
        </p:blipFill>
        <p:spPr>
          <a:xfrm rot="10800000">
            <a:off x="10507" y="-31424"/>
            <a:ext cx="12192001" cy="2451451"/>
          </a:xfrm>
          <a:prstGeom prst="rect">
            <a:avLst/>
          </a:prstGeom>
        </p:spPr>
      </p:pic>
      <p:sp>
        <p:nvSpPr>
          <p:cNvPr id="54" name="Título 16">
            <a:extLst>
              <a:ext uri="{FF2B5EF4-FFF2-40B4-BE49-F238E27FC236}">
                <a16:creationId xmlns:a16="http://schemas.microsoft.com/office/drawing/2014/main" id="{7555CFAE-BDBF-7021-016D-7DD39895822A}"/>
              </a:ext>
            </a:extLst>
          </p:cNvPr>
          <p:cNvSpPr txBox="1">
            <a:spLocks/>
          </p:cNvSpPr>
          <p:nvPr/>
        </p:nvSpPr>
        <p:spPr>
          <a:xfrm>
            <a:off x="508003" y="390236"/>
            <a:ext cx="7658097" cy="1000056"/>
          </a:xfrm>
          <a:prstGeom prst="rect">
            <a:avLst/>
          </a:prstGeom>
        </p:spPr>
        <p:txBody>
          <a:bodyPr>
            <a:noAutofit/>
          </a:bodyPr>
          <a:lstStyle>
            <a:lvl1pPr algn="l" defTabSz="736656" rtl="0" eaLnBrk="1" latinLnBrk="0" hangingPunct="1">
              <a:lnSpc>
                <a:spcPts val="3600"/>
              </a:lnSpc>
              <a:spcBef>
                <a:spcPct val="0"/>
              </a:spcBef>
              <a:buNone/>
              <a:defRPr sz="3600" b="1" kern="1200">
                <a:solidFill>
                  <a:schemeClr val="accent1"/>
                </a:solidFill>
                <a:latin typeface="+mj-lt"/>
                <a:ea typeface="+mj-ea"/>
                <a:cs typeface="+mj-cs"/>
              </a:defRPr>
            </a:lvl1pPr>
          </a:lstStyle>
          <a:p>
            <a:pPr marL="0" marR="0" lvl="0" indent="0" algn="l" defTabSz="736656" rtl="0" eaLnBrk="1" fontAlgn="auto" latinLnBrk="0" hangingPunct="1">
              <a:lnSpc>
                <a:spcPct val="100000"/>
              </a:lnSpc>
              <a:spcBef>
                <a:spcPct val="0"/>
              </a:spcBef>
              <a:spcAft>
                <a:spcPts val="0"/>
              </a:spcAft>
              <a:buClrTx/>
              <a:buSzTx/>
              <a:buFontTx/>
              <a:buNone/>
              <a:tabLst/>
              <a:defRPr/>
            </a:pPr>
            <a:r>
              <a:rPr kumimoji="0" lang="pt-BR" sz="2000" b="0" i="0" u="none" strike="noStrike" kern="1200" cap="none" spc="0" normalizeH="0" baseline="0" noProof="0" dirty="0">
                <a:ln>
                  <a:noFill/>
                </a:ln>
                <a:solidFill>
                  <a:prstClr val="white"/>
                </a:solidFill>
                <a:effectLst>
                  <a:outerShdw blurRad="50800" dist="38100" dir="8100000" algn="tr" rotWithShape="0">
                    <a:prstClr val="black">
                      <a:alpha val="40000"/>
                    </a:prstClr>
                  </a:outerShdw>
                </a:effectLst>
                <a:uLnTx/>
                <a:uFillTx/>
                <a:latin typeface="GT Walsheim LC Light" pitchFamily="2" charset="0"/>
                <a:cs typeface="GT Walsheim LC Light" pitchFamily="2" charset="0"/>
              </a:rPr>
              <a:t>Seleção do Método: Por Que Chegamos ao </a:t>
            </a:r>
            <a:r>
              <a:rPr kumimoji="0" lang="pt-BR" sz="2000" i="0" u="none" strike="noStrike" kern="1200" cap="none" spc="0" normalizeH="0" baseline="0" noProof="0" dirty="0">
                <a:ln>
                  <a:noFill/>
                </a:ln>
                <a:solidFill>
                  <a:prstClr val="white"/>
                </a:solidFill>
                <a:effectLst>
                  <a:outerShdw blurRad="50800" dist="38100" dir="8100000" algn="tr" rotWithShape="0">
                    <a:prstClr val="black">
                      <a:alpha val="40000"/>
                    </a:prstClr>
                  </a:outerShdw>
                </a:effectLst>
                <a:uLnTx/>
                <a:uFillTx/>
                <a:latin typeface="GT Walsheim LC Light" pitchFamily="2" charset="0"/>
                <a:cs typeface="GT Walsheim LC Light" pitchFamily="2" charset="0"/>
              </a:rPr>
              <a:t>MLT</a:t>
            </a:r>
            <a:r>
              <a:rPr kumimoji="0" lang="pt-BR" sz="2000" b="0" i="0" u="none" strike="noStrike" kern="1200" cap="none" spc="0" normalizeH="0" baseline="0" noProof="0" dirty="0">
                <a:ln>
                  <a:noFill/>
                </a:ln>
                <a:solidFill>
                  <a:prstClr val="white"/>
                </a:solidFill>
                <a:effectLst>
                  <a:outerShdw blurRad="50800" dist="38100" dir="8100000" algn="tr" rotWithShape="0">
                    <a:prstClr val="black">
                      <a:alpha val="40000"/>
                    </a:prstClr>
                  </a:outerShdw>
                </a:effectLst>
                <a:uLnTx/>
                <a:uFillTx/>
                <a:latin typeface="GT Walsheim LC Light" pitchFamily="2" charset="0"/>
                <a:cs typeface="GT Walsheim LC Light" pitchFamily="2" charset="0"/>
              </a:rPr>
              <a:t>?</a:t>
            </a:r>
          </a:p>
        </p:txBody>
      </p:sp>
      <p:sp>
        <p:nvSpPr>
          <p:cNvPr id="58" name="Elipse 57">
            <a:extLst>
              <a:ext uri="{FF2B5EF4-FFF2-40B4-BE49-F238E27FC236}">
                <a16:creationId xmlns:a16="http://schemas.microsoft.com/office/drawing/2014/main" id="{D93F788A-30E1-5EFE-FAEF-08FDA0F46488}"/>
              </a:ext>
            </a:extLst>
          </p:cNvPr>
          <p:cNvSpPr>
            <a:spLocks/>
          </p:cNvSpPr>
          <p:nvPr/>
        </p:nvSpPr>
        <p:spPr>
          <a:xfrm>
            <a:off x="3686508" y="3367069"/>
            <a:ext cx="1375604" cy="1375604"/>
          </a:xfrm>
          <a:prstGeom prst="ellipse">
            <a:avLst/>
          </a:prstGeom>
          <a:noFill/>
          <a:ln>
            <a:solidFill>
              <a:srgbClr val="4FA4B3"/>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59" name="Elipse 58">
            <a:extLst>
              <a:ext uri="{FF2B5EF4-FFF2-40B4-BE49-F238E27FC236}">
                <a16:creationId xmlns:a16="http://schemas.microsoft.com/office/drawing/2014/main" id="{48E00193-7C74-02ED-2408-550C1F3FCCF2}"/>
              </a:ext>
            </a:extLst>
          </p:cNvPr>
          <p:cNvSpPr>
            <a:spLocks/>
          </p:cNvSpPr>
          <p:nvPr/>
        </p:nvSpPr>
        <p:spPr>
          <a:xfrm>
            <a:off x="2229306" y="2004542"/>
            <a:ext cx="4290009" cy="4100659"/>
          </a:xfrm>
          <a:prstGeom prst="ellipse">
            <a:avLst/>
          </a:prstGeom>
          <a:noFill/>
          <a:ln>
            <a:solidFill>
              <a:srgbClr val="4FA4B3">
                <a:alpha val="50196"/>
              </a:srgb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69" name="TextBox 9">
            <a:extLst>
              <a:ext uri="{FF2B5EF4-FFF2-40B4-BE49-F238E27FC236}">
                <a16:creationId xmlns:a16="http://schemas.microsoft.com/office/drawing/2014/main" id="{E8BE6AD4-18BA-F2DB-69C6-88009BB39FC9}"/>
              </a:ext>
            </a:extLst>
          </p:cNvPr>
          <p:cNvSpPr txBox="1">
            <a:spLocks/>
          </p:cNvSpPr>
          <p:nvPr/>
        </p:nvSpPr>
        <p:spPr>
          <a:xfrm>
            <a:off x="508004" y="952699"/>
            <a:ext cx="7945870" cy="646331"/>
          </a:xfrm>
          <a:prstGeom prst="rect">
            <a:avLst/>
          </a:prstGeom>
          <a:noFill/>
        </p:spPr>
        <p:txBody>
          <a:bodyPr wrap="square" rtlCol="0">
            <a:spAutoFit/>
          </a:bodyPr>
          <a:lstStyle/>
          <a:p>
            <a:pPr lvl="0">
              <a:spcBef>
                <a:spcPct val="0"/>
              </a:spcBef>
              <a:spcAft>
                <a:spcPts val="0"/>
              </a:spcAft>
              <a:defRPr/>
            </a:pPr>
            <a:r>
              <a:rPr lang="pt-BR" sz="1800" b="1" noProof="0" dirty="0">
                <a:solidFill>
                  <a:schemeClr val="accent2"/>
                </a:solidFill>
                <a:latin typeface="GT Walsheim LC Light" pitchFamily="2" charset="0"/>
                <a:cs typeface="GT Walsheim LC Light" pitchFamily="2" charset="0"/>
              </a:rPr>
              <a:t>A escolha do MLT não é arbitrária, mas sim o resultado de uma análise criteriosa da disponibilidade de dados e da natureza da transação.</a:t>
            </a:r>
          </a:p>
        </p:txBody>
      </p:sp>
      <p:cxnSp>
        <p:nvCxnSpPr>
          <p:cNvPr id="70" name="Conector reto 69">
            <a:extLst>
              <a:ext uri="{FF2B5EF4-FFF2-40B4-BE49-F238E27FC236}">
                <a16:creationId xmlns:a16="http://schemas.microsoft.com/office/drawing/2014/main" id="{467E2AED-E888-D7C5-0049-97BCD8BAA18D}"/>
              </a:ext>
            </a:extLst>
          </p:cNvPr>
          <p:cNvCxnSpPr>
            <a:cxnSpLocks/>
          </p:cNvCxnSpPr>
          <p:nvPr/>
        </p:nvCxnSpPr>
        <p:spPr>
          <a:xfrm flipH="1">
            <a:off x="4499591" y="4088818"/>
            <a:ext cx="4497935" cy="0"/>
          </a:xfrm>
          <a:prstGeom prst="line">
            <a:avLst/>
          </a:prstGeom>
          <a:noFill/>
          <a:ln>
            <a:solidFill>
              <a:srgbClr val="4FA4B3">
                <a:alpha val="50196"/>
              </a:srgbClr>
            </a:solidFill>
            <a:prstDash val="sysDot"/>
          </a:ln>
        </p:spPr>
        <p:style>
          <a:lnRef idx="2">
            <a:schemeClr val="accent1">
              <a:shade val="15000"/>
            </a:schemeClr>
          </a:lnRef>
          <a:fillRef idx="1">
            <a:schemeClr val="accent1"/>
          </a:fillRef>
          <a:effectRef idx="0">
            <a:schemeClr val="accent1"/>
          </a:effectRef>
          <a:fontRef idx="minor">
            <a:schemeClr val="lt1"/>
          </a:fontRef>
        </p:style>
      </p:cxnSp>
      <p:pic>
        <p:nvPicPr>
          <p:cNvPr id="82" name="Imagem 81">
            <a:extLst>
              <a:ext uri="{FF2B5EF4-FFF2-40B4-BE49-F238E27FC236}">
                <a16:creationId xmlns:a16="http://schemas.microsoft.com/office/drawing/2014/main" id="{DA06E97D-7FA3-8A54-384B-14AAD54ED09D}"/>
              </a:ext>
            </a:extLst>
          </p:cNvPr>
          <p:cNvPicPr>
            <a:picLocks noChangeAspect="1"/>
          </p:cNvPicPr>
          <p:nvPr/>
        </p:nvPicPr>
        <p:blipFill>
          <a:blip r:embed="rId6" cstate="screen">
            <a:extLst>
              <a:ext uri="{28A0092B-C50C-407E-A947-70E740481C1C}">
                <a14:useLocalDpi xmlns:a14="http://schemas.microsoft.com/office/drawing/2010/main"/>
              </a:ext>
            </a:extLst>
          </a:blip>
          <a:srcRect r="17327" b="2792"/>
          <a:stretch>
            <a:fillRect/>
          </a:stretch>
        </p:blipFill>
        <p:spPr>
          <a:xfrm flipV="1">
            <a:off x="8997526" y="-19315"/>
            <a:ext cx="3204982" cy="6895603"/>
          </a:xfrm>
          <a:prstGeom prst="rect">
            <a:avLst/>
          </a:prstGeom>
          <a:noFill/>
          <a:ln>
            <a:noFill/>
          </a:ln>
        </p:spPr>
      </p:pic>
      <p:sp>
        <p:nvSpPr>
          <p:cNvPr id="84" name="CaixaDeTexto 83">
            <a:extLst>
              <a:ext uri="{FF2B5EF4-FFF2-40B4-BE49-F238E27FC236}">
                <a16:creationId xmlns:a16="http://schemas.microsoft.com/office/drawing/2014/main" id="{7920FF64-5C00-C0CE-1ABD-05F0DFA5A468}"/>
              </a:ext>
            </a:extLst>
          </p:cNvPr>
          <p:cNvSpPr txBox="1">
            <a:spLocks/>
          </p:cNvSpPr>
          <p:nvPr/>
        </p:nvSpPr>
        <p:spPr>
          <a:xfrm>
            <a:off x="9256726" y="2508275"/>
            <a:ext cx="2874825" cy="2000548"/>
          </a:xfrm>
          <a:prstGeom prst="rect">
            <a:avLst/>
          </a:prstGeom>
          <a:noFill/>
        </p:spPr>
        <p:txBody>
          <a:bodyPr wrap="square">
            <a:spAutoFit/>
          </a:bodyPr>
          <a:lstStyle/>
          <a:p>
            <a:pPr marL="0" marR="0" lvl="0" indent="0" algn="l" defTabSz="1229411" rtl="0" eaLnBrk="1" fontAlgn="auto" latinLnBrk="0" hangingPunct="1">
              <a:lnSpc>
                <a:spcPct val="100000"/>
              </a:lnSpc>
              <a:spcBef>
                <a:spcPts val="0"/>
              </a:spcBef>
              <a:spcAft>
                <a:spcPts val="0"/>
              </a:spcAft>
              <a:buClrTx/>
              <a:buSzTx/>
              <a:buFontTx/>
              <a:buNone/>
              <a:tabLst/>
              <a:defRPr/>
            </a:pPr>
            <a:r>
              <a:rPr kumimoji="0" lang="pt-BR" b="0" i="0" u="none" strike="noStrike" kern="1200" cap="none" spc="0" normalizeH="0" baseline="0" noProof="0" dirty="0">
                <a:ln>
                  <a:noFill/>
                </a:ln>
                <a:solidFill>
                  <a:schemeClr val="accent2"/>
                </a:solidFill>
                <a:effectLst/>
                <a:uLnTx/>
                <a:uFillTx/>
                <a:latin typeface="GT Walsheim LC Bold" pitchFamily="2" charset="0"/>
                <a:ea typeface="+mn-ea"/>
                <a:cs typeface="GT Walsheim LC Bold" pitchFamily="2" charset="0"/>
              </a:rPr>
              <a:t>Relevância do método mais apropriado</a:t>
            </a:r>
          </a:p>
          <a:p>
            <a:pPr marL="0" marR="0" lvl="0" indent="0" defTabSz="1229411" rtl="0" eaLnBrk="1" fontAlgn="auto" latinLnBrk="0" hangingPunct="1">
              <a:lnSpc>
                <a:spcPct val="100000"/>
              </a:lnSpc>
              <a:spcBef>
                <a:spcPts val="0"/>
              </a:spcBef>
              <a:spcAft>
                <a:spcPts val="0"/>
              </a:spcAft>
              <a:buClrTx/>
              <a:buSzTx/>
              <a:buFontTx/>
              <a:buNone/>
              <a:tabLst/>
              <a:defRPr/>
            </a:pPr>
            <a:r>
              <a:rPr lang="pt-BR" sz="1200" noProof="0" dirty="0">
                <a:solidFill>
                  <a:prstClr val="white"/>
                </a:solidFill>
                <a:latin typeface="GT Walsheim LC" pitchFamily="2" charset="0"/>
                <a:cs typeface="GT Walsheim LC" pitchFamily="2" charset="0"/>
              </a:rPr>
              <a:t>Com o novo modelo, ganha destaque a seleção do método mais apropriado, especialmente métodos baseados em margens e lucros, como o MLT, amplamente utilizado quando não há comparáveis diretos ou quando as transações envolvem maior complexidade econômica.</a:t>
            </a:r>
            <a:endParaRPr kumimoji="0" lang="pt-BR" sz="1400" b="0" i="0" u="none" strike="noStrike" kern="1200" cap="none" spc="-66" normalizeH="0" baseline="0" noProof="0" dirty="0">
              <a:ln>
                <a:noFill/>
              </a:ln>
              <a:solidFill>
                <a:prstClr val="white"/>
              </a:solidFill>
              <a:effectLst/>
              <a:uLnTx/>
              <a:uFillTx/>
              <a:latin typeface="GT Walsheim LC" pitchFamily="2" charset="0"/>
              <a:ea typeface="+mn-ea"/>
              <a:cs typeface="GT Walsheim LC" pitchFamily="2" charset="0"/>
            </a:endParaRPr>
          </a:p>
        </p:txBody>
      </p:sp>
      <p:sp>
        <p:nvSpPr>
          <p:cNvPr id="87" name="CaixaDeTexto 86">
            <a:extLst>
              <a:ext uri="{FF2B5EF4-FFF2-40B4-BE49-F238E27FC236}">
                <a16:creationId xmlns:a16="http://schemas.microsoft.com/office/drawing/2014/main" id="{3961DEE7-CEA0-9AAC-8B46-8780654F02C1}"/>
              </a:ext>
            </a:extLst>
          </p:cNvPr>
          <p:cNvSpPr txBox="1">
            <a:spLocks/>
          </p:cNvSpPr>
          <p:nvPr/>
        </p:nvSpPr>
        <p:spPr>
          <a:xfrm>
            <a:off x="9222909" y="317319"/>
            <a:ext cx="2874825" cy="2185214"/>
          </a:xfrm>
          <a:prstGeom prst="rect">
            <a:avLst/>
          </a:prstGeom>
          <a:noFill/>
        </p:spPr>
        <p:txBody>
          <a:bodyPr wrap="square">
            <a:spAutoFit/>
          </a:bodyPr>
          <a:lstStyle/>
          <a:p>
            <a:pPr lvl="0" defTabSz="1229411">
              <a:spcAft>
                <a:spcPts val="0"/>
              </a:spcAft>
              <a:defRPr/>
            </a:pPr>
            <a:r>
              <a:rPr lang="pt-BR" sz="1400" b="1" noProof="0" dirty="0">
                <a:solidFill>
                  <a:srgbClr val="00A4B3"/>
                </a:solidFill>
                <a:latin typeface="GT Walsheim LC" pitchFamily="2" charset="0"/>
                <a:cs typeface="GT Walsheim LC" pitchFamily="2" charset="0"/>
              </a:rPr>
              <a:t>Alinhamento à OCDE e mudança de paradigma</a:t>
            </a:r>
          </a:p>
          <a:p>
            <a:pPr lvl="0" defTabSz="1229411">
              <a:spcAft>
                <a:spcPts val="0"/>
              </a:spcAft>
              <a:defRPr/>
            </a:pPr>
            <a:r>
              <a:rPr lang="pt-BR" sz="1200" noProof="0" dirty="0">
                <a:solidFill>
                  <a:prstClr val="white"/>
                </a:solidFill>
                <a:latin typeface="GT Walsheim LC" pitchFamily="2" charset="0"/>
                <a:cs typeface="GT Walsheim LC" pitchFamily="2" charset="0"/>
              </a:rPr>
              <a:t>A IN nº 2.161/23 marcou a convergência definitiva do Brasil às Diretrizes da OCDE, ao incorporar expressamente o princípio arm’s length e substituir a lógica prescritiva anterior por uma abordagem baseada em substância econômica, análise funcional e delineamento preciso das transações.</a:t>
            </a:r>
            <a:endParaRPr kumimoji="0" lang="pt-BR" sz="1400" b="0" i="0" u="none" strike="noStrike" kern="1200" cap="none" spc="0" normalizeH="0" baseline="0" noProof="0" dirty="0">
              <a:ln>
                <a:noFill/>
              </a:ln>
              <a:solidFill>
                <a:schemeClr val="accent2"/>
              </a:solidFill>
              <a:effectLst/>
              <a:uLnTx/>
              <a:uFillTx/>
              <a:latin typeface="GT Walsheim LC Bold" pitchFamily="2" charset="0"/>
              <a:ea typeface="+mn-ea"/>
              <a:cs typeface="GT Walsheim LC Bold" pitchFamily="2" charset="0"/>
            </a:endParaRPr>
          </a:p>
        </p:txBody>
      </p:sp>
      <p:cxnSp>
        <p:nvCxnSpPr>
          <p:cNvPr id="95" name="Conector reto 94">
            <a:extLst>
              <a:ext uri="{FF2B5EF4-FFF2-40B4-BE49-F238E27FC236}">
                <a16:creationId xmlns:a16="http://schemas.microsoft.com/office/drawing/2014/main" id="{AC9192C6-B415-34A8-39AB-A6F1E70E3FDA}"/>
              </a:ext>
            </a:extLst>
          </p:cNvPr>
          <p:cNvCxnSpPr>
            <a:cxnSpLocks/>
          </p:cNvCxnSpPr>
          <p:nvPr/>
        </p:nvCxnSpPr>
        <p:spPr>
          <a:xfrm>
            <a:off x="9382125" y="2495001"/>
            <a:ext cx="2260859" cy="0"/>
          </a:xfrm>
          <a:prstGeom prst="line">
            <a:avLst/>
          </a:prstGeom>
          <a:noFill/>
          <a:ln w="12700" cap="flat" cmpd="sng" algn="ctr">
            <a:solidFill>
              <a:schemeClr val="bg1"/>
            </a:solidFill>
            <a:prstDash val="solid"/>
          </a:ln>
          <a:effectLst/>
        </p:spPr>
      </p:cxnSp>
      <p:sp>
        <p:nvSpPr>
          <p:cNvPr id="66" name="CaixaDeTexto 65">
            <a:extLst>
              <a:ext uri="{FF2B5EF4-FFF2-40B4-BE49-F238E27FC236}">
                <a16:creationId xmlns:a16="http://schemas.microsoft.com/office/drawing/2014/main" id="{A6476B84-31E9-D863-1C2D-593E9393DD5E}"/>
              </a:ext>
            </a:extLst>
          </p:cNvPr>
          <p:cNvSpPr txBox="1">
            <a:spLocks/>
          </p:cNvSpPr>
          <p:nvPr/>
        </p:nvSpPr>
        <p:spPr>
          <a:xfrm>
            <a:off x="9114975" y="23766"/>
            <a:ext cx="2528009" cy="338554"/>
          </a:xfrm>
          <a:prstGeom prst="rect">
            <a:avLst/>
          </a:prstGeom>
          <a:noFill/>
        </p:spPr>
        <p:txBody>
          <a:bodyPr wrap="square">
            <a:spAutoFit/>
          </a:bodyPr>
          <a:lstStyle/>
          <a:p>
            <a:pPr lvl="0" defTabSz="914400">
              <a:spcAft>
                <a:spcPts val="0"/>
              </a:spcAft>
              <a:defRPr/>
            </a:pPr>
            <a:r>
              <a:rPr lang="pt-BR" sz="1600" b="1" noProof="0" dirty="0">
                <a:solidFill>
                  <a:prstClr val="white"/>
                </a:solidFill>
                <a:latin typeface="GT Walsheim LC Light" pitchFamily="2" charset="0"/>
                <a:cs typeface="GT Walsheim LC Light" pitchFamily="2" charset="0"/>
              </a:rPr>
              <a:t>Curiosidade</a:t>
            </a:r>
          </a:p>
        </p:txBody>
      </p:sp>
      <p:sp>
        <p:nvSpPr>
          <p:cNvPr id="57" name="Elipse 56">
            <a:extLst>
              <a:ext uri="{FF2B5EF4-FFF2-40B4-BE49-F238E27FC236}">
                <a16:creationId xmlns:a16="http://schemas.microsoft.com/office/drawing/2014/main" id="{E39B17AC-E2FF-F73C-7968-16BAFE5A174B}"/>
              </a:ext>
            </a:extLst>
          </p:cNvPr>
          <p:cNvSpPr>
            <a:spLocks/>
          </p:cNvSpPr>
          <p:nvPr/>
        </p:nvSpPr>
        <p:spPr>
          <a:xfrm>
            <a:off x="1932791" y="1698864"/>
            <a:ext cx="4883038" cy="4712015"/>
          </a:xfrm>
          <a:prstGeom prst="ellipse">
            <a:avLst/>
          </a:prstGeom>
          <a:noFill/>
          <a:ln>
            <a:solidFill>
              <a:srgbClr val="4FA4B3">
                <a:alpha val="50196"/>
              </a:srgb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grpSp>
        <p:nvGrpSpPr>
          <p:cNvPr id="14" name="Agrupar 13">
            <a:extLst>
              <a:ext uri="{FF2B5EF4-FFF2-40B4-BE49-F238E27FC236}">
                <a16:creationId xmlns:a16="http://schemas.microsoft.com/office/drawing/2014/main" id="{93CCF1DE-72CC-5B4D-A47E-3D3B68D44ACD}"/>
              </a:ext>
            </a:extLst>
          </p:cNvPr>
          <p:cNvGrpSpPr>
            <a:grpSpLocks/>
          </p:cNvGrpSpPr>
          <p:nvPr/>
        </p:nvGrpSpPr>
        <p:grpSpPr>
          <a:xfrm flipV="1">
            <a:off x="4596614" y="2102525"/>
            <a:ext cx="3642497" cy="1781663"/>
            <a:chOff x="4661752" y="1955410"/>
            <a:chExt cx="3914774" cy="1827951"/>
          </a:xfrm>
        </p:grpSpPr>
        <p:sp>
          <p:nvSpPr>
            <p:cNvPr id="15" name="Retângulo: Cantos Arredondados 14">
              <a:extLst>
                <a:ext uri="{FF2B5EF4-FFF2-40B4-BE49-F238E27FC236}">
                  <a16:creationId xmlns:a16="http://schemas.microsoft.com/office/drawing/2014/main" id="{5F14FEFB-2342-9437-A93A-9F790EA0E46A}"/>
                </a:ext>
              </a:extLst>
            </p:cNvPr>
            <p:cNvSpPr>
              <a:spLocks/>
            </p:cNvSpPr>
            <p:nvPr/>
          </p:nvSpPr>
          <p:spPr>
            <a:xfrm>
              <a:off x="4661752" y="1955410"/>
              <a:ext cx="2688224" cy="1827951"/>
            </a:xfrm>
            <a:prstGeom prst="roundRect">
              <a:avLst>
                <a:gd name="adj" fmla="val 9403"/>
              </a:avLst>
            </a:prstGeom>
            <a:solidFill>
              <a:srgbClr val="2511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21" name="Retângulo: Cantos Arredondados 20">
              <a:extLst>
                <a:ext uri="{FF2B5EF4-FFF2-40B4-BE49-F238E27FC236}">
                  <a16:creationId xmlns:a16="http://schemas.microsoft.com/office/drawing/2014/main" id="{A5C34672-60C8-7060-55A5-E0AC86DB872D}"/>
                </a:ext>
              </a:extLst>
            </p:cNvPr>
            <p:cNvSpPr>
              <a:spLocks/>
            </p:cNvSpPr>
            <p:nvPr/>
          </p:nvSpPr>
          <p:spPr>
            <a:xfrm>
              <a:off x="6060078" y="1955410"/>
              <a:ext cx="2516448" cy="1827951"/>
            </a:xfrm>
            <a:prstGeom prst="roundRect">
              <a:avLst>
                <a:gd name="adj" fmla="val 34935"/>
              </a:avLst>
            </a:prstGeom>
            <a:solidFill>
              <a:srgbClr val="2511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25" name="Retângulo: Cantos Arredondados 24">
              <a:extLst>
                <a:ext uri="{FF2B5EF4-FFF2-40B4-BE49-F238E27FC236}">
                  <a16:creationId xmlns:a16="http://schemas.microsoft.com/office/drawing/2014/main" id="{32F919B2-859A-F7BC-276D-CA2DE6AF5E40}"/>
                </a:ext>
              </a:extLst>
            </p:cNvPr>
            <p:cNvSpPr>
              <a:spLocks/>
            </p:cNvSpPr>
            <p:nvPr/>
          </p:nvSpPr>
          <p:spPr>
            <a:xfrm>
              <a:off x="5888302" y="1955410"/>
              <a:ext cx="2688224" cy="1057871"/>
            </a:xfrm>
            <a:prstGeom prst="roundRect">
              <a:avLst>
                <a:gd name="adj" fmla="val 15706"/>
              </a:avLst>
            </a:prstGeom>
            <a:solidFill>
              <a:srgbClr val="2511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grpSp>
      <p:sp>
        <p:nvSpPr>
          <p:cNvPr id="26" name="CaixaDeTexto 25">
            <a:extLst>
              <a:ext uri="{FF2B5EF4-FFF2-40B4-BE49-F238E27FC236}">
                <a16:creationId xmlns:a16="http://schemas.microsoft.com/office/drawing/2014/main" id="{DDCEB56E-1BA8-A62F-7882-ABE718B7DFA0}"/>
              </a:ext>
            </a:extLst>
          </p:cNvPr>
          <p:cNvSpPr txBox="1">
            <a:spLocks/>
          </p:cNvSpPr>
          <p:nvPr/>
        </p:nvSpPr>
        <p:spPr>
          <a:xfrm>
            <a:off x="4702359" y="2320762"/>
            <a:ext cx="3248054" cy="1179810"/>
          </a:xfrm>
          <a:prstGeom prst="rect">
            <a:avLst/>
          </a:prstGeom>
          <a:noFill/>
        </p:spPr>
        <p:txBody>
          <a:bodyPr wrap="square">
            <a:spAutoFit/>
          </a:bodyPr>
          <a:lstStyle/>
          <a:p>
            <a:pPr marL="0" marR="0" lvl="0" indent="0" algn="l" defTabSz="946862" rtl="0" eaLnBrk="1" fontAlgn="auto" latinLnBrk="0" hangingPunct="1">
              <a:lnSpc>
                <a:spcPts val="1500"/>
              </a:lnSpc>
              <a:spcBef>
                <a:spcPts val="0"/>
              </a:spcBef>
              <a:spcAft>
                <a:spcPts val="800"/>
              </a:spcAft>
              <a:buClrTx/>
              <a:buSzTx/>
              <a:buFont typeface="Arial" panose="020B0604020202020204" pitchFamily="34" charset="0"/>
              <a:buNone/>
              <a:tabLst/>
              <a:defRPr/>
            </a:pPr>
            <a:r>
              <a:rPr kumimoji="0" lang="pt-BR" sz="1700" b="1" i="0" u="none" strike="noStrike" kern="100" cap="none" spc="0" normalizeH="0" baseline="0" noProof="0" dirty="0">
                <a:ln>
                  <a:noFill/>
                </a:ln>
                <a:solidFill>
                  <a:prstClr val="white"/>
                </a:solidFill>
                <a:effectLst/>
                <a:uLnTx/>
                <a:uFillTx/>
                <a:latin typeface="GT Walsheim LC Black" pitchFamily="2" charset="0"/>
                <a:ea typeface="+mn-ea"/>
                <a:cs typeface="GT Walsheim LC Black" pitchFamily="2" charset="0"/>
              </a:rPr>
              <a:t>2. Prioridade dos Métodos Tradicionais</a:t>
            </a:r>
          </a:p>
          <a:p>
            <a:pPr marL="0" marR="0" lvl="0" indent="0" algn="l"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pt-BR" sz="1300" b="0" i="0" u="none" strike="noStrike" kern="100" cap="none" spc="0" normalizeH="0" baseline="0" noProof="0" dirty="0">
                <a:ln>
                  <a:noFill/>
                </a:ln>
                <a:solidFill>
                  <a:prstClr val="white"/>
                </a:solidFill>
                <a:effectLst/>
                <a:uLnTx/>
                <a:uFillTx/>
                <a:latin typeface="GT Walsheim LC" pitchFamily="2" charset="0"/>
                <a:ea typeface="+mn-ea"/>
                <a:cs typeface="GT Walsheim LC" pitchFamily="2" charset="0"/>
              </a:rPr>
              <a:t>Tentar aplicar Preço de Comparação Independente (PIC), Preço de Revenda (PRL) ou Custo Mais Lucro (MCL).</a:t>
            </a:r>
          </a:p>
        </p:txBody>
      </p:sp>
      <p:grpSp>
        <p:nvGrpSpPr>
          <p:cNvPr id="27" name="Agrupar 26">
            <a:extLst>
              <a:ext uri="{FF2B5EF4-FFF2-40B4-BE49-F238E27FC236}">
                <a16:creationId xmlns:a16="http://schemas.microsoft.com/office/drawing/2014/main" id="{3CEDEB78-8472-D685-F8D8-13B679BDEF0F}"/>
              </a:ext>
            </a:extLst>
          </p:cNvPr>
          <p:cNvGrpSpPr>
            <a:grpSpLocks/>
          </p:cNvGrpSpPr>
          <p:nvPr/>
        </p:nvGrpSpPr>
        <p:grpSpPr>
          <a:xfrm>
            <a:off x="4596614" y="4234213"/>
            <a:ext cx="3642497" cy="1639335"/>
            <a:chOff x="5908546" y="1937683"/>
            <a:chExt cx="3914774" cy="1827951"/>
          </a:xfrm>
        </p:grpSpPr>
        <p:sp>
          <p:nvSpPr>
            <p:cNvPr id="28" name="Retângulo: Cantos Arredondados 27">
              <a:extLst>
                <a:ext uri="{FF2B5EF4-FFF2-40B4-BE49-F238E27FC236}">
                  <a16:creationId xmlns:a16="http://schemas.microsoft.com/office/drawing/2014/main" id="{EB36C98F-974E-77C8-A961-E818797E50F5}"/>
                </a:ext>
              </a:extLst>
            </p:cNvPr>
            <p:cNvSpPr>
              <a:spLocks/>
            </p:cNvSpPr>
            <p:nvPr/>
          </p:nvSpPr>
          <p:spPr>
            <a:xfrm>
              <a:off x="5908546" y="1937683"/>
              <a:ext cx="2688224" cy="1827951"/>
            </a:xfrm>
            <a:prstGeom prst="roundRect">
              <a:avLst>
                <a:gd name="adj" fmla="val 9403"/>
              </a:avLst>
            </a:prstGeom>
            <a:solidFill>
              <a:srgbClr val="2511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29" name="Retângulo: Cantos Arredondados 28">
              <a:extLst>
                <a:ext uri="{FF2B5EF4-FFF2-40B4-BE49-F238E27FC236}">
                  <a16:creationId xmlns:a16="http://schemas.microsoft.com/office/drawing/2014/main" id="{76B1BF1D-12FC-0293-AC71-3268256A57FB}"/>
                </a:ext>
              </a:extLst>
            </p:cNvPr>
            <p:cNvSpPr>
              <a:spLocks/>
            </p:cNvSpPr>
            <p:nvPr/>
          </p:nvSpPr>
          <p:spPr>
            <a:xfrm>
              <a:off x="7306872" y="1937683"/>
              <a:ext cx="2516448" cy="1827951"/>
            </a:xfrm>
            <a:prstGeom prst="roundRect">
              <a:avLst>
                <a:gd name="adj" fmla="val 34935"/>
              </a:avLst>
            </a:prstGeom>
            <a:solidFill>
              <a:srgbClr val="2511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30" name="Retângulo: Cantos Arredondados 29">
              <a:extLst>
                <a:ext uri="{FF2B5EF4-FFF2-40B4-BE49-F238E27FC236}">
                  <a16:creationId xmlns:a16="http://schemas.microsoft.com/office/drawing/2014/main" id="{F771B1A7-552A-F35F-EF43-1E4FC15B0981}"/>
                </a:ext>
              </a:extLst>
            </p:cNvPr>
            <p:cNvSpPr>
              <a:spLocks/>
            </p:cNvSpPr>
            <p:nvPr/>
          </p:nvSpPr>
          <p:spPr>
            <a:xfrm>
              <a:off x="7135096" y="1937683"/>
              <a:ext cx="2688224" cy="1057871"/>
            </a:xfrm>
            <a:prstGeom prst="roundRect">
              <a:avLst>
                <a:gd name="adj" fmla="val 15706"/>
              </a:avLst>
            </a:prstGeom>
            <a:solidFill>
              <a:srgbClr val="2511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grpSp>
      <p:sp>
        <p:nvSpPr>
          <p:cNvPr id="31" name="CaixaDeTexto 30">
            <a:extLst>
              <a:ext uri="{FF2B5EF4-FFF2-40B4-BE49-F238E27FC236}">
                <a16:creationId xmlns:a16="http://schemas.microsoft.com/office/drawing/2014/main" id="{997B481D-4913-36AD-DC99-FDAC78232852}"/>
              </a:ext>
            </a:extLst>
          </p:cNvPr>
          <p:cNvSpPr txBox="1">
            <a:spLocks/>
          </p:cNvSpPr>
          <p:nvPr/>
        </p:nvSpPr>
        <p:spPr>
          <a:xfrm>
            <a:off x="4702359" y="4288239"/>
            <a:ext cx="3613655" cy="1259512"/>
          </a:xfrm>
          <a:prstGeom prst="rect">
            <a:avLst/>
          </a:prstGeom>
          <a:noFill/>
        </p:spPr>
        <p:txBody>
          <a:bodyPr wrap="square">
            <a:spAutoFit/>
          </a:bodyPr>
          <a:lstStyle/>
          <a:p>
            <a:pPr marL="0" marR="0" lvl="0" indent="0" algn="l" defTabSz="946862"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pt-BR" sz="1700" b="1" i="0" u="none" strike="noStrike" kern="100" cap="none" spc="0" normalizeH="0" baseline="0" noProof="0" dirty="0">
                <a:ln>
                  <a:noFill/>
                </a:ln>
                <a:solidFill>
                  <a:prstClr val="white"/>
                </a:solidFill>
                <a:effectLst/>
                <a:uLnTx/>
                <a:uFillTx/>
                <a:latin typeface="GT Walsheim LC Black" pitchFamily="2" charset="0"/>
                <a:ea typeface="+mn-ea"/>
                <a:cs typeface="GT Walsheim LC Black" pitchFamily="2" charset="0"/>
              </a:rPr>
              <a:t>4. Escolha do MLT</a:t>
            </a:r>
          </a:p>
          <a:p>
            <a:pPr marL="0" marR="0" lvl="0" indent="0" algn="l" defTabSz="946862" rtl="0" eaLnBrk="1" fontAlgn="auto" latinLnBrk="0" hangingPunct="1">
              <a:lnSpc>
                <a:spcPct val="115000"/>
              </a:lnSpc>
              <a:spcBef>
                <a:spcPts val="0"/>
              </a:spcBef>
              <a:spcAft>
                <a:spcPts val="800"/>
              </a:spcAft>
              <a:buClrTx/>
              <a:buSzTx/>
              <a:buFont typeface="Arial" panose="020B0604020202020204" pitchFamily="34" charset="0"/>
              <a:buNone/>
              <a:tabLst/>
              <a:defRPr/>
            </a:pPr>
            <a:r>
              <a:rPr kumimoji="0" lang="pt-BR" sz="1300" b="0" i="0" u="none" strike="noStrike" kern="100" cap="none" spc="0" normalizeH="0" baseline="0" noProof="0" dirty="0">
                <a:ln>
                  <a:noFill/>
                </a:ln>
                <a:solidFill>
                  <a:prstClr val="white"/>
                </a:solidFill>
                <a:effectLst/>
                <a:uLnTx/>
                <a:uFillTx/>
                <a:latin typeface="GT Walsheim LC" pitchFamily="2" charset="0"/>
                <a:ea typeface="+mn-ea"/>
                <a:cs typeface="GT Walsheim LC" pitchFamily="2" charset="0"/>
              </a:rPr>
              <a:t>O MLT se torna o método mais apropriado, pois foca na margem líquida e permite maior flexibilidade na busca de comparáveis funcionais.</a:t>
            </a:r>
          </a:p>
        </p:txBody>
      </p:sp>
      <p:grpSp>
        <p:nvGrpSpPr>
          <p:cNvPr id="32" name="Agrupar 31">
            <a:extLst>
              <a:ext uri="{FF2B5EF4-FFF2-40B4-BE49-F238E27FC236}">
                <a16:creationId xmlns:a16="http://schemas.microsoft.com/office/drawing/2014/main" id="{2C6893C8-34C3-7AE9-1683-D71AAC747006}"/>
              </a:ext>
            </a:extLst>
          </p:cNvPr>
          <p:cNvGrpSpPr>
            <a:grpSpLocks/>
          </p:cNvGrpSpPr>
          <p:nvPr/>
        </p:nvGrpSpPr>
        <p:grpSpPr>
          <a:xfrm flipV="1">
            <a:off x="518241" y="2114637"/>
            <a:ext cx="3629254" cy="1769554"/>
            <a:chOff x="4702594" y="2640561"/>
            <a:chExt cx="3914774" cy="1827951"/>
          </a:xfrm>
        </p:grpSpPr>
        <p:sp>
          <p:nvSpPr>
            <p:cNvPr id="33" name="Retângulo: Cantos Arredondados 32">
              <a:extLst>
                <a:ext uri="{FF2B5EF4-FFF2-40B4-BE49-F238E27FC236}">
                  <a16:creationId xmlns:a16="http://schemas.microsoft.com/office/drawing/2014/main" id="{B65B8A9B-B037-35B0-B271-2DEE7EEC5100}"/>
                </a:ext>
              </a:extLst>
            </p:cNvPr>
            <p:cNvSpPr>
              <a:spLocks/>
            </p:cNvSpPr>
            <p:nvPr/>
          </p:nvSpPr>
          <p:spPr>
            <a:xfrm>
              <a:off x="4702594" y="2640561"/>
              <a:ext cx="2688224" cy="1827951"/>
            </a:xfrm>
            <a:prstGeom prst="roundRect">
              <a:avLst>
                <a:gd name="adj" fmla="val 9403"/>
              </a:avLst>
            </a:prstGeom>
            <a:solidFill>
              <a:srgbClr val="2511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34" name="Retângulo: Cantos Arredondados 33">
              <a:extLst>
                <a:ext uri="{FF2B5EF4-FFF2-40B4-BE49-F238E27FC236}">
                  <a16:creationId xmlns:a16="http://schemas.microsoft.com/office/drawing/2014/main" id="{DE1A0759-44A7-34EB-6CFA-FC2372A32AFF}"/>
                </a:ext>
              </a:extLst>
            </p:cNvPr>
            <p:cNvSpPr>
              <a:spLocks/>
            </p:cNvSpPr>
            <p:nvPr/>
          </p:nvSpPr>
          <p:spPr>
            <a:xfrm>
              <a:off x="6100920" y="2640561"/>
              <a:ext cx="2516448" cy="1827951"/>
            </a:xfrm>
            <a:prstGeom prst="roundRect">
              <a:avLst>
                <a:gd name="adj" fmla="val 34935"/>
              </a:avLst>
            </a:prstGeom>
            <a:solidFill>
              <a:srgbClr val="2511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35" name="Retângulo: Cantos Arredondados 34">
              <a:extLst>
                <a:ext uri="{FF2B5EF4-FFF2-40B4-BE49-F238E27FC236}">
                  <a16:creationId xmlns:a16="http://schemas.microsoft.com/office/drawing/2014/main" id="{00A8101D-DB3C-C44D-6DDA-B8607F34C5B3}"/>
                </a:ext>
              </a:extLst>
            </p:cNvPr>
            <p:cNvSpPr>
              <a:spLocks/>
            </p:cNvSpPr>
            <p:nvPr/>
          </p:nvSpPr>
          <p:spPr>
            <a:xfrm>
              <a:off x="5929144" y="2640561"/>
              <a:ext cx="2688224" cy="1057871"/>
            </a:xfrm>
            <a:prstGeom prst="roundRect">
              <a:avLst>
                <a:gd name="adj" fmla="val 15706"/>
              </a:avLst>
            </a:prstGeom>
            <a:solidFill>
              <a:srgbClr val="2511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grpSp>
      <p:sp>
        <p:nvSpPr>
          <p:cNvPr id="40" name="CaixaDeTexto 39">
            <a:extLst>
              <a:ext uri="{FF2B5EF4-FFF2-40B4-BE49-F238E27FC236}">
                <a16:creationId xmlns:a16="http://schemas.microsoft.com/office/drawing/2014/main" id="{72777949-BDD1-BC46-5E7E-24BE218AA508}"/>
              </a:ext>
            </a:extLst>
          </p:cNvPr>
          <p:cNvSpPr txBox="1">
            <a:spLocks/>
          </p:cNvSpPr>
          <p:nvPr/>
        </p:nvSpPr>
        <p:spPr>
          <a:xfrm>
            <a:off x="681183" y="2320762"/>
            <a:ext cx="3329773" cy="964367"/>
          </a:xfrm>
          <a:prstGeom prst="rect">
            <a:avLst/>
          </a:prstGeom>
          <a:noFill/>
        </p:spPr>
        <p:txBody>
          <a:bodyPr wrap="square">
            <a:spAutoFit/>
          </a:bodyPr>
          <a:lstStyle/>
          <a:p>
            <a:pPr marL="0" marR="0" lvl="0" indent="0" algn="l" defTabSz="946862" rtl="0" eaLnBrk="1" fontAlgn="auto" latinLnBrk="0" hangingPunct="1">
              <a:lnSpc>
                <a:spcPts val="1500"/>
              </a:lnSpc>
              <a:spcBef>
                <a:spcPts val="0"/>
              </a:spcBef>
              <a:spcAft>
                <a:spcPts val="800"/>
              </a:spcAft>
              <a:buClrTx/>
              <a:buSzTx/>
              <a:buFont typeface="Arial" panose="020B0604020202020204" pitchFamily="34" charset="0"/>
              <a:buNone/>
              <a:tabLst/>
              <a:defRPr/>
            </a:pPr>
            <a:r>
              <a:rPr kumimoji="0" lang="pt-BR" sz="1700" b="1" i="0" u="none" strike="noStrike" kern="100" cap="none" spc="0" normalizeH="0" baseline="0" noProof="0" dirty="0">
                <a:ln>
                  <a:noFill/>
                </a:ln>
                <a:solidFill>
                  <a:prstClr val="white"/>
                </a:solidFill>
                <a:effectLst/>
                <a:uLnTx/>
                <a:uFillTx/>
                <a:latin typeface="GT Walsheim LC Black" pitchFamily="2" charset="0"/>
                <a:ea typeface="Aptos" panose="020B0004020202020204" pitchFamily="34" charset="0"/>
                <a:cs typeface="GT Walsheim LC Black" pitchFamily="2" charset="0"/>
              </a:rPr>
              <a:t>1. Análise da Transação</a:t>
            </a:r>
          </a:p>
          <a:p>
            <a:pPr marL="0" marR="0" lvl="0" indent="0" algn="l" defTabSz="946862" rtl="0" eaLnBrk="1" fontAlgn="auto" latinLnBrk="0" hangingPunct="1">
              <a:lnSpc>
                <a:spcPts val="1500"/>
              </a:lnSpc>
              <a:spcBef>
                <a:spcPts val="0"/>
              </a:spcBef>
              <a:spcAft>
                <a:spcPts val="800"/>
              </a:spcAft>
              <a:buClrTx/>
              <a:buSzTx/>
              <a:buFont typeface="Arial" panose="020B0604020202020204" pitchFamily="34" charset="0"/>
              <a:buNone/>
              <a:tabLst/>
              <a:defRPr/>
            </a:pPr>
            <a:r>
              <a:rPr kumimoji="0" lang="pt-BR" sz="1300" b="0" i="0" u="none" strike="noStrike" kern="100" cap="none" spc="0" normalizeH="0" baseline="0" noProof="0" dirty="0">
                <a:ln>
                  <a:noFill/>
                </a:ln>
                <a:solidFill>
                  <a:prstClr val="white"/>
                </a:solidFill>
                <a:effectLst/>
                <a:uLnTx/>
                <a:uFillTx/>
                <a:latin typeface="GT Walsheim LC" pitchFamily="2" charset="0"/>
                <a:ea typeface="Aptos" panose="020B0004020202020204" pitchFamily="34" charset="0"/>
                <a:cs typeface="GT Walsheim LC" pitchFamily="2" charset="0"/>
              </a:rPr>
              <a:t>Avaliação das características, ativos, funções e riscos. Busca por comparáveis internas ou externas diretas.</a:t>
            </a:r>
          </a:p>
        </p:txBody>
      </p:sp>
      <p:grpSp>
        <p:nvGrpSpPr>
          <p:cNvPr id="36" name="Agrupar 35">
            <a:extLst>
              <a:ext uri="{FF2B5EF4-FFF2-40B4-BE49-F238E27FC236}">
                <a16:creationId xmlns:a16="http://schemas.microsoft.com/office/drawing/2014/main" id="{32B3F7D6-AC04-F278-C146-382D181F0EAD}"/>
              </a:ext>
            </a:extLst>
          </p:cNvPr>
          <p:cNvGrpSpPr>
            <a:grpSpLocks/>
          </p:cNvGrpSpPr>
          <p:nvPr/>
        </p:nvGrpSpPr>
        <p:grpSpPr>
          <a:xfrm>
            <a:off x="518241" y="4224052"/>
            <a:ext cx="3629254" cy="1649497"/>
            <a:chOff x="4503673" y="2732217"/>
            <a:chExt cx="3914774" cy="1827951"/>
          </a:xfrm>
        </p:grpSpPr>
        <p:sp>
          <p:nvSpPr>
            <p:cNvPr id="37" name="Retângulo: Cantos Arredondados 36">
              <a:extLst>
                <a:ext uri="{FF2B5EF4-FFF2-40B4-BE49-F238E27FC236}">
                  <a16:creationId xmlns:a16="http://schemas.microsoft.com/office/drawing/2014/main" id="{E251037B-363F-EB8D-C8B3-F8B89FC074F9}"/>
                </a:ext>
              </a:extLst>
            </p:cNvPr>
            <p:cNvSpPr>
              <a:spLocks/>
            </p:cNvSpPr>
            <p:nvPr/>
          </p:nvSpPr>
          <p:spPr>
            <a:xfrm>
              <a:off x="4503673" y="2732217"/>
              <a:ext cx="2688224" cy="1827951"/>
            </a:xfrm>
            <a:prstGeom prst="roundRect">
              <a:avLst>
                <a:gd name="adj" fmla="val 9403"/>
              </a:avLst>
            </a:prstGeom>
            <a:solidFill>
              <a:srgbClr val="2511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38" name="Retângulo: Cantos Arredondados 37">
              <a:extLst>
                <a:ext uri="{FF2B5EF4-FFF2-40B4-BE49-F238E27FC236}">
                  <a16:creationId xmlns:a16="http://schemas.microsoft.com/office/drawing/2014/main" id="{0EBAE8DE-811A-DCB6-9BB8-148FB2BDB389}"/>
                </a:ext>
              </a:extLst>
            </p:cNvPr>
            <p:cNvSpPr>
              <a:spLocks/>
            </p:cNvSpPr>
            <p:nvPr/>
          </p:nvSpPr>
          <p:spPr>
            <a:xfrm>
              <a:off x="5901999" y="2732217"/>
              <a:ext cx="2516448" cy="1827951"/>
            </a:xfrm>
            <a:prstGeom prst="roundRect">
              <a:avLst>
                <a:gd name="adj" fmla="val 34935"/>
              </a:avLst>
            </a:prstGeom>
            <a:solidFill>
              <a:srgbClr val="2511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39" name="Retângulo: Cantos Arredondados 38">
              <a:extLst>
                <a:ext uri="{FF2B5EF4-FFF2-40B4-BE49-F238E27FC236}">
                  <a16:creationId xmlns:a16="http://schemas.microsoft.com/office/drawing/2014/main" id="{CBBD71A5-6999-E2AF-42ED-6525AE4B612D}"/>
                </a:ext>
              </a:extLst>
            </p:cNvPr>
            <p:cNvSpPr>
              <a:spLocks/>
            </p:cNvSpPr>
            <p:nvPr/>
          </p:nvSpPr>
          <p:spPr>
            <a:xfrm>
              <a:off x="5730223" y="2732217"/>
              <a:ext cx="2688224" cy="1057871"/>
            </a:xfrm>
            <a:prstGeom prst="roundRect">
              <a:avLst>
                <a:gd name="adj" fmla="val 15706"/>
              </a:avLst>
            </a:prstGeom>
            <a:solidFill>
              <a:srgbClr val="2511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grpSp>
      <p:sp>
        <p:nvSpPr>
          <p:cNvPr id="41" name="CaixaDeTexto 40">
            <a:extLst>
              <a:ext uri="{FF2B5EF4-FFF2-40B4-BE49-F238E27FC236}">
                <a16:creationId xmlns:a16="http://schemas.microsoft.com/office/drawing/2014/main" id="{E8419786-CD47-5CEC-619E-45D7D35360D5}"/>
              </a:ext>
            </a:extLst>
          </p:cNvPr>
          <p:cNvSpPr txBox="1">
            <a:spLocks/>
          </p:cNvSpPr>
          <p:nvPr/>
        </p:nvSpPr>
        <p:spPr>
          <a:xfrm>
            <a:off x="660062" y="4312016"/>
            <a:ext cx="3437545" cy="1579920"/>
          </a:xfrm>
          <a:prstGeom prst="rect">
            <a:avLst/>
          </a:prstGeom>
          <a:noFill/>
        </p:spPr>
        <p:txBody>
          <a:bodyPr wrap="square">
            <a:spAutoFit/>
          </a:bodyPr>
          <a:lstStyle/>
          <a:p>
            <a:pPr marL="0" marR="0" lvl="0" indent="0" algn="l" defTabSz="946862" rtl="0" eaLnBrk="1" fontAlgn="auto" latinLnBrk="0" hangingPunct="1">
              <a:lnSpc>
                <a:spcPts val="1500"/>
              </a:lnSpc>
              <a:spcBef>
                <a:spcPts val="0"/>
              </a:spcBef>
              <a:spcAft>
                <a:spcPts val="800"/>
              </a:spcAft>
              <a:buClrTx/>
              <a:buSzTx/>
              <a:buFont typeface="Arial" panose="020B0604020202020204" pitchFamily="34" charset="0"/>
              <a:buNone/>
              <a:tabLst/>
              <a:defRPr/>
            </a:pPr>
            <a:r>
              <a:rPr kumimoji="0" lang="pt-BR" sz="1700" b="1" i="0" u="none" strike="noStrike" kern="100" cap="none" spc="0" normalizeH="0" baseline="0" noProof="0" dirty="0">
                <a:ln>
                  <a:noFill/>
                </a:ln>
                <a:solidFill>
                  <a:prstClr val="white"/>
                </a:solidFill>
                <a:effectLst/>
                <a:uLnTx/>
                <a:uFillTx/>
                <a:latin typeface="GT Walsheim LC Black" pitchFamily="2" charset="0"/>
                <a:ea typeface="+mn-ea"/>
                <a:cs typeface="GT Walsheim LC Black" pitchFamily="2" charset="0"/>
              </a:rPr>
              <a:t>3. Falha de Comparabilidade Direta</a:t>
            </a:r>
          </a:p>
          <a:p>
            <a:pPr marL="0" marR="0" lvl="0" indent="0" algn="l"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pt-BR" sz="1300" b="0" i="0" u="none" strike="noStrike" kern="100" cap="none" spc="0" normalizeH="0" baseline="0" noProof="0" dirty="0">
                <a:ln>
                  <a:noFill/>
                </a:ln>
                <a:solidFill>
                  <a:prstClr val="white"/>
                </a:solidFill>
                <a:effectLst/>
                <a:uLnTx/>
                <a:uFillTx/>
                <a:latin typeface="GT Walsheim LC" pitchFamily="2" charset="0"/>
                <a:ea typeface="+mn-ea"/>
                <a:cs typeface="GT Walsheim LC" pitchFamily="2" charset="0"/>
              </a:rPr>
              <a:t>A escassez de dados idênticos nas bases financeiras torna o MLT a escolha ideal, pois ele neutraliza variações específicas de produtos ao focar na performance financeira da operação.</a:t>
            </a:r>
          </a:p>
        </p:txBody>
      </p:sp>
      <p:pic>
        <p:nvPicPr>
          <p:cNvPr id="103" name="Gráfico 102">
            <a:extLst>
              <a:ext uri="{FF2B5EF4-FFF2-40B4-BE49-F238E27FC236}">
                <a16:creationId xmlns:a16="http://schemas.microsoft.com/office/drawing/2014/main" id="{104BCE5E-08B2-117D-C507-6317B447F53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582399" y="6331365"/>
            <a:ext cx="372165" cy="372165"/>
          </a:xfrm>
          <a:prstGeom prst="rect">
            <a:avLst/>
          </a:prstGeom>
        </p:spPr>
      </p:pic>
      <p:sp>
        <p:nvSpPr>
          <p:cNvPr id="60" name="Elipse 59">
            <a:extLst>
              <a:ext uri="{FF2B5EF4-FFF2-40B4-BE49-F238E27FC236}">
                <a16:creationId xmlns:a16="http://schemas.microsoft.com/office/drawing/2014/main" id="{677B7BC2-A452-3A9B-3760-9E894A200FEE}"/>
              </a:ext>
            </a:extLst>
          </p:cNvPr>
          <p:cNvSpPr>
            <a:spLocks/>
          </p:cNvSpPr>
          <p:nvPr/>
        </p:nvSpPr>
        <p:spPr>
          <a:xfrm>
            <a:off x="4262221" y="3973982"/>
            <a:ext cx="237370" cy="237370"/>
          </a:xfrm>
          <a:prstGeom prst="ellipse">
            <a:avLst/>
          </a:prstGeom>
          <a:gradFill flip="none" rotWithShape="1">
            <a:gsLst>
              <a:gs pos="0">
                <a:srgbClr val="7334CC"/>
              </a:gs>
              <a:gs pos="100000">
                <a:srgbClr val="4FA4B3"/>
              </a:gs>
            </a:gsLst>
            <a:lin ang="2700000" scaled="1"/>
            <a:tileRect/>
          </a:gradFill>
          <a:ln w="2360" cap="flat">
            <a:noFill/>
            <a:prstDash val="solid"/>
            <a:miter/>
          </a:ln>
        </p:spPr>
        <p:txBody>
          <a:bodyPr wrap="square" rtlCol="0" anchor="ctr">
            <a:noAutofit/>
          </a:bodyPr>
          <a:lstStyle/>
          <a:p>
            <a:pPr marL="0" marR="0" lvl="0" indent="0" algn="l"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black"/>
              </a:solidFill>
              <a:effectLst/>
              <a:uLnTx/>
              <a:uFillTx/>
              <a:latin typeface="Arial"/>
              <a:ea typeface="+mn-ea"/>
              <a:cs typeface="Arial"/>
            </a:endParaRPr>
          </a:p>
        </p:txBody>
      </p:sp>
      <p:cxnSp>
        <p:nvCxnSpPr>
          <p:cNvPr id="11" name="Conector reto 10">
            <a:extLst>
              <a:ext uri="{FF2B5EF4-FFF2-40B4-BE49-F238E27FC236}">
                <a16:creationId xmlns:a16="http://schemas.microsoft.com/office/drawing/2014/main" id="{D6C62E3B-9339-EA51-F0FE-F144142EC8FC}"/>
              </a:ext>
            </a:extLst>
          </p:cNvPr>
          <p:cNvCxnSpPr>
            <a:cxnSpLocks/>
          </p:cNvCxnSpPr>
          <p:nvPr/>
        </p:nvCxnSpPr>
        <p:spPr>
          <a:xfrm>
            <a:off x="4368800" y="4234213"/>
            <a:ext cx="0" cy="2176666"/>
          </a:xfrm>
          <a:prstGeom prst="line">
            <a:avLst/>
          </a:prstGeom>
          <a:noFill/>
          <a:ln>
            <a:solidFill>
              <a:srgbClr val="4FA4B3">
                <a:alpha val="50196"/>
              </a:srgbClr>
            </a:solidFill>
            <a:prstDash val="sysDot"/>
          </a:ln>
        </p:spPr>
        <p:style>
          <a:lnRef idx="2">
            <a:schemeClr val="accent1">
              <a:shade val="15000"/>
            </a:schemeClr>
          </a:lnRef>
          <a:fillRef idx="1">
            <a:schemeClr val="accent1"/>
          </a:fillRef>
          <a:effectRef idx="0">
            <a:schemeClr val="accent1"/>
          </a:effectRef>
          <a:fontRef idx="minor">
            <a:schemeClr val="lt1"/>
          </a:fontRef>
        </p:style>
      </p:cxnSp>
      <p:cxnSp>
        <p:nvCxnSpPr>
          <p:cNvPr id="23" name="Conector reto 22">
            <a:extLst>
              <a:ext uri="{FF2B5EF4-FFF2-40B4-BE49-F238E27FC236}">
                <a16:creationId xmlns:a16="http://schemas.microsoft.com/office/drawing/2014/main" id="{3EAF7509-014A-3E3A-EF8A-B523685C4936}"/>
              </a:ext>
            </a:extLst>
          </p:cNvPr>
          <p:cNvCxnSpPr>
            <a:cxnSpLocks/>
          </p:cNvCxnSpPr>
          <p:nvPr/>
        </p:nvCxnSpPr>
        <p:spPr>
          <a:xfrm flipH="1">
            <a:off x="1932791" y="4088818"/>
            <a:ext cx="2329430" cy="0"/>
          </a:xfrm>
          <a:prstGeom prst="line">
            <a:avLst/>
          </a:prstGeom>
          <a:noFill/>
          <a:ln>
            <a:solidFill>
              <a:srgbClr val="4FA4B3">
                <a:alpha val="50196"/>
              </a:srgbClr>
            </a:solidFill>
            <a:prstDash val="sysDot"/>
          </a:ln>
        </p:spPr>
        <p:style>
          <a:lnRef idx="2">
            <a:schemeClr val="accent1">
              <a:shade val="15000"/>
            </a:schemeClr>
          </a:lnRef>
          <a:fillRef idx="1">
            <a:schemeClr val="accent1"/>
          </a:fillRef>
          <a:effectRef idx="0">
            <a:schemeClr val="accent1"/>
          </a:effectRef>
          <a:fontRef idx="minor">
            <a:schemeClr val="lt1"/>
          </a:fontRef>
        </p:style>
      </p:cxnSp>
      <p:cxnSp>
        <p:nvCxnSpPr>
          <p:cNvPr id="44" name="Conector reto 43">
            <a:extLst>
              <a:ext uri="{FF2B5EF4-FFF2-40B4-BE49-F238E27FC236}">
                <a16:creationId xmlns:a16="http://schemas.microsoft.com/office/drawing/2014/main" id="{A7621BC2-6AF9-AED6-9602-F0D8984D3ED3}"/>
              </a:ext>
            </a:extLst>
          </p:cNvPr>
          <p:cNvCxnSpPr>
            <a:cxnSpLocks/>
          </p:cNvCxnSpPr>
          <p:nvPr/>
        </p:nvCxnSpPr>
        <p:spPr>
          <a:xfrm>
            <a:off x="4368800" y="1724752"/>
            <a:ext cx="0" cy="2249230"/>
          </a:xfrm>
          <a:prstGeom prst="line">
            <a:avLst/>
          </a:prstGeom>
          <a:noFill/>
          <a:ln>
            <a:solidFill>
              <a:srgbClr val="4FA4B3">
                <a:alpha val="50196"/>
              </a:srgbClr>
            </a:solidFill>
            <a:prstDash val="sysDot"/>
          </a:ln>
        </p:spPr>
        <p:style>
          <a:lnRef idx="2">
            <a:schemeClr val="accent1">
              <a:shade val="15000"/>
            </a:schemeClr>
          </a:lnRef>
          <a:fillRef idx="1">
            <a:schemeClr val="accent1"/>
          </a:fillRef>
          <a:effectRef idx="0">
            <a:schemeClr val="accent1"/>
          </a:effectRef>
          <a:fontRef idx="minor">
            <a:schemeClr val="lt1"/>
          </a:fontRef>
        </p:style>
      </p:cxnSp>
      <p:cxnSp>
        <p:nvCxnSpPr>
          <p:cNvPr id="5" name="Conector reto 4">
            <a:extLst>
              <a:ext uri="{FF2B5EF4-FFF2-40B4-BE49-F238E27FC236}">
                <a16:creationId xmlns:a16="http://schemas.microsoft.com/office/drawing/2014/main" id="{BE96E262-79DD-0BF5-B236-29462F94684D}"/>
              </a:ext>
            </a:extLst>
          </p:cNvPr>
          <p:cNvCxnSpPr>
            <a:cxnSpLocks/>
          </p:cNvCxnSpPr>
          <p:nvPr/>
        </p:nvCxnSpPr>
        <p:spPr>
          <a:xfrm>
            <a:off x="9382125" y="4536255"/>
            <a:ext cx="2260859" cy="0"/>
          </a:xfrm>
          <a:prstGeom prst="line">
            <a:avLst/>
          </a:prstGeom>
          <a:noFill/>
          <a:ln w="12700" cap="flat" cmpd="sng" algn="ctr">
            <a:solidFill>
              <a:schemeClr val="bg1"/>
            </a:solidFill>
            <a:prstDash val="solid"/>
          </a:ln>
          <a:effectLst/>
        </p:spPr>
      </p:cxnSp>
      <p:sp>
        <p:nvSpPr>
          <p:cNvPr id="7" name="CaixaDeTexto 6">
            <a:extLst>
              <a:ext uri="{FF2B5EF4-FFF2-40B4-BE49-F238E27FC236}">
                <a16:creationId xmlns:a16="http://schemas.microsoft.com/office/drawing/2014/main" id="{DD1BB0CE-8698-5E4D-DC66-334D9D726150}"/>
              </a:ext>
            </a:extLst>
          </p:cNvPr>
          <p:cNvSpPr txBox="1">
            <a:spLocks/>
          </p:cNvSpPr>
          <p:nvPr/>
        </p:nvSpPr>
        <p:spPr>
          <a:xfrm>
            <a:off x="9267234" y="4598207"/>
            <a:ext cx="2874825" cy="2000548"/>
          </a:xfrm>
          <a:prstGeom prst="rect">
            <a:avLst/>
          </a:prstGeom>
          <a:noFill/>
        </p:spPr>
        <p:txBody>
          <a:bodyPr wrap="square">
            <a:spAutoFit/>
          </a:bodyPr>
          <a:lstStyle/>
          <a:p>
            <a:pPr marL="0" marR="0" lvl="0" indent="0" algn="l" defTabSz="1229411" rtl="0" eaLnBrk="1" fontAlgn="auto" latinLnBrk="0" hangingPunct="1">
              <a:lnSpc>
                <a:spcPct val="100000"/>
              </a:lnSpc>
              <a:spcBef>
                <a:spcPts val="0"/>
              </a:spcBef>
              <a:spcAft>
                <a:spcPts val="0"/>
              </a:spcAft>
              <a:buClrTx/>
              <a:buSzTx/>
              <a:buFontTx/>
              <a:buNone/>
              <a:tabLst/>
              <a:defRPr/>
            </a:pPr>
            <a:r>
              <a:rPr kumimoji="0" lang="pt-BR" b="0" i="0" u="none" strike="noStrike" kern="1200" cap="none" spc="0" normalizeH="0" baseline="0" noProof="0" dirty="0">
                <a:ln>
                  <a:noFill/>
                </a:ln>
                <a:solidFill>
                  <a:schemeClr val="accent2"/>
                </a:solidFill>
                <a:effectLst/>
                <a:uLnTx/>
                <a:uFillTx/>
                <a:latin typeface="GT Walsheim LC Bold" pitchFamily="2" charset="0"/>
                <a:ea typeface="+mn-ea"/>
                <a:cs typeface="GT Walsheim LC Bold" pitchFamily="2" charset="0"/>
              </a:rPr>
              <a:t>Uso de estatística e maior sofisticação técnica</a:t>
            </a:r>
          </a:p>
          <a:p>
            <a:pPr marL="0" marR="0" lvl="0" indent="0" defTabSz="1229411" rtl="0" eaLnBrk="1" fontAlgn="auto" latinLnBrk="0" hangingPunct="1">
              <a:lnSpc>
                <a:spcPct val="100000"/>
              </a:lnSpc>
              <a:spcBef>
                <a:spcPts val="0"/>
              </a:spcBef>
              <a:spcAft>
                <a:spcPts val="0"/>
              </a:spcAft>
              <a:buClrTx/>
              <a:buSzTx/>
              <a:buFontTx/>
              <a:buNone/>
              <a:tabLst/>
              <a:defRPr/>
            </a:pPr>
            <a:r>
              <a:rPr lang="pt-BR" sz="1200" noProof="0" dirty="0">
                <a:solidFill>
                  <a:prstClr val="white"/>
                </a:solidFill>
                <a:latin typeface="GT Walsheim LC" pitchFamily="2" charset="0"/>
                <a:cs typeface="GT Walsheim LC" pitchFamily="2" charset="0"/>
              </a:rPr>
              <a:t>A IN introduziu de forma explícita ferramentas estatísticas, como o intervalo interquartil e a mediana, aproximando o Brasil das práticas internacionais e elevando o grau de rigor técnico nas análises de comparabilidade e nos ajustes de preços de transferência.</a:t>
            </a:r>
            <a:endParaRPr kumimoji="0" lang="pt-BR" sz="1400" b="0" i="0" u="none" strike="noStrike" kern="1200" cap="none" spc="-66" normalizeH="0" baseline="0" noProof="0" dirty="0">
              <a:ln>
                <a:noFill/>
              </a:ln>
              <a:solidFill>
                <a:prstClr val="white"/>
              </a:solidFill>
              <a:effectLst/>
              <a:uLnTx/>
              <a:uFillTx/>
              <a:latin typeface="GT Walsheim LC" pitchFamily="2" charset="0"/>
              <a:ea typeface="+mn-ea"/>
              <a:cs typeface="GT Walsheim LC" pitchFamily="2" charset="0"/>
            </a:endParaRPr>
          </a:p>
        </p:txBody>
      </p:sp>
    </p:spTree>
    <p:extLst>
      <p:ext uri="{BB962C8B-B14F-4D97-AF65-F5344CB8AC3E}">
        <p14:creationId xmlns:p14="http://schemas.microsoft.com/office/powerpoint/2010/main" val="355160731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9"/>
                                        </p:tgtEl>
                                        <p:attrNameLst>
                                          <p:attrName>style.visibility</p:attrName>
                                        </p:attrNameLst>
                                      </p:cBhvr>
                                      <p:to>
                                        <p:strVal val="visible"/>
                                      </p:to>
                                    </p:set>
                                    <p:animEffect transition="in" filter="fade">
                                      <p:cBhvr>
                                        <p:cTn id="7" dur="500"/>
                                        <p:tgtEl>
                                          <p:spTgt spid="6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wipe(left)">
                                      <p:cBhvr>
                                        <p:cTn id="12" dur="500"/>
                                        <p:tgtEl>
                                          <p:spTgt spid="40"/>
                                        </p:tgtEl>
                                      </p:cBhvr>
                                    </p:animEffect>
                                  </p:childTnLst>
                                </p:cTn>
                              </p:par>
                              <p:par>
                                <p:cTn id="13" presetID="22" presetClass="entr" presetSubtype="8" fill="hold" nodeType="with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wipe(left)">
                                      <p:cBhvr>
                                        <p:cTn id="15" dur="500"/>
                                        <p:tgtEl>
                                          <p:spTgt spid="32"/>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26"/>
                                        </p:tgtEl>
                                        <p:attrNameLst>
                                          <p:attrName>style.visibility</p:attrName>
                                        </p:attrNameLst>
                                      </p:cBhvr>
                                      <p:to>
                                        <p:strVal val="visible"/>
                                      </p:to>
                                    </p:set>
                                    <p:animEffect transition="in" filter="wipe(left)">
                                      <p:cBhvr>
                                        <p:cTn id="20" dur="500"/>
                                        <p:tgtEl>
                                          <p:spTgt spid="26"/>
                                        </p:tgtEl>
                                      </p:cBhvr>
                                    </p:animEffect>
                                  </p:childTnLst>
                                </p:cTn>
                              </p:par>
                              <p:par>
                                <p:cTn id="21" presetID="22" presetClass="entr" presetSubtype="8"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wipe(left)">
                                      <p:cBhvr>
                                        <p:cTn id="23" dur="500"/>
                                        <p:tgtEl>
                                          <p:spTgt spid="14"/>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41"/>
                                        </p:tgtEl>
                                        <p:attrNameLst>
                                          <p:attrName>style.visibility</p:attrName>
                                        </p:attrNameLst>
                                      </p:cBhvr>
                                      <p:to>
                                        <p:strVal val="visible"/>
                                      </p:to>
                                    </p:set>
                                    <p:animEffect transition="in" filter="wipe(left)">
                                      <p:cBhvr>
                                        <p:cTn id="28" dur="500"/>
                                        <p:tgtEl>
                                          <p:spTgt spid="41"/>
                                        </p:tgtEl>
                                      </p:cBhvr>
                                    </p:animEffect>
                                  </p:childTnLst>
                                </p:cTn>
                              </p:par>
                              <p:par>
                                <p:cTn id="29" presetID="22" presetClass="entr" presetSubtype="8" fill="hold" nodeType="withEffect">
                                  <p:stCondLst>
                                    <p:cond delay="0"/>
                                  </p:stCondLst>
                                  <p:childTnLst>
                                    <p:set>
                                      <p:cBhvr>
                                        <p:cTn id="30" dur="1" fill="hold">
                                          <p:stCondLst>
                                            <p:cond delay="0"/>
                                          </p:stCondLst>
                                        </p:cTn>
                                        <p:tgtEl>
                                          <p:spTgt spid="36"/>
                                        </p:tgtEl>
                                        <p:attrNameLst>
                                          <p:attrName>style.visibility</p:attrName>
                                        </p:attrNameLst>
                                      </p:cBhvr>
                                      <p:to>
                                        <p:strVal val="visible"/>
                                      </p:to>
                                    </p:set>
                                    <p:animEffect transition="in" filter="wipe(left)">
                                      <p:cBhvr>
                                        <p:cTn id="31" dur="500"/>
                                        <p:tgtEl>
                                          <p:spTgt spid="36"/>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31"/>
                                        </p:tgtEl>
                                        <p:attrNameLst>
                                          <p:attrName>style.visibility</p:attrName>
                                        </p:attrNameLst>
                                      </p:cBhvr>
                                      <p:to>
                                        <p:strVal val="visible"/>
                                      </p:to>
                                    </p:set>
                                    <p:animEffect transition="in" filter="wipe(left)">
                                      <p:cBhvr>
                                        <p:cTn id="36" dur="500"/>
                                        <p:tgtEl>
                                          <p:spTgt spid="31"/>
                                        </p:tgtEl>
                                      </p:cBhvr>
                                    </p:animEffect>
                                  </p:childTnLst>
                                </p:cTn>
                              </p:par>
                              <p:par>
                                <p:cTn id="37" presetID="22" presetClass="entr" presetSubtype="8" fill="hold" nodeType="withEffect">
                                  <p:stCondLst>
                                    <p:cond delay="0"/>
                                  </p:stCondLst>
                                  <p:childTnLst>
                                    <p:set>
                                      <p:cBhvr>
                                        <p:cTn id="38" dur="1" fill="hold">
                                          <p:stCondLst>
                                            <p:cond delay="0"/>
                                          </p:stCondLst>
                                        </p:cTn>
                                        <p:tgtEl>
                                          <p:spTgt spid="27"/>
                                        </p:tgtEl>
                                        <p:attrNameLst>
                                          <p:attrName>style.visibility</p:attrName>
                                        </p:attrNameLst>
                                      </p:cBhvr>
                                      <p:to>
                                        <p:strVal val="visible"/>
                                      </p:to>
                                    </p:set>
                                    <p:animEffect transition="in" filter="wipe(left)">
                                      <p:cBhvr>
                                        <p:cTn id="39" dur="500"/>
                                        <p:tgtEl>
                                          <p:spTgt spid="27"/>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84"/>
                                        </p:tgtEl>
                                        <p:attrNameLst>
                                          <p:attrName>style.visibility</p:attrName>
                                        </p:attrNameLst>
                                      </p:cBhvr>
                                      <p:to>
                                        <p:strVal val="visible"/>
                                      </p:to>
                                    </p:set>
                                    <p:animEffect transition="in" filter="fade">
                                      <p:cBhvr>
                                        <p:cTn id="44" dur="750"/>
                                        <p:tgtEl>
                                          <p:spTgt spid="84"/>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87"/>
                                        </p:tgtEl>
                                        <p:attrNameLst>
                                          <p:attrName>style.visibility</p:attrName>
                                        </p:attrNameLst>
                                      </p:cBhvr>
                                      <p:to>
                                        <p:strVal val="visible"/>
                                      </p:to>
                                    </p:set>
                                    <p:animEffect transition="in" filter="fade">
                                      <p:cBhvr>
                                        <p:cTn id="47" dur="750"/>
                                        <p:tgtEl>
                                          <p:spTgt spid="87"/>
                                        </p:tgtEl>
                                      </p:cBhvr>
                                    </p:animEffect>
                                  </p:childTnLst>
                                </p:cTn>
                              </p:par>
                              <p:par>
                                <p:cTn id="48" presetID="10" presetClass="entr" presetSubtype="0" fill="hold" nodeType="withEffect">
                                  <p:stCondLst>
                                    <p:cond delay="0"/>
                                  </p:stCondLst>
                                  <p:childTnLst>
                                    <p:set>
                                      <p:cBhvr>
                                        <p:cTn id="49" dur="1" fill="hold">
                                          <p:stCondLst>
                                            <p:cond delay="0"/>
                                          </p:stCondLst>
                                        </p:cTn>
                                        <p:tgtEl>
                                          <p:spTgt spid="95"/>
                                        </p:tgtEl>
                                        <p:attrNameLst>
                                          <p:attrName>style.visibility</p:attrName>
                                        </p:attrNameLst>
                                      </p:cBhvr>
                                      <p:to>
                                        <p:strVal val="visible"/>
                                      </p:to>
                                    </p:set>
                                    <p:animEffect transition="in" filter="fade">
                                      <p:cBhvr>
                                        <p:cTn id="50" dur="750"/>
                                        <p:tgtEl>
                                          <p:spTgt spid="95"/>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66"/>
                                        </p:tgtEl>
                                        <p:attrNameLst>
                                          <p:attrName>style.visibility</p:attrName>
                                        </p:attrNameLst>
                                      </p:cBhvr>
                                      <p:to>
                                        <p:strVal val="visible"/>
                                      </p:to>
                                    </p:set>
                                    <p:animEffect transition="in" filter="fade">
                                      <p:cBhvr>
                                        <p:cTn id="53" dur="750"/>
                                        <p:tgtEl>
                                          <p:spTgt spid="66"/>
                                        </p:tgtEl>
                                      </p:cBhvr>
                                    </p:animEffect>
                                  </p:childTnLst>
                                </p:cTn>
                              </p:par>
                              <p:par>
                                <p:cTn id="54" presetID="10" presetClass="entr" presetSubtype="0" fill="hold" nodeType="withEffect">
                                  <p:stCondLst>
                                    <p:cond delay="0"/>
                                  </p:stCondLst>
                                  <p:childTnLst>
                                    <p:set>
                                      <p:cBhvr>
                                        <p:cTn id="55" dur="1" fill="hold">
                                          <p:stCondLst>
                                            <p:cond delay="0"/>
                                          </p:stCondLst>
                                        </p:cTn>
                                        <p:tgtEl>
                                          <p:spTgt spid="5"/>
                                        </p:tgtEl>
                                        <p:attrNameLst>
                                          <p:attrName>style.visibility</p:attrName>
                                        </p:attrNameLst>
                                      </p:cBhvr>
                                      <p:to>
                                        <p:strVal val="visible"/>
                                      </p:to>
                                    </p:set>
                                    <p:animEffect transition="in" filter="fade">
                                      <p:cBhvr>
                                        <p:cTn id="56" dur="750"/>
                                        <p:tgtEl>
                                          <p:spTgt spid="5"/>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7"/>
                                        </p:tgtEl>
                                        <p:attrNameLst>
                                          <p:attrName>style.visibility</p:attrName>
                                        </p:attrNameLst>
                                      </p:cBhvr>
                                      <p:to>
                                        <p:strVal val="visible"/>
                                      </p:to>
                                    </p:set>
                                    <p:animEffect transition="in" filter="fade">
                                      <p:cBhvr>
                                        <p:cTn id="59" dur="750"/>
                                        <p:tgtEl>
                                          <p:spTgt spid="7"/>
                                        </p:tgtEl>
                                      </p:cBhvr>
                                    </p:animEffect>
                                  </p:childTnLst>
                                </p:cTn>
                              </p:par>
                              <p:par>
                                <p:cTn id="60" presetID="10" presetClass="entr" presetSubtype="0" fill="hold" nodeType="withEffect">
                                  <p:stCondLst>
                                    <p:cond delay="0"/>
                                  </p:stCondLst>
                                  <p:childTnLst>
                                    <p:set>
                                      <p:cBhvr>
                                        <p:cTn id="61" dur="1" fill="hold">
                                          <p:stCondLst>
                                            <p:cond delay="0"/>
                                          </p:stCondLst>
                                        </p:cTn>
                                        <p:tgtEl>
                                          <p:spTgt spid="82"/>
                                        </p:tgtEl>
                                        <p:attrNameLst>
                                          <p:attrName>style.visibility</p:attrName>
                                        </p:attrNameLst>
                                      </p:cBhvr>
                                      <p:to>
                                        <p:strVal val="visible"/>
                                      </p:to>
                                    </p:set>
                                    <p:animEffect transition="in" filter="fade">
                                      <p:cBhvr>
                                        <p:cTn id="62" dur="750"/>
                                        <p:tgtEl>
                                          <p:spTgt spid="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p:bldP spid="84" grpId="0"/>
      <p:bldP spid="87" grpId="0"/>
      <p:bldP spid="66" grpId="0"/>
      <p:bldP spid="26" grpId="0"/>
      <p:bldP spid="31" grpId="0"/>
      <p:bldP spid="40" grpId="0"/>
      <p:bldP spid="41" grpId="0"/>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8D5C469A-3A05-B900-B0F2-2B49DC0DE5D5}"/>
            </a:ext>
          </a:extLst>
        </p:cNvPr>
        <p:cNvGrpSpPr/>
        <p:nvPr/>
      </p:nvGrpSpPr>
      <p:grpSpPr>
        <a:xfrm>
          <a:off x="0" y="0"/>
          <a:ext cx="0" cy="0"/>
          <a:chOff x="0" y="0"/>
          <a:chExt cx="0" cy="0"/>
        </a:xfrm>
      </p:grpSpPr>
      <p:sp>
        <p:nvSpPr>
          <p:cNvPr id="11" name="Título 1">
            <a:extLst>
              <a:ext uri="{FF2B5EF4-FFF2-40B4-BE49-F238E27FC236}">
                <a16:creationId xmlns:a16="http://schemas.microsoft.com/office/drawing/2014/main" id="{C03DC25D-AC90-9E1C-3148-A106AC1145A6}"/>
              </a:ext>
            </a:extLst>
          </p:cNvPr>
          <p:cNvSpPr txBox="1">
            <a:spLocks/>
          </p:cNvSpPr>
          <p:nvPr/>
        </p:nvSpPr>
        <p:spPr>
          <a:xfrm>
            <a:off x="554474" y="551382"/>
            <a:ext cx="5370648" cy="305131"/>
          </a:xfrm>
          <a:prstGeom prst="rect">
            <a:avLst/>
          </a:prstGeom>
        </p:spPr>
        <p:txBody>
          <a:bodyPr vert="horz" wrap="square" lIns="0" tIns="0" rIns="0" bIns="0" rtlCol="0" anchor="t" anchorCtr="0">
            <a:noAutofit/>
          </a:bodyPr>
          <a:lstStyle>
            <a:lvl1pPr algn="l" defTabSz="736656" rtl="0" eaLnBrk="1" latinLnBrk="0" hangingPunct="1">
              <a:lnSpc>
                <a:spcPct val="85000"/>
              </a:lnSpc>
              <a:spcBef>
                <a:spcPct val="0"/>
              </a:spcBef>
              <a:buNone/>
              <a:defRPr sz="3000" b="1" kern="1200">
                <a:solidFill>
                  <a:schemeClr val="accent1"/>
                </a:solidFill>
                <a:latin typeface="+mj-lt"/>
                <a:ea typeface="+mj-ea"/>
                <a:cs typeface="+mj-cs"/>
              </a:defRPr>
            </a:lvl1pPr>
          </a:lstStyle>
          <a:p>
            <a:pPr marL="0" marR="0" lvl="0" indent="0" algn="l" defTabSz="736656" rtl="0" eaLnBrk="1" fontAlgn="auto" latinLnBrk="0" hangingPunct="1">
              <a:lnSpc>
                <a:spcPct val="85000"/>
              </a:lnSpc>
              <a:spcBef>
                <a:spcPct val="0"/>
              </a:spcBef>
              <a:spcAft>
                <a:spcPts val="0"/>
              </a:spcAft>
              <a:buClrTx/>
              <a:buSzTx/>
              <a:buFontTx/>
              <a:buNone/>
              <a:tabLst/>
              <a:defRPr/>
            </a:pPr>
            <a:r>
              <a:rPr kumimoji="0" lang="pt-BR" sz="3600" b="0" i="0" u="none" strike="noStrike" kern="1200" cap="none" spc="-50" normalizeH="0" noProof="0" dirty="0">
                <a:ln>
                  <a:noFill/>
                </a:ln>
                <a:effectLst/>
                <a:uLnTx/>
                <a:uFillTx/>
                <a:latin typeface="GT Walsheim LC Bold" pitchFamily="2" charset="0"/>
                <a:cs typeface="GT Walsheim LC Bold" pitchFamily="2" charset="0"/>
              </a:rPr>
              <a:t>A Adoção do MLT</a:t>
            </a:r>
          </a:p>
        </p:txBody>
      </p:sp>
      <p:sp>
        <p:nvSpPr>
          <p:cNvPr id="17" name="CaixaDeTexto 16">
            <a:extLst>
              <a:ext uri="{FF2B5EF4-FFF2-40B4-BE49-F238E27FC236}">
                <a16:creationId xmlns:a16="http://schemas.microsoft.com/office/drawing/2014/main" id="{990E64F2-3CB6-DD0C-F26A-3FB5C516125B}"/>
              </a:ext>
            </a:extLst>
          </p:cNvPr>
          <p:cNvSpPr txBox="1"/>
          <p:nvPr/>
        </p:nvSpPr>
        <p:spPr>
          <a:xfrm>
            <a:off x="461820" y="1018984"/>
            <a:ext cx="6096850" cy="412934"/>
          </a:xfrm>
          <a:prstGeom prst="rect">
            <a:avLst/>
          </a:prstGeom>
          <a:noFill/>
        </p:spPr>
        <p:txBody>
          <a:bodyPr wrap="square">
            <a:spAutoFit/>
          </a:bodyPr>
          <a:lstStyle/>
          <a:p>
            <a:pPr>
              <a:lnSpc>
                <a:spcPts val="2500"/>
              </a:lnSpc>
              <a:spcAft>
                <a:spcPts val="0"/>
              </a:spcAft>
              <a:defRPr/>
            </a:pPr>
            <a:r>
              <a:rPr lang="pt-BR" sz="2400" noProof="0" dirty="0">
                <a:solidFill>
                  <a:schemeClr val="accent1"/>
                </a:solidFill>
                <a:cs typeface="GT Walsheim LC" pitchFamily="2" charset="0"/>
              </a:rPr>
              <a:t>Robustez Técnica e Conformidade Legal</a:t>
            </a:r>
            <a:r>
              <a:rPr lang="pt-BR" sz="2400" b="1" noProof="0" dirty="0">
                <a:solidFill>
                  <a:schemeClr val="accent1"/>
                </a:solidFill>
                <a:cs typeface="GT Walsheim LC" pitchFamily="2" charset="0"/>
              </a:rPr>
              <a:t>.</a:t>
            </a:r>
          </a:p>
        </p:txBody>
      </p:sp>
      <p:sp>
        <p:nvSpPr>
          <p:cNvPr id="20" name="Freeform 39">
            <a:extLst>
              <a:ext uri="{FF2B5EF4-FFF2-40B4-BE49-F238E27FC236}">
                <a16:creationId xmlns:a16="http://schemas.microsoft.com/office/drawing/2014/main" id="{1F637A5B-D79A-2A58-9A42-F74B80BDAD9F}"/>
              </a:ext>
            </a:extLst>
          </p:cNvPr>
          <p:cNvSpPr/>
          <p:nvPr/>
        </p:nvSpPr>
        <p:spPr>
          <a:xfrm>
            <a:off x="1535157" y="2539280"/>
            <a:ext cx="414349" cy="415071"/>
          </a:xfrm>
          <a:custGeom>
            <a:avLst/>
            <a:gdLst>
              <a:gd name="connsiteX0" fmla="*/ 215680 w 739000"/>
              <a:gd name="connsiteY0" fmla="*/ 425939 h 740289"/>
              <a:gd name="connsiteX1" fmla="*/ 200037 w 739000"/>
              <a:gd name="connsiteY1" fmla="*/ 427364 h 740289"/>
              <a:gd name="connsiteX2" fmla="*/ 203356 w 739000"/>
              <a:gd name="connsiteY2" fmla="*/ 430688 h 740289"/>
              <a:gd name="connsiteX3" fmla="*/ 204067 w 739000"/>
              <a:gd name="connsiteY3" fmla="*/ 431400 h 740289"/>
              <a:gd name="connsiteX4" fmla="*/ 302663 w 739000"/>
              <a:gd name="connsiteY4" fmla="*/ 530643 h 740289"/>
              <a:gd name="connsiteX5" fmla="*/ 451506 w 739000"/>
              <a:gd name="connsiteY5" fmla="*/ 530643 h 740289"/>
              <a:gd name="connsiteX6" fmla="*/ 461698 w 739000"/>
              <a:gd name="connsiteY6" fmla="*/ 536342 h 740289"/>
              <a:gd name="connsiteX7" fmla="*/ 485162 w 739000"/>
              <a:gd name="connsiteY7" fmla="*/ 559847 h 740289"/>
              <a:gd name="connsiteX8" fmla="*/ 540859 w 739000"/>
              <a:gd name="connsiteY8" fmla="*/ 511175 h 740289"/>
              <a:gd name="connsiteX9" fmla="*/ 480896 w 739000"/>
              <a:gd name="connsiteY9" fmla="*/ 451581 h 740289"/>
              <a:gd name="connsiteX10" fmla="*/ 295553 w 739000"/>
              <a:gd name="connsiteY10" fmla="*/ 451581 h 740289"/>
              <a:gd name="connsiteX11" fmla="*/ 323283 w 739000"/>
              <a:gd name="connsiteY11" fmla="*/ 479360 h 740289"/>
              <a:gd name="connsiteX12" fmla="*/ 423539 w 739000"/>
              <a:gd name="connsiteY12" fmla="*/ 479360 h 740289"/>
              <a:gd name="connsiteX13" fmla="*/ 435389 w 739000"/>
              <a:gd name="connsiteY13" fmla="*/ 491231 h 740289"/>
              <a:gd name="connsiteX14" fmla="*/ 423539 w 739000"/>
              <a:gd name="connsiteY14" fmla="*/ 503102 h 740289"/>
              <a:gd name="connsiteX15" fmla="*/ 318543 w 739000"/>
              <a:gd name="connsiteY15" fmla="*/ 503102 h 740289"/>
              <a:gd name="connsiteX16" fmla="*/ 316173 w 739000"/>
              <a:gd name="connsiteY16" fmla="*/ 502865 h 740289"/>
              <a:gd name="connsiteX17" fmla="*/ 315225 w 739000"/>
              <a:gd name="connsiteY17" fmla="*/ 502627 h 740289"/>
              <a:gd name="connsiteX18" fmla="*/ 314040 w 739000"/>
              <a:gd name="connsiteY18" fmla="*/ 502153 h 740289"/>
              <a:gd name="connsiteX19" fmla="*/ 312855 w 739000"/>
              <a:gd name="connsiteY19" fmla="*/ 501440 h 740289"/>
              <a:gd name="connsiteX20" fmla="*/ 311907 w 739000"/>
              <a:gd name="connsiteY20" fmla="*/ 500965 h 740289"/>
              <a:gd name="connsiteX21" fmla="*/ 310011 w 739000"/>
              <a:gd name="connsiteY21" fmla="*/ 499541 h 740289"/>
              <a:gd name="connsiteX22" fmla="*/ 258579 w 739000"/>
              <a:gd name="connsiteY22" fmla="*/ 448020 h 740289"/>
              <a:gd name="connsiteX23" fmla="*/ 258342 w 739000"/>
              <a:gd name="connsiteY23" fmla="*/ 447782 h 740289"/>
              <a:gd name="connsiteX24" fmla="*/ 215680 w 739000"/>
              <a:gd name="connsiteY24" fmla="*/ 425939 h 740289"/>
              <a:gd name="connsiteX25" fmla="*/ 215680 w 739000"/>
              <a:gd name="connsiteY25" fmla="*/ 402197 h 740289"/>
              <a:gd name="connsiteX26" fmla="*/ 271852 w 739000"/>
              <a:gd name="connsiteY26" fmla="*/ 427839 h 740289"/>
              <a:gd name="connsiteX27" fmla="*/ 485873 w 739000"/>
              <a:gd name="connsiteY27" fmla="*/ 427839 h 740289"/>
              <a:gd name="connsiteX28" fmla="*/ 494168 w 739000"/>
              <a:gd name="connsiteY28" fmla="*/ 431163 h 740289"/>
              <a:gd name="connsiteX29" fmla="*/ 564797 w 739000"/>
              <a:gd name="connsiteY29" fmla="*/ 501440 h 740289"/>
              <a:gd name="connsiteX30" fmla="*/ 565746 w 739000"/>
              <a:gd name="connsiteY30" fmla="*/ 517585 h 740289"/>
              <a:gd name="connsiteX31" fmla="*/ 565983 w 739000"/>
              <a:gd name="connsiteY31" fmla="*/ 517823 h 740289"/>
              <a:gd name="connsiteX32" fmla="*/ 488954 w 739000"/>
              <a:gd name="connsiteY32" fmla="*/ 585251 h 740289"/>
              <a:gd name="connsiteX33" fmla="*/ 483266 w 739000"/>
              <a:gd name="connsiteY33" fmla="*/ 586913 h 740289"/>
              <a:gd name="connsiteX34" fmla="*/ 474970 w 739000"/>
              <a:gd name="connsiteY34" fmla="*/ 583352 h 740289"/>
              <a:gd name="connsiteX35" fmla="*/ 446292 w 739000"/>
              <a:gd name="connsiteY35" fmla="*/ 554623 h 740289"/>
              <a:gd name="connsiteX36" fmla="*/ 297686 w 739000"/>
              <a:gd name="connsiteY36" fmla="*/ 554623 h 740289"/>
              <a:gd name="connsiteX37" fmla="*/ 289391 w 739000"/>
              <a:gd name="connsiteY37" fmla="*/ 551062 h 740289"/>
              <a:gd name="connsiteX38" fmla="*/ 187713 w 739000"/>
              <a:gd name="connsiteY38" fmla="*/ 448495 h 740289"/>
              <a:gd name="connsiteX39" fmla="*/ 175625 w 739000"/>
              <a:gd name="connsiteY39" fmla="*/ 418579 h 740289"/>
              <a:gd name="connsiteX40" fmla="*/ 215680 w 739000"/>
              <a:gd name="connsiteY40" fmla="*/ 402197 h 740289"/>
              <a:gd name="connsiteX41" fmla="*/ 436337 w 739000"/>
              <a:gd name="connsiteY41" fmla="*/ 299867 h 740289"/>
              <a:gd name="connsiteX42" fmla="*/ 412162 w 739000"/>
              <a:gd name="connsiteY42" fmla="*/ 324085 h 740289"/>
              <a:gd name="connsiteX43" fmla="*/ 436337 w 739000"/>
              <a:gd name="connsiteY43" fmla="*/ 348302 h 740289"/>
              <a:gd name="connsiteX44" fmla="*/ 460512 w 739000"/>
              <a:gd name="connsiteY44" fmla="*/ 324085 h 740289"/>
              <a:gd name="connsiteX45" fmla="*/ 436337 w 739000"/>
              <a:gd name="connsiteY45" fmla="*/ 299867 h 740289"/>
              <a:gd name="connsiteX46" fmla="*/ 436337 w 739000"/>
              <a:gd name="connsiteY46" fmla="*/ 276125 h 740289"/>
              <a:gd name="connsiteX47" fmla="*/ 484213 w 739000"/>
              <a:gd name="connsiteY47" fmla="*/ 324085 h 740289"/>
              <a:gd name="connsiteX48" fmla="*/ 436337 w 739000"/>
              <a:gd name="connsiteY48" fmla="*/ 372044 h 740289"/>
              <a:gd name="connsiteX49" fmla="*/ 388461 w 739000"/>
              <a:gd name="connsiteY49" fmla="*/ 324085 h 740289"/>
              <a:gd name="connsiteX50" fmla="*/ 436337 w 739000"/>
              <a:gd name="connsiteY50" fmla="*/ 276125 h 740289"/>
              <a:gd name="connsiteX51" fmla="*/ 302900 w 739000"/>
              <a:gd name="connsiteY51" fmla="*/ 176407 h 740289"/>
              <a:gd name="connsiteX52" fmla="*/ 278725 w 739000"/>
              <a:gd name="connsiteY52" fmla="*/ 200624 h 740289"/>
              <a:gd name="connsiteX53" fmla="*/ 302900 w 739000"/>
              <a:gd name="connsiteY53" fmla="*/ 224841 h 740289"/>
              <a:gd name="connsiteX54" fmla="*/ 327075 w 739000"/>
              <a:gd name="connsiteY54" fmla="*/ 200624 h 740289"/>
              <a:gd name="connsiteX55" fmla="*/ 302900 w 739000"/>
              <a:gd name="connsiteY55" fmla="*/ 176407 h 740289"/>
              <a:gd name="connsiteX56" fmla="*/ 447240 w 739000"/>
              <a:gd name="connsiteY56" fmla="*/ 160024 h 740289"/>
              <a:gd name="connsiteX57" fmla="*/ 449373 w 739000"/>
              <a:gd name="connsiteY57" fmla="*/ 176644 h 740289"/>
              <a:gd name="connsiteX58" fmla="*/ 308588 w 739000"/>
              <a:gd name="connsiteY58" fmla="*/ 361835 h 740289"/>
              <a:gd name="connsiteX59" fmla="*/ 299108 w 739000"/>
              <a:gd name="connsiteY59" fmla="*/ 366583 h 740289"/>
              <a:gd name="connsiteX60" fmla="*/ 291998 w 739000"/>
              <a:gd name="connsiteY60" fmla="*/ 364209 h 740289"/>
              <a:gd name="connsiteX61" fmla="*/ 289865 w 739000"/>
              <a:gd name="connsiteY61" fmla="*/ 347352 h 740289"/>
              <a:gd name="connsiteX62" fmla="*/ 430649 w 739000"/>
              <a:gd name="connsiteY62" fmla="*/ 162161 h 740289"/>
              <a:gd name="connsiteX63" fmla="*/ 447240 w 739000"/>
              <a:gd name="connsiteY63" fmla="*/ 160024 h 740289"/>
              <a:gd name="connsiteX64" fmla="*/ 302900 w 739000"/>
              <a:gd name="connsiteY64" fmla="*/ 152427 h 740289"/>
              <a:gd name="connsiteX65" fmla="*/ 350776 w 739000"/>
              <a:gd name="connsiteY65" fmla="*/ 200387 h 740289"/>
              <a:gd name="connsiteX66" fmla="*/ 302900 w 739000"/>
              <a:gd name="connsiteY66" fmla="*/ 248346 h 740289"/>
              <a:gd name="connsiteX67" fmla="*/ 255024 w 739000"/>
              <a:gd name="connsiteY67" fmla="*/ 200387 h 740289"/>
              <a:gd name="connsiteX68" fmla="*/ 302900 w 739000"/>
              <a:gd name="connsiteY68" fmla="*/ 152427 h 740289"/>
              <a:gd name="connsiteX69" fmla="*/ 369500 w 739000"/>
              <a:gd name="connsiteY69" fmla="*/ 23742 h 740289"/>
              <a:gd name="connsiteX70" fmla="*/ 124905 w 739000"/>
              <a:gd name="connsiteY70" fmla="*/ 125123 h 740289"/>
              <a:gd name="connsiteX71" fmla="*/ 23701 w 739000"/>
              <a:gd name="connsiteY71" fmla="*/ 370144 h 740289"/>
              <a:gd name="connsiteX72" fmla="*/ 124905 w 739000"/>
              <a:gd name="connsiteY72" fmla="*/ 615166 h 740289"/>
              <a:gd name="connsiteX73" fmla="*/ 369500 w 739000"/>
              <a:gd name="connsiteY73" fmla="*/ 716546 h 740289"/>
              <a:gd name="connsiteX74" fmla="*/ 614096 w 739000"/>
              <a:gd name="connsiteY74" fmla="*/ 615166 h 740289"/>
              <a:gd name="connsiteX75" fmla="*/ 715299 w 739000"/>
              <a:gd name="connsiteY75" fmla="*/ 370144 h 740289"/>
              <a:gd name="connsiteX76" fmla="*/ 614096 w 739000"/>
              <a:gd name="connsiteY76" fmla="*/ 125123 h 740289"/>
              <a:gd name="connsiteX77" fmla="*/ 369500 w 739000"/>
              <a:gd name="connsiteY77" fmla="*/ 23742 h 740289"/>
              <a:gd name="connsiteX78" fmla="*/ 369500 w 739000"/>
              <a:gd name="connsiteY78" fmla="*/ 0 h 740289"/>
              <a:gd name="connsiteX79" fmla="*/ 739000 w 739000"/>
              <a:gd name="connsiteY79" fmla="*/ 370144 h 740289"/>
              <a:gd name="connsiteX80" fmla="*/ 369500 w 739000"/>
              <a:gd name="connsiteY80" fmla="*/ 740289 h 740289"/>
              <a:gd name="connsiteX81" fmla="*/ 0 w 739000"/>
              <a:gd name="connsiteY81" fmla="*/ 370144 h 740289"/>
              <a:gd name="connsiteX82" fmla="*/ 369500 w 739000"/>
              <a:gd name="connsiteY82" fmla="*/ 0 h 740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39000" h="740289">
                <a:moveTo>
                  <a:pt x="215680" y="425939"/>
                </a:moveTo>
                <a:cubicBezTo>
                  <a:pt x="207622" y="425939"/>
                  <a:pt x="202882" y="426652"/>
                  <a:pt x="200037" y="427364"/>
                </a:cubicBezTo>
                <a:cubicBezTo>
                  <a:pt x="200986" y="428551"/>
                  <a:pt x="202171" y="429738"/>
                  <a:pt x="203356" y="430688"/>
                </a:cubicBezTo>
                <a:cubicBezTo>
                  <a:pt x="203593" y="430925"/>
                  <a:pt x="203830" y="431163"/>
                  <a:pt x="204067" y="431400"/>
                </a:cubicBezTo>
                <a:lnTo>
                  <a:pt x="302663" y="530643"/>
                </a:lnTo>
                <a:lnTo>
                  <a:pt x="451506" y="530643"/>
                </a:lnTo>
                <a:cubicBezTo>
                  <a:pt x="456009" y="530643"/>
                  <a:pt x="459565" y="533018"/>
                  <a:pt x="461698" y="536342"/>
                </a:cubicBezTo>
                <a:lnTo>
                  <a:pt x="485162" y="559847"/>
                </a:lnTo>
                <a:cubicBezTo>
                  <a:pt x="506256" y="546788"/>
                  <a:pt x="525217" y="530169"/>
                  <a:pt x="540859" y="511175"/>
                </a:cubicBezTo>
                <a:lnTo>
                  <a:pt x="480896" y="451581"/>
                </a:lnTo>
                <a:lnTo>
                  <a:pt x="295553" y="451581"/>
                </a:lnTo>
                <a:lnTo>
                  <a:pt x="323283" y="479360"/>
                </a:lnTo>
                <a:lnTo>
                  <a:pt x="423539" y="479360"/>
                </a:lnTo>
                <a:cubicBezTo>
                  <a:pt x="430175" y="479360"/>
                  <a:pt x="435389" y="484583"/>
                  <a:pt x="435389" y="491231"/>
                </a:cubicBezTo>
                <a:cubicBezTo>
                  <a:pt x="435389" y="497879"/>
                  <a:pt x="430175" y="503102"/>
                  <a:pt x="423539" y="503102"/>
                </a:cubicBezTo>
                <a:lnTo>
                  <a:pt x="318543" y="503102"/>
                </a:lnTo>
                <a:cubicBezTo>
                  <a:pt x="317832" y="503102"/>
                  <a:pt x="316884" y="503102"/>
                  <a:pt x="316173" y="502865"/>
                </a:cubicBezTo>
                <a:cubicBezTo>
                  <a:pt x="315936" y="502865"/>
                  <a:pt x="315462" y="502627"/>
                  <a:pt x="315225" y="502627"/>
                </a:cubicBezTo>
                <a:cubicBezTo>
                  <a:pt x="314751" y="502390"/>
                  <a:pt x="314514" y="502390"/>
                  <a:pt x="314040" y="502153"/>
                </a:cubicBezTo>
                <a:cubicBezTo>
                  <a:pt x="313566" y="501915"/>
                  <a:pt x="313329" y="501678"/>
                  <a:pt x="312855" y="501440"/>
                </a:cubicBezTo>
                <a:cubicBezTo>
                  <a:pt x="312381" y="501203"/>
                  <a:pt x="312144" y="501203"/>
                  <a:pt x="311907" y="500965"/>
                </a:cubicBezTo>
                <a:cubicBezTo>
                  <a:pt x="311196" y="500491"/>
                  <a:pt x="310485" y="500016"/>
                  <a:pt x="310011" y="499541"/>
                </a:cubicBezTo>
                <a:lnTo>
                  <a:pt x="258579" y="448020"/>
                </a:lnTo>
                <a:cubicBezTo>
                  <a:pt x="258579" y="448020"/>
                  <a:pt x="258342" y="447782"/>
                  <a:pt x="258342" y="447782"/>
                </a:cubicBezTo>
                <a:cubicBezTo>
                  <a:pt x="258105" y="447545"/>
                  <a:pt x="237722" y="425939"/>
                  <a:pt x="215680" y="425939"/>
                </a:cubicBezTo>
                <a:close/>
                <a:moveTo>
                  <a:pt x="215680" y="402197"/>
                </a:moveTo>
                <a:cubicBezTo>
                  <a:pt x="241277" y="402197"/>
                  <a:pt x="263319" y="419766"/>
                  <a:pt x="271852" y="427839"/>
                </a:cubicBezTo>
                <a:lnTo>
                  <a:pt x="485873" y="427839"/>
                </a:lnTo>
                <a:cubicBezTo>
                  <a:pt x="488954" y="427839"/>
                  <a:pt x="492035" y="429026"/>
                  <a:pt x="494168" y="431163"/>
                </a:cubicBezTo>
                <a:lnTo>
                  <a:pt x="564797" y="501440"/>
                </a:lnTo>
                <a:cubicBezTo>
                  <a:pt x="569301" y="505714"/>
                  <a:pt x="569538" y="512599"/>
                  <a:pt x="565746" y="517585"/>
                </a:cubicBezTo>
                <a:lnTo>
                  <a:pt x="565983" y="517823"/>
                </a:lnTo>
                <a:cubicBezTo>
                  <a:pt x="545363" y="545364"/>
                  <a:pt x="518817" y="568631"/>
                  <a:pt x="488954" y="585251"/>
                </a:cubicBezTo>
                <a:cubicBezTo>
                  <a:pt x="487295" y="586438"/>
                  <a:pt x="485162" y="586913"/>
                  <a:pt x="483266" y="586913"/>
                </a:cubicBezTo>
                <a:cubicBezTo>
                  <a:pt x="480422" y="586913"/>
                  <a:pt x="477340" y="585726"/>
                  <a:pt x="474970" y="583352"/>
                </a:cubicBezTo>
                <a:lnTo>
                  <a:pt x="446292" y="554623"/>
                </a:lnTo>
                <a:lnTo>
                  <a:pt x="297686" y="554623"/>
                </a:lnTo>
                <a:cubicBezTo>
                  <a:pt x="294605" y="554623"/>
                  <a:pt x="291524" y="553199"/>
                  <a:pt x="289391" y="551062"/>
                </a:cubicBezTo>
                <a:lnTo>
                  <a:pt x="187713" y="448495"/>
                </a:lnTo>
                <a:cubicBezTo>
                  <a:pt x="183921" y="445171"/>
                  <a:pt x="170648" y="432587"/>
                  <a:pt x="175625" y="418579"/>
                </a:cubicBezTo>
                <a:cubicBezTo>
                  <a:pt x="180840" y="403859"/>
                  <a:pt x="200986" y="402197"/>
                  <a:pt x="215680" y="402197"/>
                </a:cubicBezTo>
                <a:close/>
                <a:moveTo>
                  <a:pt x="436337" y="299867"/>
                </a:moveTo>
                <a:cubicBezTo>
                  <a:pt x="423065" y="299867"/>
                  <a:pt x="412162" y="310789"/>
                  <a:pt x="412162" y="324085"/>
                </a:cubicBezTo>
                <a:cubicBezTo>
                  <a:pt x="412162" y="337380"/>
                  <a:pt x="423065" y="348302"/>
                  <a:pt x="436337" y="348302"/>
                </a:cubicBezTo>
                <a:cubicBezTo>
                  <a:pt x="449610" y="348302"/>
                  <a:pt x="460512" y="337380"/>
                  <a:pt x="460512" y="324085"/>
                </a:cubicBezTo>
                <a:cubicBezTo>
                  <a:pt x="460512" y="310789"/>
                  <a:pt x="449610" y="299867"/>
                  <a:pt x="436337" y="299867"/>
                </a:cubicBezTo>
                <a:close/>
                <a:moveTo>
                  <a:pt x="436337" y="276125"/>
                </a:moveTo>
                <a:cubicBezTo>
                  <a:pt x="462882" y="276125"/>
                  <a:pt x="484213" y="297731"/>
                  <a:pt x="484213" y="324085"/>
                </a:cubicBezTo>
                <a:cubicBezTo>
                  <a:pt x="484213" y="350676"/>
                  <a:pt x="462645" y="372044"/>
                  <a:pt x="436337" y="372044"/>
                </a:cubicBezTo>
                <a:cubicBezTo>
                  <a:pt x="409792" y="372044"/>
                  <a:pt x="388461" y="350439"/>
                  <a:pt x="388461" y="324085"/>
                </a:cubicBezTo>
                <a:cubicBezTo>
                  <a:pt x="388461" y="297493"/>
                  <a:pt x="410029" y="276125"/>
                  <a:pt x="436337" y="276125"/>
                </a:cubicBezTo>
                <a:close/>
                <a:moveTo>
                  <a:pt x="302900" y="176407"/>
                </a:moveTo>
                <a:cubicBezTo>
                  <a:pt x="289628" y="176407"/>
                  <a:pt x="278725" y="187328"/>
                  <a:pt x="278725" y="200624"/>
                </a:cubicBezTo>
                <a:cubicBezTo>
                  <a:pt x="278725" y="213920"/>
                  <a:pt x="289628" y="224841"/>
                  <a:pt x="302900" y="224841"/>
                </a:cubicBezTo>
                <a:cubicBezTo>
                  <a:pt x="316173" y="224841"/>
                  <a:pt x="327075" y="213920"/>
                  <a:pt x="327075" y="200624"/>
                </a:cubicBezTo>
                <a:cubicBezTo>
                  <a:pt x="327075" y="187328"/>
                  <a:pt x="316173" y="176407"/>
                  <a:pt x="302900" y="176407"/>
                </a:cubicBezTo>
                <a:close/>
                <a:moveTo>
                  <a:pt x="447240" y="160024"/>
                </a:moveTo>
                <a:cubicBezTo>
                  <a:pt x="452217" y="164060"/>
                  <a:pt x="453402" y="171420"/>
                  <a:pt x="449373" y="176644"/>
                </a:cubicBezTo>
                <a:lnTo>
                  <a:pt x="308588" y="361835"/>
                </a:lnTo>
                <a:cubicBezTo>
                  <a:pt x="306218" y="364921"/>
                  <a:pt x="302663" y="366583"/>
                  <a:pt x="299108" y="366583"/>
                </a:cubicBezTo>
                <a:cubicBezTo>
                  <a:pt x="296738" y="366583"/>
                  <a:pt x="294131" y="365871"/>
                  <a:pt x="291998" y="364209"/>
                </a:cubicBezTo>
                <a:cubicBezTo>
                  <a:pt x="286783" y="360410"/>
                  <a:pt x="285835" y="352812"/>
                  <a:pt x="289865" y="347352"/>
                </a:cubicBezTo>
                <a:lnTo>
                  <a:pt x="430649" y="162161"/>
                </a:lnTo>
                <a:cubicBezTo>
                  <a:pt x="434678" y="156937"/>
                  <a:pt x="442026" y="155988"/>
                  <a:pt x="447240" y="160024"/>
                </a:cubicBezTo>
                <a:close/>
                <a:moveTo>
                  <a:pt x="302900" y="152427"/>
                </a:moveTo>
                <a:cubicBezTo>
                  <a:pt x="329445" y="152427"/>
                  <a:pt x="350776" y="173795"/>
                  <a:pt x="350776" y="200387"/>
                </a:cubicBezTo>
                <a:cubicBezTo>
                  <a:pt x="350776" y="226978"/>
                  <a:pt x="329208" y="248346"/>
                  <a:pt x="302900" y="248346"/>
                </a:cubicBezTo>
                <a:cubicBezTo>
                  <a:pt x="276592" y="248346"/>
                  <a:pt x="255024" y="226978"/>
                  <a:pt x="255024" y="200387"/>
                </a:cubicBezTo>
                <a:cubicBezTo>
                  <a:pt x="255024" y="173795"/>
                  <a:pt x="276592" y="152427"/>
                  <a:pt x="302900" y="152427"/>
                </a:cubicBezTo>
                <a:close/>
                <a:moveTo>
                  <a:pt x="369500" y="23742"/>
                </a:moveTo>
                <a:cubicBezTo>
                  <a:pt x="277066" y="23742"/>
                  <a:pt x="190320" y="59593"/>
                  <a:pt x="124905" y="125123"/>
                </a:cubicBezTo>
                <a:cubicBezTo>
                  <a:pt x="59727" y="190652"/>
                  <a:pt x="23701" y="277549"/>
                  <a:pt x="23701" y="370144"/>
                </a:cubicBezTo>
                <a:cubicBezTo>
                  <a:pt x="23701" y="462740"/>
                  <a:pt x="59490" y="549637"/>
                  <a:pt x="124905" y="615166"/>
                </a:cubicBezTo>
                <a:cubicBezTo>
                  <a:pt x="190320" y="680458"/>
                  <a:pt x="277066" y="716546"/>
                  <a:pt x="369500" y="716546"/>
                </a:cubicBezTo>
                <a:cubicBezTo>
                  <a:pt x="461935" y="716546"/>
                  <a:pt x="548681" y="680695"/>
                  <a:pt x="614096" y="615166"/>
                </a:cubicBezTo>
                <a:cubicBezTo>
                  <a:pt x="679511" y="549874"/>
                  <a:pt x="715299" y="462740"/>
                  <a:pt x="715299" y="370144"/>
                </a:cubicBezTo>
                <a:cubicBezTo>
                  <a:pt x="715299" y="277549"/>
                  <a:pt x="679511" y="190652"/>
                  <a:pt x="614096" y="125123"/>
                </a:cubicBezTo>
                <a:cubicBezTo>
                  <a:pt x="548681" y="59831"/>
                  <a:pt x="461935" y="23742"/>
                  <a:pt x="369500" y="23742"/>
                </a:cubicBezTo>
                <a:close/>
                <a:moveTo>
                  <a:pt x="369500" y="0"/>
                </a:moveTo>
                <a:cubicBezTo>
                  <a:pt x="573567" y="0"/>
                  <a:pt x="739000" y="165722"/>
                  <a:pt x="739000" y="370144"/>
                </a:cubicBezTo>
                <a:cubicBezTo>
                  <a:pt x="739000" y="574567"/>
                  <a:pt x="573567" y="740289"/>
                  <a:pt x="369500" y="740289"/>
                </a:cubicBezTo>
                <a:cubicBezTo>
                  <a:pt x="165434" y="740289"/>
                  <a:pt x="0" y="574567"/>
                  <a:pt x="0" y="370144"/>
                </a:cubicBezTo>
                <a:cubicBezTo>
                  <a:pt x="0" y="165722"/>
                  <a:pt x="165434" y="0"/>
                  <a:pt x="369500" y="0"/>
                </a:cubicBezTo>
                <a:close/>
              </a:path>
            </a:pathLst>
          </a:custGeom>
          <a:noFill/>
          <a:ln w="2360" cap="flat">
            <a:noFill/>
            <a:prstDash val="solid"/>
            <a:miter/>
          </a:ln>
        </p:spPr>
        <p:txBody>
          <a:bodyPr wrap="square" rtlCol="0" anchor="ctr">
            <a:noAutofit/>
          </a:bodyPr>
          <a:lstStyle/>
          <a:p>
            <a:endParaRPr lang="pt-BR" noProof="0" dirty="0">
              <a:latin typeface="Arial"/>
              <a:cs typeface="Arial"/>
            </a:endParaRPr>
          </a:p>
        </p:txBody>
      </p:sp>
      <p:pic>
        <p:nvPicPr>
          <p:cNvPr id="3" name="Imagem 2">
            <a:extLst>
              <a:ext uri="{FF2B5EF4-FFF2-40B4-BE49-F238E27FC236}">
                <a16:creationId xmlns:a16="http://schemas.microsoft.com/office/drawing/2014/main" id="{BCCBE9BE-273D-AC16-6E3E-F4BE53F09FDF}"/>
              </a:ext>
            </a:extLst>
          </p:cNvPr>
          <p:cNvPicPr>
            <a:picLocks noGrp="1" noRot="1" noChangeAspect="1" noMove="1" noResize="1" noEditPoints="1" noAdjustHandles="1" noChangeArrowheads="1" noChangeShapeType="1" noCrop="1"/>
          </p:cNvPicPr>
          <p:nvPr/>
        </p:nvPicPr>
        <p:blipFill>
          <a:blip r:embed="rId4"/>
          <a:stretch>
            <a:fillRect/>
          </a:stretch>
        </p:blipFill>
        <p:spPr>
          <a:xfrm>
            <a:off x="191372" y="6488701"/>
            <a:ext cx="6096851" cy="161948"/>
          </a:xfrm>
          <a:prstGeom prst="rect">
            <a:avLst/>
          </a:prstGeom>
        </p:spPr>
      </p:pic>
    </p:spTree>
    <p:extLst>
      <p:ext uri="{BB962C8B-B14F-4D97-AF65-F5344CB8AC3E}">
        <p14:creationId xmlns:p14="http://schemas.microsoft.com/office/powerpoint/2010/main" val="24065822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F4A65-CFD5-A423-0916-2832593C49F9}"/>
            </a:ext>
          </a:extLst>
        </p:cNvPr>
        <p:cNvGrpSpPr/>
        <p:nvPr/>
      </p:nvGrpSpPr>
      <p:grpSpPr>
        <a:xfrm>
          <a:off x="0" y="0"/>
          <a:ext cx="0" cy="0"/>
          <a:chOff x="0" y="0"/>
          <a:chExt cx="0" cy="0"/>
        </a:xfrm>
      </p:grpSpPr>
      <p:sp>
        <p:nvSpPr>
          <p:cNvPr id="13" name="Elipse 12">
            <a:extLst>
              <a:ext uri="{FF2B5EF4-FFF2-40B4-BE49-F238E27FC236}">
                <a16:creationId xmlns:a16="http://schemas.microsoft.com/office/drawing/2014/main" id="{E70D5817-5067-00F5-5E0F-9300EEF5F992}"/>
              </a:ext>
            </a:extLst>
          </p:cNvPr>
          <p:cNvSpPr/>
          <p:nvPr/>
        </p:nvSpPr>
        <p:spPr>
          <a:xfrm>
            <a:off x="1545087" y="1947380"/>
            <a:ext cx="404419" cy="399638"/>
          </a:xfrm>
          <a:prstGeom prst="ellipse">
            <a:avLst/>
          </a:prstGeom>
          <a:noFill/>
          <a:ln w="12700" cap="flat">
            <a:solidFill>
              <a:srgbClr val="554370"/>
            </a:solidFill>
            <a:prstDash val="solid"/>
            <a:miter/>
          </a:ln>
        </p:spPr>
        <p:txBody>
          <a:bodyPr wrap="square" rtlCol="0" anchor="ctr">
            <a:noAutofit/>
          </a:bodyPr>
          <a:lstStyle/>
          <a:p>
            <a:endParaRPr lang="pt-BR" noProof="0" dirty="0">
              <a:solidFill>
                <a:schemeClr val="tx1"/>
              </a:solidFill>
              <a:latin typeface="Arial"/>
              <a:cs typeface="Arial"/>
            </a:endParaRPr>
          </a:p>
        </p:txBody>
      </p:sp>
      <p:sp>
        <p:nvSpPr>
          <p:cNvPr id="11" name="Título 1">
            <a:extLst>
              <a:ext uri="{FF2B5EF4-FFF2-40B4-BE49-F238E27FC236}">
                <a16:creationId xmlns:a16="http://schemas.microsoft.com/office/drawing/2014/main" id="{4FEAC12B-2112-EAEC-3272-894CE76C1B95}"/>
              </a:ext>
            </a:extLst>
          </p:cNvPr>
          <p:cNvSpPr txBox="1">
            <a:spLocks/>
          </p:cNvSpPr>
          <p:nvPr/>
        </p:nvSpPr>
        <p:spPr>
          <a:xfrm>
            <a:off x="554474" y="551382"/>
            <a:ext cx="5370648" cy="305131"/>
          </a:xfrm>
          <a:prstGeom prst="rect">
            <a:avLst/>
          </a:prstGeom>
        </p:spPr>
        <p:txBody>
          <a:bodyPr vert="horz" wrap="square" lIns="0" tIns="0" rIns="0" bIns="0" rtlCol="0" anchor="t" anchorCtr="0">
            <a:noAutofit/>
          </a:bodyPr>
          <a:lstStyle>
            <a:lvl1pPr algn="l" defTabSz="736656" rtl="0" eaLnBrk="1" latinLnBrk="0" hangingPunct="1">
              <a:lnSpc>
                <a:spcPct val="85000"/>
              </a:lnSpc>
              <a:spcBef>
                <a:spcPct val="0"/>
              </a:spcBef>
              <a:buNone/>
              <a:defRPr sz="3000" b="1" kern="1200">
                <a:solidFill>
                  <a:schemeClr val="accent1"/>
                </a:solidFill>
                <a:latin typeface="+mj-lt"/>
                <a:ea typeface="+mj-ea"/>
                <a:cs typeface="+mj-cs"/>
              </a:defRPr>
            </a:lvl1pPr>
          </a:lstStyle>
          <a:p>
            <a:pPr marL="0" marR="0" lvl="0" indent="0" algn="l" defTabSz="736656" rtl="0" eaLnBrk="1" fontAlgn="auto" latinLnBrk="0" hangingPunct="1">
              <a:lnSpc>
                <a:spcPct val="85000"/>
              </a:lnSpc>
              <a:spcBef>
                <a:spcPct val="0"/>
              </a:spcBef>
              <a:spcAft>
                <a:spcPts val="0"/>
              </a:spcAft>
              <a:buClrTx/>
              <a:buSzTx/>
              <a:buFontTx/>
              <a:buNone/>
              <a:tabLst/>
              <a:defRPr/>
            </a:pPr>
            <a:r>
              <a:rPr kumimoji="0" lang="pt-BR" sz="3600" b="0" i="0" u="none" strike="noStrike" kern="1200" cap="none" spc="-50" normalizeH="0" noProof="0" dirty="0">
                <a:ln>
                  <a:noFill/>
                </a:ln>
                <a:effectLst/>
                <a:uLnTx/>
                <a:uFillTx/>
                <a:latin typeface="GT Walsheim LC Bold" pitchFamily="2" charset="0"/>
                <a:cs typeface="GT Walsheim LC Bold" pitchFamily="2" charset="0"/>
              </a:rPr>
              <a:t>A Adoção do MLT</a:t>
            </a:r>
          </a:p>
        </p:txBody>
      </p:sp>
      <p:sp>
        <p:nvSpPr>
          <p:cNvPr id="17" name="CaixaDeTexto 16">
            <a:extLst>
              <a:ext uri="{FF2B5EF4-FFF2-40B4-BE49-F238E27FC236}">
                <a16:creationId xmlns:a16="http://schemas.microsoft.com/office/drawing/2014/main" id="{85FFF18F-F14F-4443-78E9-E0AA2E59E1F0}"/>
              </a:ext>
            </a:extLst>
          </p:cNvPr>
          <p:cNvSpPr txBox="1"/>
          <p:nvPr/>
        </p:nvSpPr>
        <p:spPr>
          <a:xfrm>
            <a:off x="461820" y="1018984"/>
            <a:ext cx="6096850" cy="412934"/>
          </a:xfrm>
          <a:prstGeom prst="rect">
            <a:avLst/>
          </a:prstGeom>
          <a:noFill/>
        </p:spPr>
        <p:txBody>
          <a:bodyPr wrap="square">
            <a:spAutoFit/>
          </a:bodyPr>
          <a:lstStyle/>
          <a:p>
            <a:pPr>
              <a:lnSpc>
                <a:spcPts val="2500"/>
              </a:lnSpc>
              <a:spcAft>
                <a:spcPts val="0"/>
              </a:spcAft>
              <a:defRPr/>
            </a:pPr>
            <a:r>
              <a:rPr lang="pt-BR" sz="2400" noProof="0" dirty="0">
                <a:solidFill>
                  <a:schemeClr val="accent1"/>
                </a:solidFill>
                <a:cs typeface="GT Walsheim LC" pitchFamily="2" charset="0"/>
              </a:rPr>
              <a:t>Robustez Técnica e Conformidade Legal</a:t>
            </a:r>
            <a:r>
              <a:rPr lang="pt-BR" sz="2400" b="1" noProof="0" dirty="0">
                <a:solidFill>
                  <a:schemeClr val="accent1"/>
                </a:solidFill>
                <a:cs typeface="GT Walsheim LC" pitchFamily="2" charset="0"/>
              </a:rPr>
              <a:t>.</a:t>
            </a:r>
          </a:p>
        </p:txBody>
      </p:sp>
      <p:sp>
        <p:nvSpPr>
          <p:cNvPr id="15" name="CaixaDeTexto 14">
            <a:extLst>
              <a:ext uri="{FF2B5EF4-FFF2-40B4-BE49-F238E27FC236}">
                <a16:creationId xmlns:a16="http://schemas.microsoft.com/office/drawing/2014/main" id="{3D8442C0-B1CF-9169-DA83-53E776DC07D7}"/>
              </a:ext>
            </a:extLst>
          </p:cNvPr>
          <p:cNvSpPr txBox="1"/>
          <p:nvPr/>
        </p:nvSpPr>
        <p:spPr>
          <a:xfrm>
            <a:off x="1956340" y="1838283"/>
            <a:ext cx="8632412" cy="830997"/>
          </a:xfrm>
          <a:prstGeom prst="rect">
            <a:avLst/>
          </a:prstGeom>
          <a:noFill/>
        </p:spPr>
        <p:txBody>
          <a:bodyPr wrap="square">
            <a:spAutoFit/>
          </a:bodyPr>
          <a:lstStyle/>
          <a:p>
            <a:pPr>
              <a:spcAft>
                <a:spcPts val="1000"/>
              </a:spcAft>
            </a:pPr>
            <a:r>
              <a:rPr lang="pt-BR" sz="1200" b="1" kern="100" noProof="0" dirty="0">
                <a:solidFill>
                  <a:schemeClr val="accent1"/>
                </a:solidFill>
                <a:cs typeface="GT Walsheim LC Bold" pitchFamily="2" charset="0"/>
              </a:rPr>
              <a:t>Imunidade Contábil</a:t>
            </a:r>
            <a:br>
              <a:rPr lang="pt-BR" sz="1200" kern="100" noProof="0" dirty="0">
                <a:solidFill>
                  <a:schemeClr val="accent1"/>
                </a:solidFill>
                <a:cs typeface="GT Walsheim LC Bold" pitchFamily="2" charset="0"/>
              </a:rPr>
            </a:br>
            <a:r>
              <a:rPr lang="pt-BR" sz="1200" kern="100" noProof="0" dirty="0">
                <a:solidFill>
                  <a:schemeClr val="accent1"/>
                </a:solidFill>
                <a:effectLst/>
                <a:ea typeface="Aptos" panose="020B0004020202020204" pitchFamily="34" charset="0"/>
                <a:cs typeface="GT Walsheim LC" pitchFamily="2" charset="0"/>
              </a:rPr>
              <a:t>Ao analisar a margem operacional, o MLT neutraliza assimetrias contábeis na classificação entre Custo da Mercadoria Vendida (CMV) e Despesas Operacionais (OPEX), comum entre empresas independentes, que distorcem métodos de margem bruta.</a:t>
            </a:r>
          </a:p>
        </p:txBody>
      </p:sp>
      <p:sp>
        <p:nvSpPr>
          <p:cNvPr id="20" name="Freeform 39">
            <a:extLst>
              <a:ext uri="{FF2B5EF4-FFF2-40B4-BE49-F238E27FC236}">
                <a16:creationId xmlns:a16="http://schemas.microsoft.com/office/drawing/2014/main" id="{E6BF7C39-A51B-FA22-5B6D-51EF93CF7937}"/>
              </a:ext>
            </a:extLst>
          </p:cNvPr>
          <p:cNvSpPr/>
          <p:nvPr/>
        </p:nvSpPr>
        <p:spPr>
          <a:xfrm>
            <a:off x="1535157" y="2539280"/>
            <a:ext cx="414349" cy="415071"/>
          </a:xfrm>
          <a:custGeom>
            <a:avLst/>
            <a:gdLst>
              <a:gd name="connsiteX0" fmla="*/ 215680 w 739000"/>
              <a:gd name="connsiteY0" fmla="*/ 425939 h 740289"/>
              <a:gd name="connsiteX1" fmla="*/ 200037 w 739000"/>
              <a:gd name="connsiteY1" fmla="*/ 427364 h 740289"/>
              <a:gd name="connsiteX2" fmla="*/ 203356 w 739000"/>
              <a:gd name="connsiteY2" fmla="*/ 430688 h 740289"/>
              <a:gd name="connsiteX3" fmla="*/ 204067 w 739000"/>
              <a:gd name="connsiteY3" fmla="*/ 431400 h 740289"/>
              <a:gd name="connsiteX4" fmla="*/ 302663 w 739000"/>
              <a:gd name="connsiteY4" fmla="*/ 530643 h 740289"/>
              <a:gd name="connsiteX5" fmla="*/ 451506 w 739000"/>
              <a:gd name="connsiteY5" fmla="*/ 530643 h 740289"/>
              <a:gd name="connsiteX6" fmla="*/ 461698 w 739000"/>
              <a:gd name="connsiteY6" fmla="*/ 536342 h 740289"/>
              <a:gd name="connsiteX7" fmla="*/ 485162 w 739000"/>
              <a:gd name="connsiteY7" fmla="*/ 559847 h 740289"/>
              <a:gd name="connsiteX8" fmla="*/ 540859 w 739000"/>
              <a:gd name="connsiteY8" fmla="*/ 511175 h 740289"/>
              <a:gd name="connsiteX9" fmla="*/ 480896 w 739000"/>
              <a:gd name="connsiteY9" fmla="*/ 451581 h 740289"/>
              <a:gd name="connsiteX10" fmla="*/ 295553 w 739000"/>
              <a:gd name="connsiteY10" fmla="*/ 451581 h 740289"/>
              <a:gd name="connsiteX11" fmla="*/ 323283 w 739000"/>
              <a:gd name="connsiteY11" fmla="*/ 479360 h 740289"/>
              <a:gd name="connsiteX12" fmla="*/ 423539 w 739000"/>
              <a:gd name="connsiteY12" fmla="*/ 479360 h 740289"/>
              <a:gd name="connsiteX13" fmla="*/ 435389 w 739000"/>
              <a:gd name="connsiteY13" fmla="*/ 491231 h 740289"/>
              <a:gd name="connsiteX14" fmla="*/ 423539 w 739000"/>
              <a:gd name="connsiteY14" fmla="*/ 503102 h 740289"/>
              <a:gd name="connsiteX15" fmla="*/ 318543 w 739000"/>
              <a:gd name="connsiteY15" fmla="*/ 503102 h 740289"/>
              <a:gd name="connsiteX16" fmla="*/ 316173 w 739000"/>
              <a:gd name="connsiteY16" fmla="*/ 502865 h 740289"/>
              <a:gd name="connsiteX17" fmla="*/ 315225 w 739000"/>
              <a:gd name="connsiteY17" fmla="*/ 502627 h 740289"/>
              <a:gd name="connsiteX18" fmla="*/ 314040 w 739000"/>
              <a:gd name="connsiteY18" fmla="*/ 502153 h 740289"/>
              <a:gd name="connsiteX19" fmla="*/ 312855 w 739000"/>
              <a:gd name="connsiteY19" fmla="*/ 501440 h 740289"/>
              <a:gd name="connsiteX20" fmla="*/ 311907 w 739000"/>
              <a:gd name="connsiteY20" fmla="*/ 500965 h 740289"/>
              <a:gd name="connsiteX21" fmla="*/ 310011 w 739000"/>
              <a:gd name="connsiteY21" fmla="*/ 499541 h 740289"/>
              <a:gd name="connsiteX22" fmla="*/ 258579 w 739000"/>
              <a:gd name="connsiteY22" fmla="*/ 448020 h 740289"/>
              <a:gd name="connsiteX23" fmla="*/ 258342 w 739000"/>
              <a:gd name="connsiteY23" fmla="*/ 447782 h 740289"/>
              <a:gd name="connsiteX24" fmla="*/ 215680 w 739000"/>
              <a:gd name="connsiteY24" fmla="*/ 425939 h 740289"/>
              <a:gd name="connsiteX25" fmla="*/ 215680 w 739000"/>
              <a:gd name="connsiteY25" fmla="*/ 402197 h 740289"/>
              <a:gd name="connsiteX26" fmla="*/ 271852 w 739000"/>
              <a:gd name="connsiteY26" fmla="*/ 427839 h 740289"/>
              <a:gd name="connsiteX27" fmla="*/ 485873 w 739000"/>
              <a:gd name="connsiteY27" fmla="*/ 427839 h 740289"/>
              <a:gd name="connsiteX28" fmla="*/ 494168 w 739000"/>
              <a:gd name="connsiteY28" fmla="*/ 431163 h 740289"/>
              <a:gd name="connsiteX29" fmla="*/ 564797 w 739000"/>
              <a:gd name="connsiteY29" fmla="*/ 501440 h 740289"/>
              <a:gd name="connsiteX30" fmla="*/ 565746 w 739000"/>
              <a:gd name="connsiteY30" fmla="*/ 517585 h 740289"/>
              <a:gd name="connsiteX31" fmla="*/ 565983 w 739000"/>
              <a:gd name="connsiteY31" fmla="*/ 517823 h 740289"/>
              <a:gd name="connsiteX32" fmla="*/ 488954 w 739000"/>
              <a:gd name="connsiteY32" fmla="*/ 585251 h 740289"/>
              <a:gd name="connsiteX33" fmla="*/ 483266 w 739000"/>
              <a:gd name="connsiteY33" fmla="*/ 586913 h 740289"/>
              <a:gd name="connsiteX34" fmla="*/ 474970 w 739000"/>
              <a:gd name="connsiteY34" fmla="*/ 583352 h 740289"/>
              <a:gd name="connsiteX35" fmla="*/ 446292 w 739000"/>
              <a:gd name="connsiteY35" fmla="*/ 554623 h 740289"/>
              <a:gd name="connsiteX36" fmla="*/ 297686 w 739000"/>
              <a:gd name="connsiteY36" fmla="*/ 554623 h 740289"/>
              <a:gd name="connsiteX37" fmla="*/ 289391 w 739000"/>
              <a:gd name="connsiteY37" fmla="*/ 551062 h 740289"/>
              <a:gd name="connsiteX38" fmla="*/ 187713 w 739000"/>
              <a:gd name="connsiteY38" fmla="*/ 448495 h 740289"/>
              <a:gd name="connsiteX39" fmla="*/ 175625 w 739000"/>
              <a:gd name="connsiteY39" fmla="*/ 418579 h 740289"/>
              <a:gd name="connsiteX40" fmla="*/ 215680 w 739000"/>
              <a:gd name="connsiteY40" fmla="*/ 402197 h 740289"/>
              <a:gd name="connsiteX41" fmla="*/ 436337 w 739000"/>
              <a:gd name="connsiteY41" fmla="*/ 299867 h 740289"/>
              <a:gd name="connsiteX42" fmla="*/ 412162 w 739000"/>
              <a:gd name="connsiteY42" fmla="*/ 324085 h 740289"/>
              <a:gd name="connsiteX43" fmla="*/ 436337 w 739000"/>
              <a:gd name="connsiteY43" fmla="*/ 348302 h 740289"/>
              <a:gd name="connsiteX44" fmla="*/ 460512 w 739000"/>
              <a:gd name="connsiteY44" fmla="*/ 324085 h 740289"/>
              <a:gd name="connsiteX45" fmla="*/ 436337 w 739000"/>
              <a:gd name="connsiteY45" fmla="*/ 299867 h 740289"/>
              <a:gd name="connsiteX46" fmla="*/ 436337 w 739000"/>
              <a:gd name="connsiteY46" fmla="*/ 276125 h 740289"/>
              <a:gd name="connsiteX47" fmla="*/ 484213 w 739000"/>
              <a:gd name="connsiteY47" fmla="*/ 324085 h 740289"/>
              <a:gd name="connsiteX48" fmla="*/ 436337 w 739000"/>
              <a:gd name="connsiteY48" fmla="*/ 372044 h 740289"/>
              <a:gd name="connsiteX49" fmla="*/ 388461 w 739000"/>
              <a:gd name="connsiteY49" fmla="*/ 324085 h 740289"/>
              <a:gd name="connsiteX50" fmla="*/ 436337 w 739000"/>
              <a:gd name="connsiteY50" fmla="*/ 276125 h 740289"/>
              <a:gd name="connsiteX51" fmla="*/ 302900 w 739000"/>
              <a:gd name="connsiteY51" fmla="*/ 176407 h 740289"/>
              <a:gd name="connsiteX52" fmla="*/ 278725 w 739000"/>
              <a:gd name="connsiteY52" fmla="*/ 200624 h 740289"/>
              <a:gd name="connsiteX53" fmla="*/ 302900 w 739000"/>
              <a:gd name="connsiteY53" fmla="*/ 224841 h 740289"/>
              <a:gd name="connsiteX54" fmla="*/ 327075 w 739000"/>
              <a:gd name="connsiteY54" fmla="*/ 200624 h 740289"/>
              <a:gd name="connsiteX55" fmla="*/ 302900 w 739000"/>
              <a:gd name="connsiteY55" fmla="*/ 176407 h 740289"/>
              <a:gd name="connsiteX56" fmla="*/ 447240 w 739000"/>
              <a:gd name="connsiteY56" fmla="*/ 160024 h 740289"/>
              <a:gd name="connsiteX57" fmla="*/ 449373 w 739000"/>
              <a:gd name="connsiteY57" fmla="*/ 176644 h 740289"/>
              <a:gd name="connsiteX58" fmla="*/ 308588 w 739000"/>
              <a:gd name="connsiteY58" fmla="*/ 361835 h 740289"/>
              <a:gd name="connsiteX59" fmla="*/ 299108 w 739000"/>
              <a:gd name="connsiteY59" fmla="*/ 366583 h 740289"/>
              <a:gd name="connsiteX60" fmla="*/ 291998 w 739000"/>
              <a:gd name="connsiteY60" fmla="*/ 364209 h 740289"/>
              <a:gd name="connsiteX61" fmla="*/ 289865 w 739000"/>
              <a:gd name="connsiteY61" fmla="*/ 347352 h 740289"/>
              <a:gd name="connsiteX62" fmla="*/ 430649 w 739000"/>
              <a:gd name="connsiteY62" fmla="*/ 162161 h 740289"/>
              <a:gd name="connsiteX63" fmla="*/ 447240 w 739000"/>
              <a:gd name="connsiteY63" fmla="*/ 160024 h 740289"/>
              <a:gd name="connsiteX64" fmla="*/ 302900 w 739000"/>
              <a:gd name="connsiteY64" fmla="*/ 152427 h 740289"/>
              <a:gd name="connsiteX65" fmla="*/ 350776 w 739000"/>
              <a:gd name="connsiteY65" fmla="*/ 200387 h 740289"/>
              <a:gd name="connsiteX66" fmla="*/ 302900 w 739000"/>
              <a:gd name="connsiteY66" fmla="*/ 248346 h 740289"/>
              <a:gd name="connsiteX67" fmla="*/ 255024 w 739000"/>
              <a:gd name="connsiteY67" fmla="*/ 200387 h 740289"/>
              <a:gd name="connsiteX68" fmla="*/ 302900 w 739000"/>
              <a:gd name="connsiteY68" fmla="*/ 152427 h 740289"/>
              <a:gd name="connsiteX69" fmla="*/ 369500 w 739000"/>
              <a:gd name="connsiteY69" fmla="*/ 23742 h 740289"/>
              <a:gd name="connsiteX70" fmla="*/ 124905 w 739000"/>
              <a:gd name="connsiteY70" fmla="*/ 125123 h 740289"/>
              <a:gd name="connsiteX71" fmla="*/ 23701 w 739000"/>
              <a:gd name="connsiteY71" fmla="*/ 370144 h 740289"/>
              <a:gd name="connsiteX72" fmla="*/ 124905 w 739000"/>
              <a:gd name="connsiteY72" fmla="*/ 615166 h 740289"/>
              <a:gd name="connsiteX73" fmla="*/ 369500 w 739000"/>
              <a:gd name="connsiteY73" fmla="*/ 716546 h 740289"/>
              <a:gd name="connsiteX74" fmla="*/ 614096 w 739000"/>
              <a:gd name="connsiteY74" fmla="*/ 615166 h 740289"/>
              <a:gd name="connsiteX75" fmla="*/ 715299 w 739000"/>
              <a:gd name="connsiteY75" fmla="*/ 370144 h 740289"/>
              <a:gd name="connsiteX76" fmla="*/ 614096 w 739000"/>
              <a:gd name="connsiteY76" fmla="*/ 125123 h 740289"/>
              <a:gd name="connsiteX77" fmla="*/ 369500 w 739000"/>
              <a:gd name="connsiteY77" fmla="*/ 23742 h 740289"/>
              <a:gd name="connsiteX78" fmla="*/ 369500 w 739000"/>
              <a:gd name="connsiteY78" fmla="*/ 0 h 740289"/>
              <a:gd name="connsiteX79" fmla="*/ 739000 w 739000"/>
              <a:gd name="connsiteY79" fmla="*/ 370144 h 740289"/>
              <a:gd name="connsiteX80" fmla="*/ 369500 w 739000"/>
              <a:gd name="connsiteY80" fmla="*/ 740289 h 740289"/>
              <a:gd name="connsiteX81" fmla="*/ 0 w 739000"/>
              <a:gd name="connsiteY81" fmla="*/ 370144 h 740289"/>
              <a:gd name="connsiteX82" fmla="*/ 369500 w 739000"/>
              <a:gd name="connsiteY82" fmla="*/ 0 h 740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39000" h="740289">
                <a:moveTo>
                  <a:pt x="215680" y="425939"/>
                </a:moveTo>
                <a:cubicBezTo>
                  <a:pt x="207622" y="425939"/>
                  <a:pt x="202882" y="426652"/>
                  <a:pt x="200037" y="427364"/>
                </a:cubicBezTo>
                <a:cubicBezTo>
                  <a:pt x="200986" y="428551"/>
                  <a:pt x="202171" y="429738"/>
                  <a:pt x="203356" y="430688"/>
                </a:cubicBezTo>
                <a:cubicBezTo>
                  <a:pt x="203593" y="430925"/>
                  <a:pt x="203830" y="431163"/>
                  <a:pt x="204067" y="431400"/>
                </a:cubicBezTo>
                <a:lnTo>
                  <a:pt x="302663" y="530643"/>
                </a:lnTo>
                <a:lnTo>
                  <a:pt x="451506" y="530643"/>
                </a:lnTo>
                <a:cubicBezTo>
                  <a:pt x="456009" y="530643"/>
                  <a:pt x="459565" y="533018"/>
                  <a:pt x="461698" y="536342"/>
                </a:cubicBezTo>
                <a:lnTo>
                  <a:pt x="485162" y="559847"/>
                </a:lnTo>
                <a:cubicBezTo>
                  <a:pt x="506256" y="546788"/>
                  <a:pt x="525217" y="530169"/>
                  <a:pt x="540859" y="511175"/>
                </a:cubicBezTo>
                <a:lnTo>
                  <a:pt x="480896" y="451581"/>
                </a:lnTo>
                <a:lnTo>
                  <a:pt x="295553" y="451581"/>
                </a:lnTo>
                <a:lnTo>
                  <a:pt x="323283" y="479360"/>
                </a:lnTo>
                <a:lnTo>
                  <a:pt x="423539" y="479360"/>
                </a:lnTo>
                <a:cubicBezTo>
                  <a:pt x="430175" y="479360"/>
                  <a:pt x="435389" y="484583"/>
                  <a:pt x="435389" y="491231"/>
                </a:cubicBezTo>
                <a:cubicBezTo>
                  <a:pt x="435389" y="497879"/>
                  <a:pt x="430175" y="503102"/>
                  <a:pt x="423539" y="503102"/>
                </a:cubicBezTo>
                <a:lnTo>
                  <a:pt x="318543" y="503102"/>
                </a:lnTo>
                <a:cubicBezTo>
                  <a:pt x="317832" y="503102"/>
                  <a:pt x="316884" y="503102"/>
                  <a:pt x="316173" y="502865"/>
                </a:cubicBezTo>
                <a:cubicBezTo>
                  <a:pt x="315936" y="502865"/>
                  <a:pt x="315462" y="502627"/>
                  <a:pt x="315225" y="502627"/>
                </a:cubicBezTo>
                <a:cubicBezTo>
                  <a:pt x="314751" y="502390"/>
                  <a:pt x="314514" y="502390"/>
                  <a:pt x="314040" y="502153"/>
                </a:cubicBezTo>
                <a:cubicBezTo>
                  <a:pt x="313566" y="501915"/>
                  <a:pt x="313329" y="501678"/>
                  <a:pt x="312855" y="501440"/>
                </a:cubicBezTo>
                <a:cubicBezTo>
                  <a:pt x="312381" y="501203"/>
                  <a:pt x="312144" y="501203"/>
                  <a:pt x="311907" y="500965"/>
                </a:cubicBezTo>
                <a:cubicBezTo>
                  <a:pt x="311196" y="500491"/>
                  <a:pt x="310485" y="500016"/>
                  <a:pt x="310011" y="499541"/>
                </a:cubicBezTo>
                <a:lnTo>
                  <a:pt x="258579" y="448020"/>
                </a:lnTo>
                <a:cubicBezTo>
                  <a:pt x="258579" y="448020"/>
                  <a:pt x="258342" y="447782"/>
                  <a:pt x="258342" y="447782"/>
                </a:cubicBezTo>
                <a:cubicBezTo>
                  <a:pt x="258105" y="447545"/>
                  <a:pt x="237722" y="425939"/>
                  <a:pt x="215680" y="425939"/>
                </a:cubicBezTo>
                <a:close/>
                <a:moveTo>
                  <a:pt x="215680" y="402197"/>
                </a:moveTo>
                <a:cubicBezTo>
                  <a:pt x="241277" y="402197"/>
                  <a:pt x="263319" y="419766"/>
                  <a:pt x="271852" y="427839"/>
                </a:cubicBezTo>
                <a:lnTo>
                  <a:pt x="485873" y="427839"/>
                </a:lnTo>
                <a:cubicBezTo>
                  <a:pt x="488954" y="427839"/>
                  <a:pt x="492035" y="429026"/>
                  <a:pt x="494168" y="431163"/>
                </a:cubicBezTo>
                <a:lnTo>
                  <a:pt x="564797" y="501440"/>
                </a:lnTo>
                <a:cubicBezTo>
                  <a:pt x="569301" y="505714"/>
                  <a:pt x="569538" y="512599"/>
                  <a:pt x="565746" y="517585"/>
                </a:cubicBezTo>
                <a:lnTo>
                  <a:pt x="565983" y="517823"/>
                </a:lnTo>
                <a:cubicBezTo>
                  <a:pt x="545363" y="545364"/>
                  <a:pt x="518817" y="568631"/>
                  <a:pt x="488954" y="585251"/>
                </a:cubicBezTo>
                <a:cubicBezTo>
                  <a:pt x="487295" y="586438"/>
                  <a:pt x="485162" y="586913"/>
                  <a:pt x="483266" y="586913"/>
                </a:cubicBezTo>
                <a:cubicBezTo>
                  <a:pt x="480422" y="586913"/>
                  <a:pt x="477340" y="585726"/>
                  <a:pt x="474970" y="583352"/>
                </a:cubicBezTo>
                <a:lnTo>
                  <a:pt x="446292" y="554623"/>
                </a:lnTo>
                <a:lnTo>
                  <a:pt x="297686" y="554623"/>
                </a:lnTo>
                <a:cubicBezTo>
                  <a:pt x="294605" y="554623"/>
                  <a:pt x="291524" y="553199"/>
                  <a:pt x="289391" y="551062"/>
                </a:cubicBezTo>
                <a:lnTo>
                  <a:pt x="187713" y="448495"/>
                </a:lnTo>
                <a:cubicBezTo>
                  <a:pt x="183921" y="445171"/>
                  <a:pt x="170648" y="432587"/>
                  <a:pt x="175625" y="418579"/>
                </a:cubicBezTo>
                <a:cubicBezTo>
                  <a:pt x="180840" y="403859"/>
                  <a:pt x="200986" y="402197"/>
                  <a:pt x="215680" y="402197"/>
                </a:cubicBezTo>
                <a:close/>
                <a:moveTo>
                  <a:pt x="436337" y="299867"/>
                </a:moveTo>
                <a:cubicBezTo>
                  <a:pt x="423065" y="299867"/>
                  <a:pt x="412162" y="310789"/>
                  <a:pt x="412162" y="324085"/>
                </a:cubicBezTo>
                <a:cubicBezTo>
                  <a:pt x="412162" y="337380"/>
                  <a:pt x="423065" y="348302"/>
                  <a:pt x="436337" y="348302"/>
                </a:cubicBezTo>
                <a:cubicBezTo>
                  <a:pt x="449610" y="348302"/>
                  <a:pt x="460512" y="337380"/>
                  <a:pt x="460512" y="324085"/>
                </a:cubicBezTo>
                <a:cubicBezTo>
                  <a:pt x="460512" y="310789"/>
                  <a:pt x="449610" y="299867"/>
                  <a:pt x="436337" y="299867"/>
                </a:cubicBezTo>
                <a:close/>
                <a:moveTo>
                  <a:pt x="436337" y="276125"/>
                </a:moveTo>
                <a:cubicBezTo>
                  <a:pt x="462882" y="276125"/>
                  <a:pt x="484213" y="297731"/>
                  <a:pt x="484213" y="324085"/>
                </a:cubicBezTo>
                <a:cubicBezTo>
                  <a:pt x="484213" y="350676"/>
                  <a:pt x="462645" y="372044"/>
                  <a:pt x="436337" y="372044"/>
                </a:cubicBezTo>
                <a:cubicBezTo>
                  <a:pt x="409792" y="372044"/>
                  <a:pt x="388461" y="350439"/>
                  <a:pt x="388461" y="324085"/>
                </a:cubicBezTo>
                <a:cubicBezTo>
                  <a:pt x="388461" y="297493"/>
                  <a:pt x="410029" y="276125"/>
                  <a:pt x="436337" y="276125"/>
                </a:cubicBezTo>
                <a:close/>
                <a:moveTo>
                  <a:pt x="302900" y="176407"/>
                </a:moveTo>
                <a:cubicBezTo>
                  <a:pt x="289628" y="176407"/>
                  <a:pt x="278725" y="187328"/>
                  <a:pt x="278725" y="200624"/>
                </a:cubicBezTo>
                <a:cubicBezTo>
                  <a:pt x="278725" y="213920"/>
                  <a:pt x="289628" y="224841"/>
                  <a:pt x="302900" y="224841"/>
                </a:cubicBezTo>
                <a:cubicBezTo>
                  <a:pt x="316173" y="224841"/>
                  <a:pt x="327075" y="213920"/>
                  <a:pt x="327075" y="200624"/>
                </a:cubicBezTo>
                <a:cubicBezTo>
                  <a:pt x="327075" y="187328"/>
                  <a:pt x="316173" y="176407"/>
                  <a:pt x="302900" y="176407"/>
                </a:cubicBezTo>
                <a:close/>
                <a:moveTo>
                  <a:pt x="447240" y="160024"/>
                </a:moveTo>
                <a:cubicBezTo>
                  <a:pt x="452217" y="164060"/>
                  <a:pt x="453402" y="171420"/>
                  <a:pt x="449373" y="176644"/>
                </a:cubicBezTo>
                <a:lnTo>
                  <a:pt x="308588" y="361835"/>
                </a:lnTo>
                <a:cubicBezTo>
                  <a:pt x="306218" y="364921"/>
                  <a:pt x="302663" y="366583"/>
                  <a:pt x="299108" y="366583"/>
                </a:cubicBezTo>
                <a:cubicBezTo>
                  <a:pt x="296738" y="366583"/>
                  <a:pt x="294131" y="365871"/>
                  <a:pt x="291998" y="364209"/>
                </a:cubicBezTo>
                <a:cubicBezTo>
                  <a:pt x="286783" y="360410"/>
                  <a:pt x="285835" y="352812"/>
                  <a:pt x="289865" y="347352"/>
                </a:cubicBezTo>
                <a:lnTo>
                  <a:pt x="430649" y="162161"/>
                </a:lnTo>
                <a:cubicBezTo>
                  <a:pt x="434678" y="156937"/>
                  <a:pt x="442026" y="155988"/>
                  <a:pt x="447240" y="160024"/>
                </a:cubicBezTo>
                <a:close/>
                <a:moveTo>
                  <a:pt x="302900" y="152427"/>
                </a:moveTo>
                <a:cubicBezTo>
                  <a:pt x="329445" y="152427"/>
                  <a:pt x="350776" y="173795"/>
                  <a:pt x="350776" y="200387"/>
                </a:cubicBezTo>
                <a:cubicBezTo>
                  <a:pt x="350776" y="226978"/>
                  <a:pt x="329208" y="248346"/>
                  <a:pt x="302900" y="248346"/>
                </a:cubicBezTo>
                <a:cubicBezTo>
                  <a:pt x="276592" y="248346"/>
                  <a:pt x="255024" y="226978"/>
                  <a:pt x="255024" y="200387"/>
                </a:cubicBezTo>
                <a:cubicBezTo>
                  <a:pt x="255024" y="173795"/>
                  <a:pt x="276592" y="152427"/>
                  <a:pt x="302900" y="152427"/>
                </a:cubicBezTo>
                <a:close/>
                <a:moveTo>
                  <a:pt x="369500" y="23742"/>
                </a:moveTo>
                <a:cubicBezTo>
                  <a:pt x="277066" y="23742"/>
                  <a:pt x="190320" y="59593"/>
                  <a:pt x="124905" y="125123"/>
                </a:cubicBezTo>
                <a:cubicBezTo>
                  <a:pt x="59727" y="190652"/>
                  <a:pt x="23701" y="277549"/>
                  <a:pt x="23701" y="370144"/>
                </a:cubicBezTo>
                <a:cubicBezTo>
                  <a:pt x="23701" y="462740"/>
                  <a:pt x="59490" y="549637"/>
                  <a:pt x="124905" y="615166"/>
                </a:cubicBezTo>
                <a:cubicBezTo>
                  <a:pt x="190320" y="680458"/>
                  <a:pt x="277066" y="716546"/>
                  <a:pt x="369500" y="716546"/>
                </a:cubicBezTo>
                <a:cubicBezTo>
                  <a:pt x="461935" y="716546"/>
                  <a:pt x="548681" y="680695"/>
                  <a:pt x="614096" y="615166"/>
                </a:cubicBezTo>
                <a:cubicBezTo>
                  <a:pt x="679511" y="549874"/>
                  <a:pt x="715299" y="462740"/>
                  <a:pt x="715299" y="370144"/>
                </a:cubicBezTo>
                <a:cubicBezTo>
                  <a:pt x="715299" y="277549"/>
                  <a:pt x="679511" y="190652"/>
                  <a:pt x="614096" y="125123"/>
                </a:cubicBezTo>
                <a:cubicBezTo>
                  <a:pt x="548681" y="59831"/>
                  <a:pt x="461935" y="23742"/>
                  <a:pt x="369500" y="23742"/>
                </a:cubicBezTo>
                <a:close/>
                <a:moveTo>
                  <a:pt x="369500" y="0"/>
                </a:moveTo>
                <a:cubicBezTo>
                  <a:pt x="573567" y="0"/>
                  <a:pt x="739000" y="165722"/>
                  <a:pt x="739000" y="370144"/>
                </a:cubicBezTo>
                <a:cubicBezTo>
                  <a:pt x="739000" y="574567"/>
                  <a:pt x="573567" y="740289"/>
                  <a:pt x="369500" y="740289"/>
                </a:cubicBezTo>
                <a:cubicBezTo>
                  <a:pt x="165434" y="740289"/>
                  <a:pt x="0" y="574567"/>
                  <a:pt x="0" y="370144"/>
                </a:cubicBezTo>
                <a:cubicBezTo>
                  <a:pt x="0" y="165722"/>
                  <a:pt x="165434" y="0"/>
                  <a:pt x="369500" y="0"/>
                </a:cubicBezTo>
                <a:close/>
              </a:path>
            </a:pathLst>
          </a:custGeom>
          <a:noFill/>
          <a:ln w="2360" cap="flat">
            <a:noFill/>
            <a:prstDash val="solid"/>
            <a:miter/>
          </a:ln>
        </p:spPr>
        <p:txBody>
          <a:bodyPr wrap="square" rtlCol="0" anchor="ctr">
            <a:noAutofit/>
          </a:bodyPr>
          <a:lstStyle/>
          <a:p>
            <a:endParaRPr lang="pt-BR" noProof="0" dirty="0">
              <a:latin typeface="Arial"/>
              <a:cs typeface="Arial"/>
            </a:endParaRPr>
          </a:p>
        </p:txBody>
      </p:sp>
      <p:pic>
        <p:nvPicPr>
          <p:cNvPr id="5" name="Image 0" descr="preencoded.png">
            <a:extLst>
              <a:ext uri="{FF2B5EF4-FFF2-40B4-BE49-F238E27FC236}">
                <a16:creationId xmlns:a16="http://schemas.microsoft.com/office/drawing/2014/main" id="{0D9CF42B-4866-94CA-1C52-C4B68BFA3C3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00763" y="1991318"/>
            <a:ext cx="295748" cy="295746"/>
          </a:xfrm>
          <a:prstGeom prst="rect">
            <a:avLst/>
          </a:prstGeom>
        </p:spPr>
      </p:pic>
      <p:pic>
        <p:nvPicPr>
          <p:cNvPr id="3" name="Imagem 2">
            <a:extLst>
              <a:ext uri="{FF2B5EF4-FFF2-40B4-BE49-F238E27FC236}">
                <a16:creationId xmlns:a16="http://schemas.microsoft.com/office/drawing/2014/main" id="{73793532-FD48-0578-C039-E73D3BC9A7C9}"/>
              </a:ext>
            </a:extLst>
          </p:cNvPr>
          <p:cNvPicPr>
            <a:picLocks noGrp="1" noRot="1" noChangeAspect="1" noMove="1" noResize="1" noEditPoints="1" noAdjustHandles="1" noChangeArrowheads="1" noChangeShapeType="1" noCrop="1"/>
          </p:cNvPicPr>
          <p:nvPr/>
        </p:nvPicPr>
        <p:blipFill>
          <a:blip r:embed="rId4"/>
          <a:stretch>
            <a:fillRect/>
          </a:stretch>
        </p:blipFill>
        <p:spPr>
          <a:xfrm>
            <a:off x="191372" y="6488701"/>
            <a:ext cx="6096851" cy="161948"/>
          </a:xfrm>
          <a:prstGeom prst="rect">
            <a:avLst/>
          </a:prstGeom>
        </p:spPr>
      </p:pic>
    </p:spTree>
    <p:extLst>
      <p:ext uri="{BB962C8B-B14F-4D97-AF65-F5344CB8AC3E}">
        <p14:creationId xmlns:p14="http://schemas.microsoft.com/office/powerpoint/2010/main" val="3193270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grpId="0" nodeType="withEffect" nodePh="1">
                                  <p:stCondLst>
                                    <p:cond delay="0"/>
                                  </p:stCondLst>
                                  <p:endCondLst>
                                    <p:cond evt="begin" delay="0">
                                      <p:tn val="11"/>
                                    </p:cond>
                                  </p:endCondLst>
                                  <p:childTnLst>
                                    <p:set>
                                      <p:cBhvr>
                                        <p:cTn id="12" dur="1" fill="hold">
                                          <p:stCondLst>
                                            <p:cond delay="0"/>
                                          </p:stCondLst>
                                        </p:cTn>
                                        <p:tgtEl>
                                          <p:spTgt spid="20"/>
                                        </p:tgtEl>
                                        <p:attrNameLst>
                                          <p:attrName>style.visibility</p:attrName>
                                        </p:attrNameLst>
                                      </p:cBhvr>
                                      <p:to>
                                        <p:strVal val="visible"/>
                                      </p:to>
                                    </p:set>
                                    <p:animEffect transition="in" filter="fade">
                                      <p:cBhvr>
                                        <p:cTn id="13" dur="500"/>
                                        <p:tgtEl>
                                          <p:spTgt spid="20"/>
                                        </p:tgtEl>
                                      </p:cBhvr>
                                    </p:animEffect>
                                  </p:childTnLst>
                                </p:cTn>
                              </p:par>
                              <p:par>
                                <p:cTn id="14" presetID="10" presetClass="entr" presetSubtype="0" fill="hold"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p:bldP spid="2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3B69E-1986-2368-F480-D474B92CA939}"/>
            </a:ext>
          </a:extLst>
        </p:cNvPr>
        <p:cNvGrpSpPr/>
        <p:nvPr/>
      </p:nvGrpSpPr>
      <p:grpSpPr>
        <a:xfrm>
          <a:off x="0" y="0"/>
          <a:ext cx="0" cy="0"/>
          <a:chOff x="0" y="0"/>
          <a:chExt cx="0" cy="0"/>
        </a:xfrm>
      </p:grpSpPr>
      <p:sp>
        <p:nvSpPr>
          <p:cNvPr id="13" name="Elipse 12">
            <a:extLst>
              <a:ext uri="{FF2B5EF4-FFF2-40B4-BE49-F238E27FC236}">
                <a16:creationId xmlns:a16="http://schemas.microsoft.com/office/drawing/2014/main" id="{34375004-73B2-1B76-F126-23239EF62FC1}"/>
              </a:ext>
            </a:extLst>
          </p:cNvPr>
          <p:cNvSpPr/>
          <p:nvPr/>
        </p:nvSpPr>
        <p:spPr>
          <a:xfrm>
            <a:off x="1545087" y="1947380"/>
            <a:ext cx="404419" cy="399638"/>
          </a:xfrm>
          <a:prstGeom prst="ellipse">
            <a:avLst/>
          </a:prstGeom>
          <a:noFill/>
          <a:ln w="12700" cap="flat">
            <a:solidFill>
              <a:srgbClr val="554370"/>
            </a:solidFill>
            <a:prstDash val="solid"/>
            <a:miter/>
          </a:ln>
        </p:spPr>
        <p:txBody>
          <a:bodyPr wrap="square" rtlCol="0" anchor="ctr">
            <a:noAutofit/>
          </a:bodyPr>
          <a:lstStyle/>
          <a:p>
            <a:endParaRPr lang="pt-BR" noProof="0" dirty="0">
              <a:solidFill>
                <a:schemeClr val="tx1"/>
              </a:solidFill>
              <a:latin typeface="Arial"/>
              <a:cs typeface="Arial"/>
            </a:endParaRPr>
          </a:p>
        </p:txBody>
      </p:sp>
      <p:sp>
        <p:nvSpPr>
          <p:cNvPr id="11" name="Título 1">
            <a:extLst>
              <a:ext uri="{FF2B5EF4-FFF2-40B4-BE49-F238E27FC236}">
                <a16:creationId xmlns:a16="http://schemas.microsoft.com/office/drawing/2014/main" id="{0FC2672A-3A58-D939-09D0-F999A5435197}"/>
              </a:ext>
            </a:extLst>
          </p:cNvPr>
          <p:cNvSpPr txBox="1">
            <a:spLocks/>
          </p:cNvSpPr>
          <p:nvPr/>
        </p:nvSpPr>
        <p:spPr>
          <a:xfrm>
            <a:off x="554474" y="551382"/>
            <a:ext cx="5370648" cy="305131"/>
          </a:xfrm>
          <a:prstGeom prst="rect">
            <a:avLst/>
          </a:prstGeom>
        </p:spPr>
        <p:txBody>
          <a:bodyPr vert="horz" wrap="square" lIns="0" tIns="0" rIns="0" bIns="0" rtlCol="0" anchor="t" anchorCtr="0">
            <a:noAutofit/>
          </a:bodyPr>
          <a:lstStyle>
            <a:lvl1pPr algn="l" defTabSz="736656" rtl="0" eaLnBrk="1" latinLnBrk="0" hangingPunct="1">
              <a:lnSpc>
                <a:spcPct val="85000"/>
              </a:lnSpc>
              <a:spcBef>
                <a:spcPct val="0"/>
              </a:spcBef>
              <a:buNone/>
              <a:defRPr sz="3000" b="1" kern="1200">
                <a:solidFill>
                  <a:schemeClr val="accent1"/>
                </a:solidFill>
                <a:latin typeface="+mj-lt"/>
                <a:ea typeface="+mj-ea"/>
                <a:cs typeface="+mj-cs"/>
              </a:defRPr>
            </a:lvl1pPr>
          </a:lstStyle>
          <a:p>
            <a:pPr marL="0" marR="0" lvl="0" indent="0" algn="l" defTabSz="736656" rtl="0" eaLnBrk="1" fontAlgn="auto" latinLnBrk="0" hangingPunct="1">
              <a:lnSpc>
                <a:spcPct val="85000"/>
              </a:lnSpc>
              <a:spcBef>
                <a:spcPct val="0"/>
              </a:spcBef>
              <a:spcAft>
                <a:spcPts val="0"/>
              </a:spcAft>
              <a:buClrTx/>
              <a:buSzTx/>
              <a:buFontTx/>
              <a:buNone/>
              <a:tabLst/>
              <a:defRPr/>
            </a:pPr>
            <a:r>
              <a:rPr kumimoji="0" lang="pt-BR" sz="3600" b="0" i="0" u="none" strike="noStrike" kern="1200" cap="none" spc="-50" normalizeH="0" noProof="0" dirty="0">
                <a:ln>
                  <a:noFill/>
                </a:ln>
                <a:effectLst/>
                <a:uLnTx/>
                <a:uFillTx/>
                <a:latin typeface="GT Walsheim LC Bold" pitchFamily="2" charset="0"/>
                <a:cs typeface="GT Walsheim LC Bold" pitchFamily="2" charset="0"/>
              </a:rPr>
              <a:t>A Adoção do MLT</a:t>
            </a:r>
          </a:p>
        </p:txBody>
      </p:sp>
      <p:sp>
        <p:nvSpPr>
          <p:cNvPr id="17" name="CaixaDeTexto 16">
            <a:extLst>
              <a:ext uri="{FF2B5EF4-FFF2-40B4-BE49-F238E27FC236}">
                <a16:creationId xmlns:a16="http://schemas.microsoft.com/office/drawing/2014/main" id="{B661440F-1784-9582-2ACB-E562E2497D9A}"/>
              </a:ext>
            </a:extLst>
          </p:cNvPr>
          <p:cNvSpPr txBox="1"/>
          <p:nvPr/>
        </p:nvSpPr>
        <p:spPr>
          <a:xfrm>
            <a:off x="461820" y="1018984"/>
            <a:ext cx="6096850" cy="412934"/>
          </a:xfrm>
          <a:prstGeom prst="rect">
            <a:avLst/>
          </a:prstGeom>
          <a:noFill/>
        </p:spPr>
        <p:txBody>
          <a:bodyPr wrap="square">
            <a:spAutoFit/>
          </a:bodyPr>
          <a:lstStyle/>
          <a:p>
            <a:pPr>
              <a:lnSpc>
                <a:spcPts val="2500"/>
              </a:lnSpc>
              <a:spcAft>
                <a:spcPts val="0"/>
              </a:spcAft>
              <a:defRPr/>
            </a:pPr>
            <a:r>
              <a:rPr lang="pt-BR" sz="2400" noProof="0" dirty="0">
                <a:solidFill>
                  <a:schemeClr val="accent1"/>
                </a:solidFill>
                <a:cs typeface="GT Walsheim LC" pitchFamily="2" charset="0"/>
              </a:rPr>
              <a:t>Robustez Técnica e Conformidade Legal</a:t>
            </a:r>
            <a:r>
              <a:rPr lang="pt-BR" sz="2400" b="1" noProof="0" dirty="0">
                <a:solidFill>
                  <a:schemeClr val="accent1"/>
                </a:solidFill>
                <a:cs typeface="GT Walsheim LC" pitchFamily="2" charset="0"/>
              </a:rPr>
              <a:t>.</a:t>
            </a:r>
          </a:p>
        </p:txBody>
      </p:sp>
      <p:sp>
        <p:nvSpPr>
          <p:cNvPr id="15" name="CaixaDeTexto 14">
            <a:extLst>
              <a:ext uri="{FF2B5EF4-FFF2-40B4-BE49-F238E27FC236}">
                <a16:creationId xmlns:a16="http://schemas.microsoft.com/office/drawing/2014/main" id="{5F396245-C055-B69E-4452-41D90282BBC1}"/>
              </a:ext>
            </a:extLst>
          </p:cNvPr>
          <p:cNvSpPr txBox="1"/>
          <p:nvPr/>
        </p:nvSpPr>
        <p:spPr>
          <a:xfrm>
            <a:off x="1956340" y="1838283"/>
            <a:ext cx="8632412" cy="830997"/>
          </a:xfrm>
          <a:prstGeom prst="rect">
            <a:avLst/>
          </a:prstGeom>
          <a:noFill/>
        </p:spPr>
        <p:txBody>
          <a:bodyPr wrap="square">
            <a:spAutoFit/>
          </a:bodyPr>
          <a:lstStyle/>
          <a:p>
            <a:pPr>
              <a:spcAft>
                <a:spcPts val="1000"/>
              </a:spcAft>
            </a:pPr>
            <a:r>
              <a:rPr lang="pt-BR" sz="1200" b="1" kern="100" noProof="0" dirty="0">
                <a:solidFill>
                  <a:schemeClr val="accent1"/>
                </a:solidFill>
                <a:cs typeface="GT Walsheim LC Bold" pitchFamily="2" charset="0"/>
              </a:rPr>
              <a:t>Imunidade Contábil</a:t>
            </a:r>
            <a:br>
              <a:rPr lang="pt-BR" sz="1200" kern="100" noProof="0" dirty="0">
                <a:solidFill>
                  <a:schemeClr val="accent1"/>
                </a:solidFill>
                <a:cs typeface="GT Walsheim LC Bold" pitchFamily="2" charset="0"/>
              </a:rPr>
            </a:br>
            <a:r>
              <a:rPr lang="pt-BR" sz="1200" kern="100" noProof="0" dirty="0">
                <a:solidFill>
                  <a:schemeClr val="accent1"/>
                </a:solidFill>
                <a:effectLst/>
                <a:ea typeface="Aptos" panose="020B0004020202020204" pitchFamily="34" charset="0"/>
                <a:cs typeface="GT Walsheim LC" pitchFamily="2" charset="0"/>
              </a:rPr>
              <a:t>Ao analisar a margem operacional, o MLT neutraliza assimetrias contábeis na classificação entre Custo da Mercadoria Vendida (CMV) e Despesas Operacionais (OPEX), comum entre empresas independentes, que distorcem métodos de margem bruta.</a:t>
            </a:r>
            <a:endParaRPr lang="pt-BR" sz="1200" kern="100" noProof="0" dirty="0">
              <a:solidFill>
                <a:schemeClr val="accent1"/>
              </a:solidFill>
              <a:cs typeface="GT Walsheim LC" pitchFamily="2" charset="0"/>
            </a:endParaRPr>
          </a:p>
        </p:txBody>
      </p:sp>
      <p:sp>
        <p:nvSpPr>
          <p:cNvPr id="20" name="Freeform 39">
            <a:extLst>
              <a:ext uri="{FF2B5EF4-FFF2-40B4-BE49-F238E27FC236}">
                <a16:creationId xmlns:a16="http://schemas.microsoft.com/office/drawing/2014/main" id="{B7E7B0DF-81FC-F9B7-988A-0D4E3FC91C4C}"/>
              </a:ext>
            </a:extLst>
          </p:cNvPr>
          <p:cNvSpPr/>
          <p:nvPr/>
        </p:nvSpPr>
        <p:spPr>
          <a:xfrm>
            <a:off x="1535157" y="2539280"/>
            <a:ext cx="414349" cy="415071"/>
          </a:xfrm>
          <a:custGeom>
            <a:avLst/>
            <a:gdLst>
              <a:gd name="connsiteX0" fmla="*/ 215680 w 739000"/>
              <a:gd name="connsiteY0" fmla="*/ 425939 h 740289"/>
              <a:gd name="connsiteX1" fmla="*/ 200037 w 739000"/>
              <a:gd name="connsiteY1" fmla="*/ 427364 h 740289"/>
              <a:gd name="connsiteX2" fmla="*/ 203356 w 739000"/>
              <a:gd name="connsiteY2" fmla="*/ 430688 h 740289"/>
              <a:gd name="connsiteX3" fmla="*/ 204067 w 739000"/>
              <a:gd name="connsiteY3" fmla="*/ 431400 h 740289"/>
              <a:gd name="connsiteX4" fmla="*/ 302663 w 739000"/>
              <a:gd name="connsiteY4" fmla="*/ 530643 h 740289"/>
              <a:gd name="connsiteX5" fmla="*/ 451506 w 739000"/>
              <a:gd name="connsiteY5" fmla="*/ 530643 h 740289"/>
              <a:gd name="connsiteX6" fmla="*/ 461698 w 739000"/>
              <a:gd name="connsiteY6" fmla="*/ 536342 h 740289"/>
              <a:gd name="connsiteX7" fmla="*/ 485162 w 739000"/>
              <a:gd name="connsiteY7" fmla="*/ 559847 h 740289"/>
              <a:gd name="connsiteX8" fmla="*/ 540859 w 739000"/>
              <a:gd name="connsiteY8" fmla="*/ 511175 h 740289"/>
              <a:gd name="connsiteX9" fmla="*/ 480896 w 739000"/>
              <a:gd name="connsiteY9" fmla="*/ 451581 h 740289"/>
              <a:gd name="connsiteX10" fmla="*/ 295553 w 739000"/>
              <a:gd name="connsiteY10" fmla="*/ 451581 h 740289"/>
              <a:gd name="connsiteX11" fmla="*/ 323283 w 739000"/>
              <a:gd name="connsiteY11" fmla="*/ 479360 h 740289"/>
              <a:gd name="connsiteX12" fmla="*/ 423539 w 739000"/>
              <a:gd name="connsiteY12" fmla="*/ 479360 h 740289"/>
              <a:gd name="connsiteX13" fmla="*/ 435389 w 739000"/>
              <a:gd name="connsiteY13" fmla="*/ 491231 h 740289"/>
              <a:gd name="connsiteX14" fmla="*/ 423539 w 739000"/>
              <a:gd name="connsiteY14" fmla="*/ 503102 h 740289"/>
              <a:gd name="connsiteX15" fmla="*/ 318543 w 739000"/>
              <a:gd name="connsiteY15" fmla="*/ 503102 h 740289"/>
              <a:gd name="connsiteX16" fmla="*/ 316173 w 739000"/>
              <a:gd name="connsiteY16" fmla="*/ 502865 h 740289"/>
              <a:gd name="connsiteX17" fmla="*/ 315225 w 739000"/>
              <a:gd name="connsiteY17" fmla="*/ 502627 h 740289"/>
              <a:gd name="connsiteX18" fmla="*/ 314040 w 739000"/>
              <a:gd name="connsiteY18" fmla="*/ 502153 h 740289"/>
              <a:gd name="connsiteX19" fmla="*/ 312855 w 739000"/>
              <a:gd name="connsiteY19" fmla="*/ 501440 h 740289"/>
              <a:gd name="connsiteX20" fmla="*/ 311907 w 739000"/>
              <a:gd name="connsiteY20" fmla="*/ 500965 h 740289"/>
              <a:gd name="connsiteX21" fmla="*/ 310011 w 739000"/>
              <a:gd name="connsiteY21" fmla="*/ 499541 h 740289"/>
              <a:gd name="connsiteX22" fmla="*/ 258579 w 739000"/>
              <a:gd name="connsiteY22" fmla="*/ 448020 h 740289"/>
              <a:gd name="connsiteX23" fmla="*/ 258342 w 739000"/>
              <a:gd name="connsiteY23" fmla="*/ 447782 h 740289"/>
              <a:gd name="connsiteX24" fmla="*/ 215680 w 739000"/>
              <a:gd name="connsiteY24" fmla="*/ 425939 h 740289"/>
              <a:gd name="connsiteX25" fmla="*/ 215680 w 739000"/>
              <a:gd name="connsiteY25" fmla="*/ 402197 h 740289"/>
              <a:gd name="connsiteX26" fmla="*/ 271852 w 739000"/>
              <a:gd name="connsiteY26" fmla="*/ 427839 h 740289"/>
              <a:gd name="connsiteX27" fmla="*/ 485873 w 739000"/>
              <a:gd name="connsiteY27" fmla="*/ 427839 h 740289"/>
              <a:gd name="connsiteX28" fmla="*/ 494168 w 739000"/>
              <a:gd name="connsiteY28" fmla="*/ 431163 h 740289"/>
              <a:gd name="connsiteX29" fmla="*/ 564797 w 739000"/>
              <a:gd name="connsiteY29" fmla="*/ 501440 h 740289"/>
              <a:gd name="connsiteX30" fmla="*/ 565746 w 739000"/>
              <a:gd name="connsiteY30" fmla="*/ 517585 h 740289"/>
              <a:gd name="connsiteX31" fmla="*/ 565983 w 739000"/>
              <a:gd name="connsiteY31" fmla="*/ 517823 h 740289"/>
              <a:gd name="connsiteX32" fmla="*/ 488954 w 739000"/>
              <a:gd name="connsiteY32" fmla="*/ 585251 h 740289"/>
              <a:gd name="connsiteX33" fmla="*/ 483266 w 739000"/>
              <a:gd name="connsiteY33" fmla="*/ 586913 h 740289"/>
              <a:gd name="connsiteX34" fmla="*/ 474970 w 739000"/>
              <a:gd name="connsiteY34" fmla="*/ 583352 h 740289"/>
              <a:gd name="connsiteX35" fmla="*/ 446292 w 739000"/>
              <a:gd name="connsiteY35" fmla="*/ 554623 h 740289"/>
              <a:gd name="connsiteX36" fmla="*/ 297686 w 739000"/>
              <a:gd name="connsiteY36" fmla="*/ 554623 h 740289"/>
              <a:gd name="connsiteX37" fmla="*/ 289391 w 739000"/>
              <a:gd name="connsiteY37" fmla="*/ 551062 h 740289"/>
              <a:gd name="connsiteX38" fmla="*/ 187713 w 739000"/>
              <a:gd name="connsiteY38" fmla="*/ 448495 h 740289"/>
              <a:gd name="connsiteX39" fmla="*/ 175625 w 739000"/>
              <a:gd name="connsiteY39" fmla="*/ 418579 h 740289"/>
              <a:gd name="connsiteX40" fmla="*/ 215680 w 739000"/>
              <a:gd name="connsiteY40" fmla="*/ 402197 h 740289"/>
              <a:gd name="connsiteX41" fmla="*/ 436337 w 739000"/>
              <a:gd name="connsiteY41" fmla="*/ 299867 h 740289"/>
              <a:gd name="connsiteX42" fmla="*/ 412162 w 739000"/>
              <a:gd name="connsiteY42" fmla="*/ 324085 h 740289"/>
              <a:gd name="connsiteX43" fmla="*/ 436337 w 739000"/>
              <a:gd name="connsiteY43" fmla="*/ 348302 h 740289"/>
              <a:gd name="connsiteX44" fmla="*/ 460512 w 739000"/>
              <a:gd name="connsiteY44" fmla="*/ 324085 h 740289"/>
              <a:gd name="connsiteX45" fmla="*/ 436337 w 739000"/>
              <a:gd name="connsiteY45" fmla="*/ 299867 h 740289"/>
              <a:gd name="connsiteX46" fmla="*/ 436337 w 739000"/>
              <a:gd name="connsiteY46" fmla="*/ 276125 h 740289"/>
              <a:gd name="connsiteX47" fmla="*/ 484213 w 739000"/>
              <a:gd name="connsiteY47" fmla="*/ 324085 h 740289"/>
              <a:gd name="connsiteX48" fmla="*/ 436337 w 739000"/>
              <a:gd name="connsiteY48" fmla="*/ 372044 h 740289"/>
              <a:gd name="connsiteX49" fmla="*/ 388461 w 739000"/>
              <a:gd name="connsiteY49" fmla="*/ 324085 h 740289"/>
              <a:gd name="connsiteX50" fmla="*/ 436337 w 739000"/>
              <a:gd name="connsiteY50" fmla="*/ 276125 h 740289"/>
              <a:gd name="connsiteX51" fmla="*/ 302900 w 739000"/>
              <a:gd name="connsiteY51" fmla="*/ 176407 h 740289"/>
              <a:gd name="connsiteX52" fmla="*/ 278725 w 739000"/>
              <a:gd name="connsiteY52" fmla="*/ 200624 h 740289"/>
              <a:gd name="connsiteX53" fmla="*/ 302900 w 739000"/>
              <a:gd name="connsiteY53" fmla="*/ 224841 h 740289"/>
              <a:gd name="connsiteX54" fmla="*/ 327075 w 739000"/>
              <a:gd name="connsiteY54" fmla="*/ 200624 h 740289"/>
              <a:gd name="connsiteX55" fmla="*/ 302900 w 739000"/>
              <a:gd name="connsiteY55" fmla="*/ 176407 h 740289"/>
              <a:gd name="connsiteX56" fmla="*/ 447240 w 739000"/>
              <a:gd name="connsiteY56" fmla="*/ 160024 h 740289"/>
              <a:gd name="connsiteX57" fmla="*/ 449373 w 739000"/>
              <a:gd name="connsiteY57" fmla="*/ 176644 h 740289"/>
              <a:gd name="connsiteX58" fmla="*/ 308588 w 739000"/>
              <a:gd name="connsiteY58" fmla="*/ 361835 h 740289"/>
              <a:gd name="connsiteX59" fmla="*/ 299108 w 739000"/>
              <a:gd name="connsiteY59" fmla="*/ 366583 h 740289"/>
              <a:gd name="connsiteX60" fmla="*/ 291998 w 739000"/>
              <a:gd name="connsiteY60" fmla="*/ 364209 h 740289"/>
              <a:gd name="connsiteX61" fmla="*/ 289865 w 739000"/>
              <a:gd name="connsiteY61" fmla="*/ 347352 h 740289"/>
              <a:gd name="connsiteX62" fmla="*/ 430649 w 739000"/>
              <a:gd name="connsiteY62" fmla="*/ 162161 h 740289"/>
              <a:gd name="connsiteX63" fmla="*/ 447240 w 739000"/>
              <a:gd name="connsiteY63" fmla="*/ 160024 h 740289"/>
              <a:gd name="connsiteX64" fmla="*/ 302900 w 739000"/>
              <a:gd name="connsiteY64" fmla="*/ 152427 h 740289"/>
              <a:gd name="connsiteX65" fmla="*/ 350776 w 739000"/>
              <a:gd name="connsiteY65" fmla="*/ 200387 h 740289"/>
              <a:gd name="connsiteX66" fmla="*/ 302900 w 739000"/>
              <a:gd name="connsiteY66" fmla="*/ 248346 h 740289"/>
              <a:gd name="connsiteX67" fmla="*/ 255024 w 739000"/>
              <a:gd name="connsiteY67" fmla="*/ 200387 h 740289"/>
              <a:gd name="connsiteX68" fmla="*/ 302900 w 739000"/>
              <a:gd name="connsiteY68" fmla="*/ 152427 h 740289"/>
              <a:gd name="connsiteX69" fmla="*/ 369500 w 739000"/>
              <a:gd name="connsiteY69" fmla="*/ 23742 h 740289"/>
              <a:gd name="connsiteX70" fmla="*/ 124905 w 739000"/>
              <a:gd name="connsiteY70" fmla="*/ 125123 h 740289"/>
              <a:gd name="connsiteX71" fmla="*/ 23701 w 739000"/>
              <a:gd name="connsiteY71" fmla="*/ 370144 h 740289"/>
              <a:gd name="connsiteX72" fmla="*/ 124905 w 739000"/>
              <a:gd name="connsiteY72" fmla="*/ 615166 h 740289"/>
              <a:gd name="connsiteX73" fmla="*/ 369500 w 739000"/>
              <a:gd name="connsiteY73" fmla="*/ 716546 h 740289"/>
              <a:gd name="connsiteX74" fmla="*/ 614096 w 739000"/>
              <a:gd name="connsiteY74" fmla="*/ 615166 h 740289"/>
              <a:gd name="connsiteX75" fmla="*/ 715299 w 739000"/>
              <a:gd name="connsiteY75" fmla="*/ 370144 h 740289"/>
              <a:gd name="connsiteX76" fmla="*/ 614096 w 739000"/>
              <a:gd name="connsiteY76" fmla="*/ 125123 h 740289"/>
              <a:gd name="connsiteX77" fmla="*/ 369500 w 739000"/>
              <a:gd name="connsiteY77" fmla="*/ 23742 h 740289"/>
              <a:gd name="connsiteX78" fmla="*/ 369500 w 739000"/>
              <a:gd name="connsiteY78" fmla="*/ 0 h 740289"/>
              <a:gd name="connsiteX79" fmla="*/ 739000 w 739000"/>
              <a:gd name="connsiteY79" fmla="*/ 370144 h 740289"/>
              <a:gd name="connsiteX80" fmla="*/ 369500 w 739000"/>
              <a:gd name="connsiteY80" fmla="*/ 740289 h 740289"/>
              <a:gd name="connsiteX81" fmla="*/ 0 w 739000"/>
              <a:gd name="connsiteY81" fmla="*/ 370144 h 740289"/>
              <a:gd name="connsiteX82" fmla="*/ 369500 w 739000"/>
              <a:gd name="connsiteY82" fmla="*/ 0 h 740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39000" h="740289">
                <a:moveTo>
                  <a:pt x="215680" y="425939"/>
                </a:moveTo>
                <a:cubicBezTo>
                  <a:pt x="207622" y="425939"/>
                  <a:pt x="202882" y="426652"/>
                  <a:pt x="200037" y="427364"/>
                </a:cubicBezTo>
                <a:cubicBezTo>
                  <a:pt x="200986" y="428551"/>
                  <a:pt x="202171" y="429738"/>
                  <a:pt x="203356" y="430688"/>
                </a:cubicBezTo>
                <a:cubicBezTo>
                  <a:pt x="203593" y="430925"/>
                  <a:pt x="203830" y="431163"/>
                  <a:pt x="204067" y="431400"/>
                </a:cubicBezTo>
                <a:lnTo>
                  <a:pt x="302663" y="530643"/>
                </a:lnTo>
                <a:lnTo>
                  <a:pt x="451506" y="530643"/>
                </a:lnTo>
                <a:cubicBezTo>
                  <a:pt x="456009" y="530643"/>
                  <a:pt x="459565" y="533018"/>
                  <a:pt x="461698" y="536342"/>
                </a:cubicBezTo>
                <a:lnTo>
                  <a:pt x="485162" y="559847"/>
                </a:lnTo>
                <a:cubicBezTo>
                  <a:pt x="506256" y="546788"/>
                  <a:pt x="525217" y="530169"/>
                  <a:pt x="540859" y="511175"/>
                </a:cubicBezTo>
                <a:lnTo>
                  <a:pt x="480896" y="451581"/>
                </a:lnTo>
                <a:lnTo>
                  <a:pt x="295553" y="451581"/>
                </a:lnTo>
                <a:lnTo>
                  <a:pt x="323283" y="479360"/>
                </a:lnTo>
                <a:lnTo>
                  <a:pt x="423539" y="479360"/>
                </a:lnTo>
                <a:cubicBezTo>
                  <a:pt x="430175" y="479360"/>
                  <a:pt x="435389" y="484583"/>
                  <a:pt x="435389" y="491231"/>
                </a:cubicBezTo>
                <a:cubicBezTo>
                  <a:pt x="435389" y="497879"/>
                  <a:pt x="430175" y="503102"/>
                  <a:pt x="423539" y="503102"/>
                </a:cubicBezTo>
                <a:lnTo>
                  <a:pt x="318543" y="503102"/>
                </a:lnTo>
                <a:cubicBezTo>
                  <a:pt x="317832" y="503102"/>
                  <a:pt x="316884" y="503102"/>
                  <a:pt x="316173" y="502865"/>
                </a:cubicBezTo>
                <a:cubicBezTo>
                  <a:pt x="315936" y="502865"/>
                  <a:pt x="315462" y="502627"/>
                  <a:pt x="315225" y="502627"/>
                </a:cubicBezTo>
                <a:cubicBezTo>
                  <a:pt x="314751" y="502390"/>
                  <a:pt x="314514" y="502390"/>
                  <a:pt x="314040" y="502153"/>
                </a:cubicBezTo>
                <a:cubicBezTo>
                  <a:pt x="313566" y="501915"/>
                  <a:pt x="313329" y="501678"/>
                  <a:pt x="312855" y="501440"/>
                </a:cubicBezTo>
                <a:cubicBezTo>
                  <a:pt x="312381" y="501203"/>
                  <a:pt x="312144" y="501203"/>
                  <a:pt x="311907" y="500965"/>
                </a:cubicBezTo>
                <a:cubicBezTo>
                  <a:pt x="311196" y="500491"/>
                  <a:pt x="310485" y="500016"/>
                  <a:pt x="310011" y="499541"/>
                </a:cubicBezTo>
                <a:lnTo>
                  <a:pt x="258579" y="448020"/>
                </a:lnTo>
                <a:cubicBezTo>
                  <a:pt x="258579" y="448020"/>
                  <a:pt x="258342" y="447782"/>
                  <a:pt x="258342" y="447782"/>
                </a:cubicBezTo>
                <a:cubicBezTo>
                  <a:pt x="258105" y="447545"/>
                  <a:pt x="237722" y="425939"/>
                  <a:pt x="215680" y="425939"/>
                </a:cubicBezTo>
                <a:close/>
                <a:moveTo>
                  <a:pt x="215680" y="402197"/>
                </a:moveTo>
                <a:cubicBezTo>
                  <a:pt x="241277" y="402197"/>
                  <a:pt x="263319" y="419766"/>
                  <a:pt x="271852" y="427839"/>
                </a:cubicBezTo>
                <a:lnTo>
                  <a:pt x="485873" y="427839"/>
                </a:lnTo>
                <a:cubicBezTo>
                  <a:pt x="488954" y="427839"/>
                  <a:pt x="492035" y="429026"/>
                  <a:pt x="494168" y="431163"/>
                </a:cubicBezTo>
                <a:lnTo>
                  <a:pt x="564797" y="501440"/>
                </a:lnTo>
                <a:cubicBezTo>
                  <a:pt x="569301" y="505714"/>
                  <a:pt x="569538" y="512599"/>
                  <a:pt x="565746" y="517585"/>
                </a:cubicBezTo>
                <a:lnTo>
                  <a:pt x="565983" y="517823"/>
                </a:lnTo>
                <a:cubicBezTo>
                  <a:pt x="545363" y="545364"/>
                  <a:pt x="518817" y="568631"/>
                  <a:pt x="488954" y="585251"/>
                </a:cubicBezTo>
                <a:cubicBezTo>
                  <a:pt x="487295" y="586438"/>
                  <a:pt x="485162" y="586913"/>
                  <a:pt x="483266" y="586913"/>
                </a:cubicBezTo>
                <a:cubicBezTo>
                  <a:pt x="480422" y="586913"/>
                  <a:pt x="477340" y="585726"/>
                  <a:pt x="474970" y="583352"/>
                </a:cubicBezTo>
                <a:lnTo>
                  <a:pt x="446292" y="554623"/>
                </a:lnTo>
                <a:lnTo>
                  <a:pt x="297686" y="554623"/>
                </a:lnTo>
                <a:cubicBezTo>
                  <a:pt x="294605" y="554623"/>
                  <a:pt x="291524" y="553199"/>
                  <a:pt x="289391" y="551062"/>
                </a:cubicBezTo>
                <a:lnTo>
                  <a:pt x="187713" y="448495"/>
                </a:lnTo>
                <a:cubicBezTo>
                  <a:pt x="183921" y="445171"/>
                  <a:pt x="170648" y="432587"/>
                  <a:pt x="175625" y="418579"/>
                </a:cubicBezTo>
                <a:cubicBezTo>
                  <a:pt x="180840" y="403859"/>
                  <a:pt x="200986" y="402197"/>
                  <a:pt x="215680" y="402197"/>
                </a:cubicBezTo>
                <a:close/>
                <a:moveTo>
                  <a:pt x="436337" y="299867"/>
                </a:moveTo>
                <a:cubicBezTo>
                  <a:pt x="423065" y="299867"/>
                  <a:pt x="412162" y="310789"/>
                  <a:pt x="412162" y="324085"/>
                </a:cubicBezTo>
                <a:cubicBezTo>
                  <a:pt x="412162" y="337380"/>
                  <a:pt x="423065" y="348302"/>
                  <a:pt x="436337" y="348302"/>
                </a:cubicBezTo>
                <a:cubicBezTo>
                  <a:pt x="449610" y="348302"/>
                  <a:pt x="460512" y="337380"/>
                  <a:pt x="460512" y="324085"/>
                </a:cubicBezTo>
                <a:cubicBezTo>
                  <a:pt x="460512" y="310789"/>
                  <a:pt x="449610" y="299867"/>
                  <a:pt x="436337" y="299867"/>
                </a:cubicBezTo>
                <a:close/>
                <a:moveTo>
                  <a:pt x="436337" y="276125"/>
                </a:moveTo>
                <a:cubicBezTo>
                  <a:pt x="462882" y="276125"/>
                  <a:pt x="484213" y="297731"/>
                  <a:pt x="484213" y="324085"/>
                </a:cubicBezTo>
                <a:cubicBezTo>
                  <a:pt x="484213" y="350676"/>
                  <a:pt x="462645" y="372044"/>
                  <a:pt x="436337" y="372044"/>
                </a:cubicBezTo>
                <a:cubicBezTo>
                  <a:pt x="409792" y="372044"/>
                  <a:pt x="388461" y="350439"/>
                  <a:pt x="388461" y="324085"/>
                </a:cubicBezTo>
                <a:cubicBezTo>
                  <a:pt x="388461" y="297493"/>
                  <a:pt x="410029" y="276125"/>
                  <a:pt x="436337" y="276125"/>
                </a:cubicBezTo>
                <a:close/>
                <a:moveTo>
                  <a:pt x="302900" y="176407"/>
                </a:moveTo>
                <a:cubicBezTo>
                  <a:pt x="289628" y="176407"/>
                  <a:pt x="278725" y="187328"/>
                  <a:pt x="278725" y="200624"/>
                </a:cubicBezTo>
                <a:cubicBezTo>
                  <a:pt x="278725" y="213920"/>
                  <a:pt x="289628" y="224841"/>
                  <a:pt x="302900" y="224841"/>
                </a:cubicBezTo>
                <a:cubicBezTo>
                  <a:pt x="316173" y="224841"/>
                  <a:pt x="327075" y="213920"/>
                  <a:pt x="327075" y="200624"/>
                </a:cubicBezTo>
                <a:cubicBezTo>
                  <a:pt x="327075" y="187328"/>
                  <a:pt x="316173" y="176407"/>
                  <a:pt x="302900" y="176407"/>
                </a:cubicBezTo>
                <a:close/>
                <a:moveTo>
                  <a:pt x="447240" y="160024"/>
                </a:moveTo>
                <a:cubicBezTo>
                  <a:pt x="452217" y="164060"/>
                  <a:pt x="453402" y="171420"/>
                  <a:pt x="449373" y="176644"/>
                </a:cubicBezTo>
                <a:lnTo>
                  <a:pt x="308588" y="361835"/>
                </a:lnTo>
                <a:cubicBezTo>
                  <a:pt x="306218" y="364921"/>
                  <a:pt x="302663" y="366583"/>
                  <a:pt x="299108" y="366583"/>
                </a:cubicBezTo>
                <a:cubicBezTo>
                  <a:pt x="296738" y="366583"/>
                  <a:pt x="294131" y="365871"/>
                  <a:pt x="291998" y="364209"/>
                </a:cubicBezTo>
                <a:cubicBezTo>
                  <a:pt x="286783" y="360410"/>
                  <a:pt x="285835" y="352812"/>
                  <a:pt x="289865" y="347352"/>
                </a:cubicBezTo>
                <a:lnTo>
                  <a:pt x="430649" y="162161"/>
                </a:lnTo>
                <a:cubicBezTo>
                  <a:pt x="434678" y="156937"/>
                  <a:pt x="442026" y="155988"/>
                  <a:pt x="447240" y="160024"/>
                </a:cubicBezTo>
                <a:close/>
                <a:moveTo>
                  <a:pt x="302900" y="152427"/>
                </a:moveTo>
                <a:cubicBezTo>
                  <a:pt x="329445" y="152427"/>
                  <a:pt x="350776" y="173795"/>
                  <a:pt x="350776" y="200387"/>
                </a:cubicBezTo>
                <a:cubicBezTo>
                  <a:pt x="350776" y="226978"/>
                  <a:pt x="329208" y="248346"/>
                  <a:pt x="302900" y="248346"/>
                </a:cubicBezTo>
                <a:cubicBezTo>
                  <a:pt x="276592" y="248346"/>
                  <a:pt x="255024" y="226978"/>
                  <a:pt x="255024" y="200387"/>
                </a:cubicBezTo>
                <a:cubicBezTo>
                  <a:pt x="255024" y="173795"/>
                  <a:pt x="276592" y="152427"/>
                  <a:pt x="302900" y="152427"/>
                </a:cubicBezTo>
                <a:close/>
                <a:moveTo>
                  <a:pt x="369500" y="23742"/>
                </a:moveTo>
                <a:cubicBezTo>
                  <a:pt x="277066" y="23742"/>
                  <a:pt x="190320" y="59593"/>
                  <a:pt x="124905" y="125123"/>
                </a:cubicBezTo>
                <a:cubicBezTo>
                  <a:pt x="59727" y="190652"/>
                  <a:pt x="23701" y="277549"/>
                  <a:pt x="23701" y="370144"/>
                </a:cubicBezTo>
                <a:cubicBezTo>
                  <a:pt x="23701" y="462740"/>
                  <a:pt x="59490" y="549637"/>
                  <a:pt x="124905" y="615166"/>
                </a:cubicBezTo>
                <a:cubicBezTo>
                  <a:pt x="190320" y="680458"/>
                  <a:pt x="277066" y="716546"/>
                  <a:pt x="369500" y="716546"/>
                </a:cubicBezTo>
                <a:cubicBezTo>
                  <a:pt x="461935" y="716546"/>
                  <a:pt x="548681" y="680695"/>
                  <a:pt x="614096" y="615166"/>
                </a:cubicBezTo>
                <a:cubicBezTo>
                  <a:pt x="679511" y="549874"/>
                  <a:pt x="715299" y="462740"/>
                  <a:pt x="715299" y="370144"/>
                </a:cubicBezTo>
                <a:cubicBezTo>
                  <a:pt x="715299" y="277549"/>
                  <a:pt x="679511" y="190652"/>
                  <a:pt x="614096" y="125123"/>
                </a:cubicBezTo>
                <a:cubicBezTo>
                  <a:pt x="548681" y="59831"/>
                  <a:pt x="461935" y="23742"/>
                  <a:pt x="369500" y="23742"/>
                </a:cubicBezTo>
                <a:close/>
                <a:moveTo>
                  <a:pt x="369500" y="0"/>
                </a:moveTo>
                <a:cubicBezTo>
                  <a:pt x="573567" y="0"/>
                  <a:pt x="739000" y="165722"/>
                  <a:pt x="739000" y="370144"/>
                </a:cubicBezTo>
                <a:cubicBezTo>
                  <a:pt x="739000" y="574567"/>
                  <a:pt x="573567" y="740289"/>
                  <a:pt x="369500" y="740289"/>
                </a:cubicBezTo>
                <a:cubicBezTo>
                  <a:pt x="165434" y="740289"/>
                  <a:pt x="0" y="574567"/>
                  <a:pt x="0" y="370144"/>
                </a:cubicBezTo>
                <a:cubicBezTo>
                  <a:pt x="0" y="165722"/>
                  <a:pt x="165434" y="0"/>
                  <a:pt x="369500" y="0"/>
                </a:cubicBezTo>
                <a:close/>
              </a:path>
            </a:pathLst>
          </a:custGeom>
          <a:noFill/>
          <a:ln w="2360" cap="flat">
            <a:noFill/>
            <a:prstDash val="solid"/>
            <a:miter/>
          </a:ln>
        </p:spPr>
        <p:txBody>
          <a:bodyPr wrap="square" rtlCol="0" anchor="ctr">
            <a:noAutofit/>
          </a:bodyPr>
          <a:lstStyle/>
          <a:p>
            <a:endParaRPr lang="pt-BR" noProof="0" dirty="0">
              <a:latin typeface="Arial"/>
              <a:cs typeface="Arial"/>
            </a:endParaRPr>
          </a:p>
        </p:txBody>
      </p:sp>
      <p:pic>
        <p:nvPicPr>
          <p:cNvPr id="5" name="Image 0" descr="preencoded.png">
            <a:extLst>
              <a:ext uri="{FF2B5EF4-FFF2-40B4-BE49-F238E27FC236}">
                <a16:creationId xmlns:a16="http://schemas.microsoft.com/office/drawing/2014/main" id="{12372D5F-77D9-3884-86FD-31EC5FD516C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00763" y="1991318"/>
            <a:ext cx="295748" cy="295746"/>
          </a:xfrm>
          <a:prstGeom prst="rect">
            <a:avLst/>
          </a:prstGeom>
        </p:spPr>
      </p:pic>
      <p:sp>
        <p:nvSpPr>
          <p:cNvPr id="14" name="Elipse 13">
            <a:extLst>
              <a:ext uri="{FF2B5EF4-FFF2-40B4-BE49-F238E27FC236}">
                <a16:creationId xmlns:a16="http://schemas.microsoft.com/office/drawing/2014/main" id="{E3D06569-486A-FE57-F983-21D7989D561E}"/>
              </a:ext>
            </a:extLst>
          </p:cNvPr>
          <p:cNvSpPr/>
          <p:nvPr/>
        </p:nvSpPr>
        <p:spPr>
          <a:xfrm>
            <a:off x="1550331" y="3033796"/>
            <a:ext cx="404419" cy="399638"/>
          </a:xfrm>
          <a:prstGeom prst="ellipse">
            <a:avLst/>
          </a:prstGeom>
          <a:noFill/>
          <a:ln w="12700" cap="flat">
            <a:solidFill>
              <a:srgbClr val="554370"/>
            </a:solidFill>
            <a:prstDash val="solid"/>
            <a:miter/>
          </a:ln>
        </p:spPr>
        <p:txBody>
          <a:bodyPr wrap="square" rtlCol="0" anchor="ctr">
            <a:noAutofit/>
          </a:bodyPr>
          <a:lstStyle/>
          <a:p>
            <a:endParaRPr lang="pt-BR" noProof="0" dirty="0">
              <a:solidFill>
                <a:schemeClr val="tx1"/>
              </a:solidFill>
              <a:latin typeface="Arial"/>
              <a:cs typeface="Arial"/>
            </a:endParaRPr>
          </a:p>
        </p:txBody>
      </p:sp>
      <p:pic>
        <p:nvPicPr>
          <p:cNvPr id="34" name="Image 1" descr="preencoded.png">
            <a:extLst>
              <a:ext uri="{FF2B5EF4-FFF2-40B4-BE49-F238E27FC236}">
                <a16:creationId xmlns:a16="http://schemas.microsoft.com/office/drawing/2014/main" id="{E3E64C54-A4CE-AFBB-0CBB-CE7747636C3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46228" y="3135385"/>
            <a:ext cx="215305" cy="215305"/>
          </a:xfrm>
          <a:prstGeom prst="rect">
            <a:avLst/>
          </a:prstGeom>
        </p:spPr>
      </p:pic>
      <p:pic>
        <p:nvPicPr>
          <p:cNvPr id="3" name="Imagem 2">
            <a:extLst>
              <a:ext uri="{FF2B5EF4-FFF2-40B4-BE49-F238E27FC236}">
                <a16:creationId xmlns:a16="http://schemas.microsoft.com/office/drawing/2014/main" id="{5F0C1783-5650-5C36-208E-D6A3B095EED8}"/>
              </a:ext>
            </a:extLst>
          </p:cNvPr>
          <p:cNvPicPr>
            <a:picLocks noGrp="1" noRot="1" noChangeAspect="1" noMove="1" noResize="1" noEditPoints="1" noAdjustHandles="1" noChangeArrowheads="1" noChangeShapeType="1" noCrop="1"/>
          </p:cNvPicPr>
          <p:nvPr/>
        </p:nvPicPr>
        <p:blipFill>
          <a:blip r:embed="rId5"/>
          <a:stretch>
            <a:fillRect/>
          </a:stretch>
        </p:blipFill>
        <p:spPr>
          <a:xfrm>
            <a:off x="191372" y="6488701"/>
            <a:ext cx="6096851" cy="161948"/>
          </a:xfrm>
          <a:prstGeom prst="rect">
            <a:avLst/>
          </a:prstGeom>
        </p:spPr>
      </p:pic>
      <p:sp>
        <p:nvSpPr>
          <p:cNvPr id="2" name="CaixaDeTexto 1">
            <a:extLst>
              <a:ext uri="{FF2B5EF4-FFF2-40B4-BE49-F238E27FC236}">
                <a16:creationId xmlns:a16="http://schemas.microsoft.com/office/drawing/2014/main" id="{2CB2174C-D2CC-F141-6546-34AB34FF2115}"/>
              </a:ext>
            </a:extLst>
          </p:cNvPr>
          <p:cNvSpPr txBox="1"/>
          <p:nvPr/>
        </p:nvSpPr>
        <p:spPr>
          <a:xfrm>
            <a:off x="1949506" y="2990813"/>
            <a:ext cx="8632412" cy="646331"/>
          </a:xfrm>
          <a:prstGeom prst="rect">
            <a:avLst/>
          </a:prstGeom>
          <a:noFill/>
        </p:spPr>
        <p:txBody>
          <a:bodyPr wrap="square">
            <a:spAutoFit/>
          </a:bodyPr>
          <a:lstStyle/>
          <a:p>
            <a:pPr fontAlgn="base">
              <a:spcAft>
                <a:spcPts val="1000"/>
              </a:spcAft>
            </a:pPr>
            <a:r>
              <a:rPr lang="pt-BR" sz="1200" b="1" kern="100" noProof="0" dirty="0">
                <a:solidFill>
                  <a:schemeClr val="accent1"/>
                </a:solidFill>
                <a:cs typeface="GT Walsheim LC Bold" pitchFamily="2" charset="0"/>
              </a:rPr>
              <a:t>Tolerância Funcional</a:t>
            </a:r>
            <a:br>
              <a:rPr lang="pt-BR" sz="1200" kern="100" noProof="0" dirty="0">
                <a:solidFill>
                  <a:schemeClr val="accent1"/>
                </a:solidFill>
                <a:cs typeface="GT Walsheim LC Bold" pitchFamily="2" charset="0"/>
              </a:rPr>
            </a:br>
            <a:r>
              <a:rPr lang="pt-BR" sz="1200" kern="100" noProof="0" dirty="0">
                <a:solidFill>
                  <a:schemeClr val="accent1"/>
                </a:solidFill>
                <a:cs typeface="GT Walsheim LC" pitchFamily="2" charset="0"/>
              </a:rPr>
              <a:t>É menos sensível a pequenas variações de produto ou serviço que o PIC. Exige apenas uma comparabilidade funcional ampla (funções, ativos e riscos similares), permitindo maior flexibilidade na identificação de comparáveis válidos.</a:t>
            </a:r>
          </a:p>
        </p:txBody>
      </p:sp>
    </p:spTree>
    <p:extLst>
      <p:ext uri="{BB962C8B-B14F-4D97-AF65-F5344CB8AC3E}">
        <p14:creationId xmlns:p14="http://schemas.microsoft.com/office/powerpoint/2010/main" val="3211814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34"/>
                                        </p:tgtEl>
                                        <p:attrNameLst>
                                          <p:attrName>style.visibility</p:attrName>
                                        </p:attrNameLst>
                                      </p:cBhvr>
                                      <p:to>
                                        <p:strVal val="visible"/>
                                      </p:to>
                                    </p:set>
                                    <p:animEffect transition="in" filter="fade">
                                      <p:cBhvr>
                                        <p:cTn id="10" dur="500"/>
                                        <p:tgtEl>
                                          <p:spTgt spid="3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D0EDC-E7AE-E4CE-BD78-4652FC11667B}"/>
            </a:ext>
          </a:extLst>
        </p:cNvPr>
        <p:cNvGrpSpPr/>
        <p:nvPr/>
      </p:nvGrpSpPr>
      <p:grpSpPr>
        <a:xfrm>
          <a:off x="0" y="0"/>
          <a:ext cx="0" cy="0"/>
          <a:chOff x="0" y="0"/>
          <a:chExt cx="0" cy="0"/>
        </a:xfrm>
      </p:grpSpPr>
      <p:sp>
        <p:nvSpPr>
          <p:cNvPr id="13" name="Elipse 12">
            <a:extLst>
              <a:ext uri="{FF2B5EF4-FFF2-40B4-BE49-F238E27FC236}">
                <a16:creationId xmlns:a16="http://schemas.microsoft.com/office/drawing/2014/main" id="{8F669770-1A68-DF75-D034-BCE8E7D82F6D}"/>
              </a:ext>
            </a:extLst>
          </p:cNvPr>
          <p:cNvSpPr/>
          <p:nvPr/>
        </p:nvSpPr>
        <p:spPr>
          <a:xfrm>
            <a:off x="1545087" y="1947380"/>
            <a:ext cx="404419" cy="399638"/>
          </a:xfrm>
          <a:prstGeom prst="ellipse">
            <a:avLst/>
          </a:prstGeom>
          <a:noFill/>
          <a:ln w="12700" cap="flat">
            <a:solidFill>
              <a:srgbClr val="554370"/>
            </a:solidFill>
            <a:prstDash val="solid"/>
            <a:miter/>
          </a:ln>
        </p:spPr>
        <p:txBody>
          <a:bodyPr wrap="square" rtlCol="0" anchor="ctr">
            <a:noAutofit/>
          </a:bodyPr>
          <a:lstStyle/>
          <a:p>
            <a:endParaRPr lang="pt-BR" noProof="0" dirty="0">
              <a:solidFill>
                <a:schemeClr val="tx1"/>
              </a:solidFill>
              <a:latin typeface="Arial"/>
              <a:cs typeface="Arial"/>
            </a:endParaRPr>
          </a:p>
        </p:txBody>
      </p:sp>
      <p:sp>
        <p:nvSpPr>
          <p:cNvPr id="11" name="Título 1">
            <a:extLst>
              <a:ext uri="{FF2B5EF4-FFF2-40B4-BE49-F238E27FC236}">
                <a16:creationId xmlns:a16="http://schemas.microsoft.com/office/drawing/2014/main" id="{1840BD7C-4B56-DEE2-3245-E0E9906B9C83}"/>
              </a:ext>
            </a:extLst>
          </p:cNvPr>
          <p:cNvSpPr txBox="1">
            <a:spLocks/>
          </p:cNvSpPr>
          <p:nvPr/>
        </p:nvSpPr>
        <p:spPr>
          <a:xfrm>
            <a:off x="554474" y="551382"/>
            <a:ext cx="5370648" cy="305131"/>
          </a:xfrm>
          <a:prstGeom prst="rect">
            <a:avLst/>
          </a:prstGeom>
        </p:spPr>
        <p:txBody>
          <a:bodyPr vert="horz" wrap="square" lIns="0" tIns="0" rIns="0" bIns="0" rtlCol="0" anchor="t" anchorCtr="0">
            <a:noAutofit/>
          </a:bodyPr>
          <a:lstStyle>
            <a:lvl1pPr algn="l" defTabSz="736656" rtl="0" eaLnBrk="1" latinLnBrk="0" hangingPunct="1">
              <a:lnSpc>
                <a:spcPct val="85000"/>
              </a:lnSpc>
              <a:spcBef>
                <a:spcPct val="0"/>
              </a:spcBef>
              <a:buNone/>
              <a:defRPr sz="3000" b="1" kern="1200">
                <a:solidFill>
                  <a:schemeClr val="accent1"/>
                </a:solidFill>
                <a:latin typeface="+mj-lt"/>
                <a:ea typeface="+mj-ea"/>
                <a:cs typeface="+mj-cs"/>
              </a:defRPr>
            </a:lvl1pPr>
          </a:lstStyle>
          <a:p>
            <a:pPr marL="0" marR="0" lvl="0" indent="0" algn="l" defTabSz="736656" rtl="0" eaLnBrk="1" fontAlgn="auto" latinLnBrk="0" hangingPunct="1">
              <a:lnSpc>
                <a:spcPct val="85000"/>
              </a:lnSpc>
              <a:spcBef>
                <a:spcPct val="0"/>
              </a:spcBef>
              <a:spcAft>
                <a:spcPts val="0"/>
              </a:spcAft>
              <a:buClrTx/>
              <a:buSzTx/>
              <a:buFontTx/>
              <a:buNone/>
              <a:tabLst/>
              <a:defRPr/>
            </a:pPr>
            <a:r>
              <a:rPr kumimoji="0" lang="pt-BR" sz="3600" b="0" i="0" u="none" strike="noStrike" kern="1200" cap="none" spc="-50" normalizeH="0" noProof="0" dirty="0">
                <a:ln>
                  <a:noFill/>
                </a:ln>
                <a:effectLst/>
                <a:uLnTx/>
                <a:uFillTx/>
                <a:latin typeface="GT Walsheim LC Bold" pitchFamily="2" charset="0"/>
                <a:cs typeface="GT Walsheim LC Bold" pitchFamily="2" charset="0"/>
              </a:rPr>
              <a:t>A Adoção do MLT</a:t>
            </a:r>
          </a:p>
        </p:txBody>
      </p:sp>
      <p:sp>
        <p:nvSpPr>
          <p:cNvPr id="17" name="CaixaDeTexto 16">
            <a:extLst>
              <a:ext uri="{FF2B5EF4-FFF2-40B4-BE49-F238E27FC236}">
                <a16:creationId xmlns:a16="http://schemas.microsoft.com/office/drawing/2014/main" id="{6F0D8A51-31A5-7786-D58F-30E3377B6250}"/>
              </a:ext>
            </a:extLst>
          </p:cNvPr>
          <p:cNvSpPr txBox="1"/>
          <p:nvPr/>
        </p:nvSpPr>
        <p:spPr>
          <a:xfrm>
            <a:off x="461820" y="1018984"/>
            <a:ext cx="6096850" cy="412934"/>
          </a:xfrm>
          <a:prstGeom prst="rect">
            <a:avLst/>
          </a:prstGeom>
          <a:noFill/>
        </p:spPr>
        <p:txBody>
          <a:bodyPr wrap="square">
            <a:spAutoFit/>
          </a:bodyPr>
          <a:lstStyle/>
          <a:p>
            <a:pPr>
              <a:lnSpc>
                <a:spcPts val="2500"/>
              </a:lnSpc>
              <a:spcAft>
                <a:spcPts val="0"/>
              </a:spcAft>
              <a:defRPr/>
            </a:pPr>
            <a:r>
              <a:rPr lang="pt-BR" sz="2400" noProof="0" dirty="0">
                <a:solidFill>
                  <a:schemeClr val="accent1"/>
                </a:solidFill>
                <a:cs typeface="GT Walsheim LC" pitchFamily="2" charset="0"/>
              </a:rPr>
              <a:t>Robustez Técnica e Conformidade Legal</a:t>
            </a:r>
            <a:r>
              <a:rPr lang="pt-BR" sz="2400" b="1" noProof="0" dirty="0">
                <a:solidFill>
                  <a:schemeClr val="accent1"/>
                </a:solidFill>
                <a:cs typeface="GT Walsheim LC" pitchFamily="2" charset="0"/>
              </a:rPr>
              <a:t>.</a:t>
            </a:r>
          </a:p>
        </p:txBody>
      </p:sp>
      <p:sp>
        <p:nvSpPr>
          <p:cNvPr id="15" name="CaixaDeTexto 14">
            <a:extLst>
              <a:ext uri="{FF2B5EF4-FFF2-40B4-BE49-F238E27FC236}">
                <a16:creationId xmlns:a16="http://schemas.microsoft.com/office/drawing/2014/main" id="{1A00E42D-F25B-AFE5-FD8D-AFC5499774B8}"/>
              </a:ext>
            </a:extLst>
          </p:cNvPr>
          <p:cNvSpPr txBox="1"/>
          <p:nvPr/>
        </p:nvSpPr>
        <p:spPr>
          <a:xfrm>
            <a:off x="1956340" y="4029752"/>
            <a:ext cx="8632412" cy="830997"/>
          </a:xfrm>
          <a:prstGeom prst="rect">
            <a:avLst/>
          </a:prstGeom>
          <a:noFill/>
        </p:spPr>
        <p:txBody>
          <a:bodyPr wrap="square">
            <a:spAutoFit/>
          </a:bodyPr>
          <a:lstStyle/>
          <a:p>
            <a:pPr>
              <a:spcAft>
                <a:spcPts val="1000"/>
              </a:spcAft>
            </a:pPr>
            <a:r>
              <a:rPr lang="pt-BR" sz="1200" b="1" kern="100" noProof="0" dirty="0">
                <a:solidFill>
                  <a:schemeClr val="accent1"/>
                </a:solidFill>
                <a:cs typeface="GT Walsheim LC Bold" pitchFamily="2" charset="0"/>
              </a:rPr>
              <a:t>Viabilidade de Dados</a:t>
            </a:r>
            <a:br>
              <a:rPr lang="pt-BR" sz="1200" kern="100" noProof="0" dirty="0">
                <a:solidFill>
                  <a:schemeClr val="accent1"/>
                </a:solidFill>
                <a:cs typeface="GT Walsheim LC Bold" pitchFamily="2" charset="0"/>
              </a:rPr>
            </a:br>
            <a:r>
              <a:rPr lang="pt-BR" sz="1200" kern="100" noProof="0" dirty="0">
                <a:solidFill>
                  <a:schemeClr val="accent1"/>
                </a:solidFill>
                <a:effectLst/>
                <a:ea typeface="Aptos" panose="020B0004020202020204" pitchFamily="34" charset="0"/>
                <a:cs typeface="GT Walsheim LC" pitchFamily="2" charset="0"/>
              </a:rPr>
              <a:t>Permite o uso eficaz de vastas bases de dados financeiras globais (como Capital IQ), viabilizando análises estatísticas robustas. A construção do intervalo interquartil sobre centenas de empresas do setor garante maior confiabilidade e menor viés.</a:t>
            </a:r>
          </a:p>
        </p:txBody>
      </p:sp>
      <p:sp>
        <p:nvSpPr>
          <p:cNvPr id="20" name="Freeform 39">
            <a:extLst>
              <a:ext uri="{FF2B5EF4-FFF2-40B4-BE49-F238E27FC236}">
                <a16:creationId xmlns:a16="http://schemas.microsoft.com/office/drawing/2014/main" id="{EEDA6C10-C907-1187-B449-5A2DDB895A72}"/>
              </a:ext>
            </a:extLst>
          </p:cNvPr>
          <p:cNvSpPr/>
          <p:nvPr/>
        </p:nvSpPr>
        <p:spPr>
          <a:xfrm>
            <a:off x="1535157" y="2539280"/>
            <a:ext cx="414349" cy="415071"/>
          </a:xfrm>
          <a:custGeom>
            <a:avLst/>
            <a:gdLst>
              <a:gd name="connsiteX0" fmla="*/ 215680 w 739000"/>
              <a:gd name="connsiteY0" fmla="*/ 425939 h 740289"/>
              <a:gd name="connsiteX1" fmla="*/ 200037 w 739000"/>
              <a:gd name="connsiteY1" fmla="*/ 427364 h 740289"/>
              <a:gd name="connsiteX2" fmla="*/ 203356 w 739000"/>
              <a:gd name="connsiteY2" fmla="*/ 430688 h 740289"/>
              <a:gd name="connsiteX3" fmla="*/ 204067 w 739000"/>
              <a:gd name="connsiteY3" fmla="*/ 431400 h 740289"/>
              <a:gd name="connsiteX4" fmla="*/ 302663 w 739000"/>
              <a:gd name="connsiteY4" fmla="*/ 530643 h 740289"/>
              <a:gd name="connsiteX5" fmla="*/ 451506 w 739000"/>
              <a:gd name="connsiteY5" fmla="*/ 530643 h 740289"/>
              <a:gd name="connsiteX6" fmla="*/ 461698 w 739000"/>
              <a:gd name="connsiteY6" fmla="*/ 536342 h 740289"/>
              <a:gd name="connsiteX7" fmla="*/ 485162 w 739000"/>
              <a:gd name="connsiteY7" fmla="*/ 559847 h 740289"/>
              <a:gd name="connsiteX8" fmla="*/ 540859 w 739000"/>
              <a:gd name="connsiteY8" fmla="*/ 511175 h 740289"/>
              <a:gd name="connsiteX9" fmla="*/ 480896 w 739000"/>
              <a:gd name="connsiteY9" fmla="*/ 451581 h 740289"/>
              <a:gd name="connsiteX10" fmla="*/ 295553 w 739000"/>
              <a:gd name="connsiteY10" fmla="*/ 451581 h 740289"/>
              <a:gd name="connsiteX11" fmla="*/ 323283 w 739000"/>
              <a:gd name="connsiteY11" fmla="*/ 479360 h 740289"/>
              <a:gd name="connsiteX12" fmla="*/ 423539 w 739000"/>
              <a:gd name="connsiteY12" fmla="*/ 479360 h 740289"/>
              <a:gd name="connsiteX13" fmla="*/ 435389 w 739000"/>
              <a:gd name="connsiteY13" fmla="*/ 491231 h 740289"/>
              <a:gd name="connsiteX14" fmla="*/ 423539 w 739000"/>
              <a:gd name="connsiteY14" fmla="*/ 503102 h 740289"/>
              <a:gd name="connsiteX15" fmla="*/ 318543 w 739000"/>
              <a:gd name="connsiteY15" fmla="*/ 503102 h 740289"/>
              <a:gd name="connsiteX16" fmla="*/ 316173 w 739000"/>
              <a:gd name="connsiteY16" fmla="*/ 502865 h 740289"/>
              <a:gd name="connsiteX17" fmla="*/ 315225 w 739000"/>
              <a:gd name="connsiteY17" fmla="*/ 502627 h 740289"/>
              <a:gd name="connsiteX18" fmla="*/ 314040 w 739000"/>
              <a:gd name="connsiteY18" fmla="*/ 502153 h 740289"/>
              <a:gd name="connsiteX19" fmla="*/ 312855 w 739000"/>
              <a:gd name="connsiteY19" fmla="*/ 501440 h 740289"/>
              <a:gd name="connsiteX20" fmla="*/ 311907 w 739000"/>
              <a:gd name="connsiteY20" fmla="*/ 500965 h 740289"/>
              <a:gd name="connsiteX21" fmla="*/ 310011 w 739000"/>
              <a:gd name="connsiteY21" fmla="*/ 499541 h 740289"/>
              <a:gd name="connsiteX22" fmla="*/ 258579 w 739000"/>
              <a:gd name="connsiteY22" fmla="*/ 448020 h 740289"/>
              <a:gd name="connsiteX23" fmla="*/ 258342 w 739000"/>
              <a:gd name="connsiteY23" fmla="*/ 447782 h 740289"/>
              <a:gd name="connsiteX24" fmla="*/ 215680 w 739000"/>
              <a:gd name="connsiteY24" fmla="*/ 425939 h 740289"/>
              <a:gd name="connsiteX25" fmla="*/ 215680 w 739000"/>
              <a:gd name="connsiteY25" fmla="*/ 402197 h 740289"/>
              <a:gd name="connsiteX26" fmla="*/ 271852 w 739000"/>
              <a:gd name="connsiteY26" fmla="*/ 427839 h 740289"/>
              <a:gd name="connsiteX27" fmla="*/ 485873 w 739000"/>
              <a:gd name="connsiteY27" fmla="*/ 427839 h 740289"/>
              <a:gd name="connsiteX28" fmla="*/ 494168 w 739000"/>
              <a:gd name="connsiteY28" fmla="*/ 431163 h 740289"/>
              <a:gd name="connsiteX29" fmla="*/ 564797 w 739000"/>
              <a:gd name="connsiteY29" fmla="*/ 501440 h 740289"/>
              <a:gd name="connsiteX30" fmla="*/ 565746 w 739000"/>
              <a:gd name="connsiteY30" fmla="*/ 517585 h 740289"/>
              <a:gd name="connsiteX31" fmla="*/ 565983 w 739000"/>
              <a:gd name="connsiteY31" fmla="*/ 517823 h 740289"/>
              <a:gd name="connsiteX32" fmla="*/ 488954 w 739000"/>
              <a:gd name="connsiteY32" fmla="*/ 585251 h 740289"/>
              <a:gd name="connsiteX33" fmla="*/ 483266 w 739000"/>
              <a:gd name="connsiteY33" fmla="*/ 586913 h 740289"/>
              <a:gd name="connsiteX34" fmla="*/ 474970 w 739000"/>
              <a:gd name="connsiteY34" fmla="*/ 583352 h 740289"/>
              <a:gd name="connsiteX35" fmla="*/ 446292 w 739000"/>
              <a:gd name="connsiteY35" fmla="*/ 554623 h 740289"/>
              <a:gd name="connsiteX36" fmla="*/ 297686 w 739000"/>
              <a:gd name="connsiteY36" fmla="*/ 554623 h 740289"/>
              <a:gd name="connsiteX37" fmla="*/ 289391 w 739000"/>
              <a:gd name="connsiteY37" fmla="*/ 551062 h 740289"/>
              <a:gd name="connsiteX38" fmla="*/ 187713 w 739000"/>
              <a:gd name="connsiteY38" fmla="*/ 448495 h 740289"/>
              <a:gd name="connsiteX39" fmla="*/ 175625 w 739000"/>
              <a:gd name="connsiteY39" fmla="*/ 418579 h 740289"/>
              <a:gd name="connsiteX40" fmla="*/ 215680 w 739000"/>
              <a:gd name="connsiteY40" fmla="*/ 402197 h 740289"/>
              <a:gd name="connsiteX41" fmla="*/ 436337 w 739000"/>
              <a:gd name="connsiteY41" fmla="*/ 299867 h 740289"/>
              <a:gd name="connsiteX42" fmla="*/ 412162 w 739000"/>
              <a:gd name="connsiteY42" fmla="*/ 324085 h 740289"/>
              <a:gd name="connsiteX43" fmla="*/ 436337 w 739000"/>
              <a:gd name="connsiteY43" fmla="*/ 348302 h 740289"/>
              <a:gd name="connsiteX44" fmla="*/ 460512 w 739000"/>
              <a:gd name="connsiteY44" fmla="*/ 324085 h 740289"/>
              <a:gd name="connsiteX45" fmla="*/ 436337 w 739000"/>
              <a:gd name="connsiteY45" fmla="*/ 299867 h 740289"/>
              <a:gd name="connsiteX46" fmla="*/ 436337 w 739000"/>
              <a:gd name="connsiteY46" fmla="*/ 276125 h 740289"/>
              <a:gd name="connsiteX47" fmla="*/ 484213 w 739000"/>
              <a:gd name="connsiteY47" fmla="*/ 324085 h 740289"/>
              <a:gd name="connsiteX48" fmla="*/ 436337 w 739000"/>
              <a:gd name="connsiteY48" fmla="*/ 372044 h 740289"/>
              <a:gd name="connsiteX49" fmla="*/ 388461 w 739000"/>
              <a:gd name="connsiteY49" fmla="*/ 324085 h 740289"/>
              <a:gd name="connsiteX50" fmla="*/ 436337 w 739000"/>
              <a:gd name="connsiteY50" fmla="*/ 276125 h 740289"/>
              <a:gd name="connsiteX51" fmla="*/ 302900 w 739000"/>
              <a:gd name="connsiteY51" fmla="*/ 176407 h 740289"/>
              <a:gd name="connsiteX52" fmla="*/ 278725 w 739000"/>
              <a:gd name="connsiteY52" fmla="*/ 200624 h 740289"/>
              <a:gd name="connsiteX53" fmla="*/ 302900 w 739000"/>
              <a:gd name="connsiteY53" fmla="*/ 224841 h 740289"/>
              <a:gd name="connsiteX54" fmla="*/ 327075 w 739000"/>
              <a:gd name="connsiteY54" fmla="*/ 200624 h 740289"/>
              <a:gd name="connsiteX55" fmla="*/ 302900 w 739000"/>
              <a:gd name="connsiteY55" fmla="*/ 176407 h 740289"/>
              <a:gd name="connsiteX56" fmla="*/ 447240 w 739000"/>
              <a:gd name="connsiteY56" fmla="*/ 160024 h 740289"/>
              <a:gd name="connsiteX57" fmla="*/ 449373 w 739000"/>
              <a:gd name="connsiteY57" fmla="*/ 176644 h 740289"/>
              <a:gd name="connsiteX58" fmla="*/ 308588 w 739000"/>
              <a:gd name="connsiteY58" fmla="*/ 361835 h 740289"/>
              <a:gd name="connsiteX59" fmla="*/ 299108 w 739000"/>
              <a:gd name="connsiteY59" fmla="*/ 366583 h 740289"/>
              <a:gd name="connsiteX60" fmla="*/ 291998 w 739000"/>
              <a:gd name="connsiteY60" fmla="*/ 364209 h 740289"/>
              <a:gd name="connsiteX61" fmla="*/ 289865 w 739000"/>
              <a:gd name="connsiteY61" fmla="*/ 347352 h 740289"/>
              <a:gd name="connsiteX62" fmla="*/ 430649 w 739000"/>
              <a:gd name="connsiteY62" fmla="*/ 162161 h 740289"/>
              <a:gd name="connsiteX63" fmla="*/ 447240 w 739000"/>
              <a:gd name="connsiteY63" fmla="*/ 160024 h 740289"/>
              <a:gd name="connsiteX64" fmla="*/ 302900 w 739000"/>
              <a:gd name="connsiteY64" fmla="*/ 152427 h 740289"/>
              <a:gd name="connsiteX65" fmla="*/ 350776 w 739000"/>
              <a:gd name="connsiteY65" fmla="*/ 200387 h 740289"/>
              <a:gd name="connsiteX66" fmla="*/ 302900 w 739000"/>
              <a:gd name="connsiteY66" fmla="*/ 248346 h 740289"/>
              <a:gd name="connsiteX67" fmla="*/ 255024 w 739000"/>
              <a:gd name="connsiteY67" fmla="*/ 200387 h 740289"/>
              <a:gd name="connsiteX68" fmla="*/ 302900 w 739000"/>
              <a:gd name="connsiteY68" fmla="*/ 152427 h 740289"/>
              <a:gd name="connsiteX69" fmla="*/ 369500 w 739000"/>
              <a:gd name="connsiteY69" fmla="*/ 23742 h 740289"/>
              <a:gd name="connsiteX70" fmla="*/ 124905 w 739000"/>
              <a:gd name="connsiteY70" fmla="*/ 125123 h 740289"/>
              <a:gd name="connsiteX71" fmla="*/ 23701 w 739000"/>
              <a:gd name="connsiteY71" fmla="*/ 370144 h 740289"/>
              <a:gd name="connsiteX72" fmla="*/ 124905 w 739000"/>
              <a:gd name="connsiteY72" fmla="*/ 615166 h 740289"/>
              <a:gd name="connsiteX73" fmla="*/ 369500 w 739000"/>
              <a:gd name="connsiteY73" fmla="*/ 716546 h 740289"/>
              <a:gd name="connsiteX74" fmla="*/ 614096 w 739000"/>
              <a:gd name="connsiteY74" fmla="*/ 615166 h 740289"/>
              <a:gd name="connsiteX75" fmla="*/ 715299 w 739000"/>
              <a:gd name="connsiteY75" fmla="*/ 370144 h 740289"/>
              <a:gd name="connsiteX76" fmla="*/ 614096 w 739000"/>
              <a:gd name="connsiteY76" fmla="*/ 125123 h 740289"/>
              <a:gd name="connsiteX77" fmla="*/ 369500 w 739000"/>
              <a:gd name="connsiteY77" fmla="*/ 23742 h 740289"/>
              <a:gd name="connsiteX78" fmla="*/ 369500 w 739000"/>
              <a:gd name="connsiteY78" fmla="*/ 0 h 740289"/>
              <a:gd name="connsiteX79" fmla="*/ 739000 w 739000"/>
              <a:gd name="connsiteY79" fmla="*/ 370144 h 740289"/>
              <a:gd name="connsiteX80" fmla="*/ 369500 w 739000"/>
              <a:gd name="connsiteY80" fmla="*/ 740289 h 740289"/>
              <a:gd name="connsiteX81" fmla="*/ 0 w 739000"/>
              <a:gd name="connsiteY81" fmla="*/ 370144 h 740289"/>
              <a:gd name="connsiteX82" fmla="*/ 369500 w 739000"/>
              <a:gd name="connsiteY82" fmla="*/ 0 h 740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39000" h="740289">
                <a:moveTo>
                  <a:pt x="215680" y="425939"/>
                </a:moveTo>
                <a:cubicBezTo>
                  <a:pt x="207622" y="425939"/>
                  <a:pt x="202882" y="426652"/>
                  <a:pt x="200037" y="427364"/>
                </a:cubicBezTo>
                <a:cubicBezTo>
                  <a:pt x="200986" y="428551"/>
                  <a:pt x="202171" y="429738"/>
                  <a:pt x="203356" y="430688"/>
                </a:cubicBezTo>
                <a:cubicBezTo>
                  <a:pt x="203593" y="430925"/>
                  <a:pt x="203830" y="431163"/>
                  <a:pt x="204067" y="431400"/>
                </a:cubicBezTo>
                <a:lnTo>
                  <a:pt x="302663" y="530643"/>
                </a:lnTo>
                <a:lnTo>
                  <a:pt x="451506" y="530643"/>
                </a:lnTo>
                <a:cubicBezTo>
                  <a:pt x="456009" y="530643"/>
                  <a:pt x="459565" y="533018"/>
                  <a:pt x="461698" y="536342"/>
                </a:cubicBezTo>
                <a:lnTo>
                  <a:pt x="485162" y="559847"/>
                </a:lnTo>
                <a:cubicBezTo>
                  <a:pt x="506256" y="546788"/>
                  <a:pt x="525217" y="530169"/>
                  <a:pt x="540859" y="511175"/>
                </a:cubicBezTo>
                <a:lnTo>
                  <a:pt x="480896" y="451581"/>
                </a:lnTo>
                <a:lnTo>
                  <a:pt x="295553" y="451581"/>
                </a:lnTo>
                <a:lnTo>
                  <a:pt x="323283" y="479360"/>
                </a:lnTo>
                <a:lnTo>
                  <a:pt x="423539" y="479360"/>
                </a:lnTo>
                <a:cubicBezTo>
                  <a:pt x="430175" y="479360"/>
                  <a:pt x="435389" y="484583"/>
                  <a:pt x="435389" y="491231"/>
                </a:cubicBezTo>
                <a:cubicBezTo>
                  <a:pt x="435389" y="497879"/>
                  <a:pt x="430175" y="503102"/>
                  <a:pt x="423539" y="503102"/>
                </a:cubicBezTo>
                <a:lnTo>
                  <a:pt x="318543" y="503102"/>
                </a:lnTo>
                <a:cubicBezTo>
                  <a:pt x="317832" y="503102"/>
                  <a:pt x="316884" y="503102"/>
                  <a:pt x="316173" y="502865"/>
                </a:cubicBezTo>
                <a:cubicBezTo>
                  <a:pt x="315936" y="502865"/>
                  <a:pt x="315462" y="502627"/>
                  <a:pt x="315225" y="502627"/>
                </a:cubicBezTo>
                <a:cubicBezTo>
                  <a:pt x="314751" y="502390"/>
                  <a:pt x="314514" y="502390"/>
                  <a:pt x="314040" y="502153"/>
                </a:cubicBezTo>
                <a:cubicBezTo>
                  <a:pt x="313566" y="501915"/>
                  <a:pt x="313329" y="501678"/>
                  <a:pt x="312855" y="501440"/>
                </a:cubicBezTo>
                <a:cubicBezTo>
                  <a:pt x="312381" y="501203"/>
                  <a:pt x="312144" y="501203"/>
                  <a:pt x="311907" y="500965"/>
                </a:cubicBezTo>
                <a:cubicBezTo>
                  <a:pt x="311196" y="500491"/>
                  <a:pt x="310485" y="500016"/>
                  <a:pt x="310011" y="499541"/>
                </a:cubicBezTo>
                <a:lnTo>
                  <a:pt x="258579" y="448020"/>
                </a:lnTo>
                <a:cubicBezTo>
                  <a:pt x="258579" y="448020"/>
                  <a:pt x="258342" y="447782"/>
                  <a:pt x="258342" y="447782"/>
                </a:cubicBezTo>
                <a:cubicBezTo>
                  <a:pt x="258105" y="447545"/>
                  <a:pt x="237722" y="425939"/>
                  <a:pt x="215680" y="425939"/>
                </a:cubicBezTo>
                <a:close/>
                <a:moveTo>
                  <a:pt x="215680" y="402197"/>
                </a:moveTo>
                <a:cubicBezTo>
                  <a:pt x="241277" y="402197"/>
                  <a:pt x="263319" y="419766"/>
                  <a:pt x="271852" y="427839"/>
                </a:cubicBezTo>
                <a:lnTo>
                  <a:pt x="485873" y="427839"/>
                </a:lnTo>
                <a:cubicBezTo>
                  <a:pt x="488954" y="427839"/>
                  <a:pt x="492035" y="429026"/>
                  <a:pt x="494168" y="431163"/>
                </a:cubicBezTo>
                <a:lnTo>
                  <a:pt x="564797" y="501440"/>
                </a:lnTo>
                <a:cubicBezTo>
                  <a:pt x="569301" y="505714"/>
                  <a:pt x="569538" y="512599"/>
                  <a:pt x="565746" y="517585"/>
                </a:cubicBezTo>
                <a:lnTo>
                  <a:pt x="565983" y="517823"/>
                </a:lnTo>
                <a:cubicBezTo>
                  <a:pt x="545363" y="545364"/>
                  <a:pt x="518817" y="568631"/>
                  <a:pt x="488954" y="585251"/>
                </a:cubicBezTo>
                <a:cubicBezTo>
                  <a:pt x="487295" y="586438"/>
                  <a:pt x="485162" y="586913"/>
                  <a:pt x="483266" y="586913"/>
                </a:cubicBezTo>
                <a:cubicBezTo>
                  <a:pt x="480422" y="586913"/>
                  <a:pt x="477340" y="585726"/>
                  <a:pt x="474970" y="583352"/>
                </a:cubicBezTo>
                <a:lnTo>
                  <a:pt x="446292" y="554623"/>
                </a:lnTo>
                <a:lnTo>
                  <a:pt x="297686" y="554623"/>
                </a:lnTo>
                <a:cubicBezTo>
                  <a:pt x="294605" y="554623"/>
                  <a:pt x="291524" y="553199"/>
                  <a:pt x="289391" y="551062"/>
                </a:cubicBezTo>
                <a:lnTo>
                  <a:pt x="187713" y="448495"/>
                </a:lnTo>
                <a:cubicBezTo>
                  <a:pt x="183921" y="445171"/>
                  <a:pt x="170648" y="432587"/>
                  <a:pt x="175625" y="418579"/>
                </a:cubicBezTo>
                <a:cubicBezTo>
                  <a:pt x="180840" y="403859"/>
                  <a:pt x="200986" y="402197"/>
                  <a:pt x="215680" y="402197"/>
                </a:cubicBezTo>
                <a:close/>
                <a:moveTo>
                  <a:pt x="436337" y="299867"/>
                </a:moveTo>
                <a:cubicBezTo>
                  <a:pt x="423065" y="299867"/>
                  <a:pt x="412162" y="310789"/>
                  <a:pt x="412162" y="324085"/>
                </a:cubicBezTo>
                <a:cubicBezTo>
                  <a:pt x="412162" y="337380"/>
                  <a:pt x="423065" y="348302"/>
                  <a:pt x="436337" y="348302"/>
                </a:cubicBezTo>
                <a:cubicBezTo>
                  <a:pt x="449610" y="348302"/>
                  <a:pt x="460512" y="337380"/>
                  <a:pt x="460512" y="324085"/>
                </a:cubicBezTo>
                <a:cubicBezTo>
                  <a:pt x="460512" y="310789"/>
                  <a:pt x="449610" y="299867"/>
                  <a:pt x="436337" y="299867"/>
                </a:cubicBezTo>
                <a:close/>
                <a:moveTo>
                  <a:pt x="436337" y="276125"/>
                </a:moveTo>
                <a:cubicBezTo>
                  <a:pt x="462882" y="276125"/>
                  <a:pt x="484213" y="297731"/>
                  <a:pt x="484213" y="324085"/>
                </a:cubicBezTo>
                <a:cubicBezTo>
                  <a:pt x="484213" y="350676"/>
                  <a:pt x="462645" y="372044"/>
                  <a:pt x="436337" y="372044"/>
                </a:cubicBezTo>
                <a:cubicBezTo>
                  <a:pt x="409792" y="372044"/>
                  <a:pt x="388461" y="350439"/>
                  <a:pt x="388461" y="324085"/>
                </a:cubicBezTo>
                <a:cubicBezTo>
                  <a:pt x="388461" y="297493"/>
                  <a:pt x="410029" y="276125"/>
                  <a:pt x="436337" y="276125"/>
                </a:cubicBezTo>
                <a:close/>
                <a:moveTo>
                  <a:pt x="302900" y="176407"/>
                </a:moveTo>
                <a:cubicBezTo>
                  <a:pt x="289628" y="176407"/>
                  <a:pt x="278725" y="187328"/>
                  <a:pt x="278725" y="200624"/>
                </a:cubicBezTo>
                <a:cubicBezTo>
                  <a:pt x="278725" y="213920"/>
                  <a:pt x="289628" y="224841"/>
                  <a:pt x="302900" y="224841"/>
                </a:cubicBezTo>
                <a:cubicBezTo>
                  <a:pt x="316173" y="224841"/>
                  <a:pt x="327075" y="213920"/>
                  <a:pt x="327075" y="200624"/>
                </a:cubicBezTo>
                <a:cubicBezTo>
                  <a:pt x="327075" y="187328"/>
                  <a:pt x="316173" y="176407"/>
                  <a:pt x="302900" y="176407"/>
                </a:cubicBezTo>
                <a:close/>
                <a:moveTo>
                  <a:pt x="447240" y="160024"/>
                </a:moveTo>
                <a:cubicBezTo>
                  <a:pt x="452217" y="164060"/>
                  <a:pt x="453402" y="171420"/>
                  <a:pt x="449373" y="176644"/>
                </a:cubicBezTo>
                <a:lnTo>
                  <a:pt x="308588" y="361835"/>
                </a:lnTo>
                <a:cubicBezTo>
                  <a:pt x="306218" y="364921"/>
                  <a:pt x="302663" y="366583"/>
                  <a:pt x="299108" y="366583"/>
                </a:cubicBezTo>
                <a:cubicBezTo>
                  <a:pt x="296738" y="366583"/>
                  <a:pt x="294131" y="365871"/>
                  <a:pt x="291998" y="364209"/>
                </a:cubicBezTo>
                <a:cubicBezTo>
                  <a:pt x="286783" y="360410"/>
                  <a:pt x="285835" y="352812"/>
                  <a:pt x="289865" y="347352"/>
                </a:cubicBezTo>
                <a:lnTo>
                  <a:pt x="430649" y="162161"/>
                </a:lnTo>
                <a:cubicBezTo>
                  <a:pt x="434678" y="156937"/>
                  <a:pt x="442026" y="155988"/>
                  <a:pt x="447240" y="160024"/>
                </a:cubicBezTo>
                <a:close/>
                <a:moveTo>
                  <a:pt x="302900" y="152427"/>
                </a:moveTo>
                <a:cubicBezTo>
                  <a:pt x="329445" y="152427"/>
                  <a:pt x="350776" y="173795"/>
                  <a:pt x="350776" y="200387"/>
                </a:cubicBezTo>
                <a:cubicBezTo>
                  <a:pt x="350776" y="226978"/>
                  <a:pt x="329208" y="248346"/>
                  <a:pt x="302900" y="248346"/>
                </a:cubicBezTo>
                <a:cubicBezTo>
                  <a:pt x="276592" y="248346"/>
                  <a:pt x="255024" y="226978"/>
                  <a:pt x="255024" y="200387"/>
                </a:cubicBezTo>
                <a:cubicBezTo>
                  <a:pt x="255024" y="173795"/>
                  <a:pt x="276592" y="152427"/>
                  <a:pt x="302900" y="152427"/>
                </a:cubicBezTo>
                <a:close/>
                <a:moveTo>
                  <a:pt x="369500" y="23742"/>
                </a:moveTo>
                <a:cubicBezTo>
                  <a:pt x="277066" y="23742"/>
                  <a:pt x="190320" y="59593"/>
                  <a:pt x="124905" y="125123"/>
                </a:cubicBezTo>
                <a:cubicBezTo>
                  <a:pt x="59727" y="190652"/>
                  <a:pt x="23701" y="277549"/>
                  <a:pt x="23701" y="370144"/>
                </a:cubicBezTo>
                <a:cubicBezTo>
                  <a:pt x="23701" y="462740"/>
                  <a:pt x="59490" y="549637"/>
                  <a:pt x="124905" y="615166"/>
                </a:cubicBezTo>
                <a:cubicBezTo>
                  <a:pt x="190320" y="680458"/>
                  <a:pt x="277066" y="716546"/>
                  <a:pt x="369500" y="716546"/>
                </a:cubicBezTo>
                <a:cubicBezTo>
                  <a:pt x="461935" y="716546"/>
                  <a:pt x="548681" y="680695"/>
                  <a:pt x="614096" y="615166"/>
                </a:cubicBezTo>
                <a:cubicBezTo>
                  <a:pt x="679511" y="549874"/>
                  <a:pt x="715299" y="462740"/>
                  <a:pt x="715299" y="370144"/>
                </a:cubicBezTo>
                <a:cubicBezTo>
                  <a:pt x="715299" y="277549"/>
                  <a:pt x="679511" y="190652"/>
                  <a:pt x="614096" y="125123"/>
                </a:cubicBezTo>
                <a:cubicBezTo>
                  <a:pt x="548681" y="59831"/>
                  <a:pt x="461935" y="23742"/>
                  <a:pt x="369500" y="23742"/>
                </a:cubicBezTo>
                <a:close/>
                <a:moveTo>
                  <a:pt x="369500" y="0"/>
                </a:moveTo>
                <a:cubicBezTo>
                  <a:pt x="573567" y="0"/>
                  <a:pt x="739000" y="165722"/>
                  <a:pt x="739000" y="370144"/>
                </a:cubicBezTo>
                <a:cubicBezTo>
                  <a:pt x="739000" y="574567"/>
                  <a:pt x="573567" y="740289"/>
                  <a:pt x="369500" y="740289"/>
                </a:cubicBezTo>
                <a:cubicBezTo>
                  <a:pt x="165434" y="740289"/>
                  <a:pt x="0" y="574567"/>
                  <a:pt x="0" y="370144"/>
                </a:cubicBezTo>
                <a:cubicBezTo>
                  <a:pt x="0" y="165722"/>
                  <a:pt x="165434" y="0"/>
                  <a:pt x="369500" y="0"/>
                </a:cubicBezTo>
                <a:close/>
              </a:path>
            </a:pathLst>
          </a:custGeom>
          <a:noFill/>
          <a:ln w="2360" cap="flat">
            <a:noFill/>
            <a:prstDash val="solid"/>
            <a:miter/>
          </a:ln>
        </p:spPr>
        <p:txBody>
          <a:bodyPr wrap="square" rtlCol="0" anchor="ctr">
            <a:noAutofit/>
          </a:bodyPr>
          <a:lstStyle/>
          <a:p>
            <a:endParaRPr lang="pt-BR" noProof="0" dirty="0">
              <a:latin typeface="Arial"/>
              <a:cs typeface="Arial"/>
            </a:endParaRPr>
          </a:p>
        </p:txBody>
      </p:sp>
      <p:pic>
        <p:nvPicPr>
          <p:cNvPr id="5" name="Image 0" descr="preencoded.png">
            <a:extLst>
              <a:ext uri="{FF2B5EF4-FFF2-40B4-BE49-F238E27FC236}">
                <a16:creationId xmlns:a16="http://schemas.microsoft.com/office/drawing/2014/main" id="{375D3EB2-6DCC-0444-DF3D-22B4BEBF732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00763" y="1991318"/>
            <a:ext cx="295748" cy="295746"/>
          </a:xfrm>
          <a:prstGeom prst="rect">
            <a:avLst/>
          </a:prstGeom>
        </p:spPr>
      </p:pic>
      <p:sp>
        <p:nvSpPr>
          <p:cNvPr id="14" name="Elipse 13">
            <a:extLst>
              <a:ext uri="{FF2B5EF4-FFF2-40B4-BE49-F238E27FC236}">
                <a16:creationId xmlns:a16="http://schemas.microsoft.com/office/drawing/2014/main" id="{3B484E26-C688-1325-B309-A958CAF64CD6}"/>
              </a:ext>
            </a:extLst>
          </p:cNvPr>
          <p:cNvSpPr/>
          <p:nvPr/>
        </p:nvSpPr>
        <p:spPr>
          <a:xfrm>
            <a:off x="1550331" y="3033796"/>
            <a:ext cx="404419" cy="399638"/>
          </a:xfrm>
          <a:prstGeom prst="ellipse">
            <a:avLst/>
          </a:prstGeom>
          <a:noFill/>
          <a:ln w="12700" cap="flat">
            <a:solidFill>
              <a:srgbClr val="554370"/>
            </a:solidFill>
            <a:prstDash val="solid"/>
            <a:miter/>
          </a:ln>
        </p:spPr>
        <p:txBody>
          <a:bodyPr wrap="square" rtlCol="0" anchor="ctr">
            <a:noAutofit/>
          </a:bodyPr>
          <a:lstStyle/>
          <a:p>
            <a:endParaRPr lang="pt-BR" noProof="0" dirty="0">
              <a:solidFill>
                <a:schemeClr val="tx1"/>
              </a:solidFill>
              <a:latin typeface="Arial"/>
              <a:cs typeface="Arial"/>
            </a:endParaRPr>
          </a:p>
        </p:txBody>
      </p:sp>
      <p:sp>
        <p:nvSpPr>
          <p:cNvPr id="30" name="Elipse 29">
            <a:extLst>
              <a:ext uri="{FF2B5EF4-FFF2-40B4-BE49-F238E27FC236}">
                <a16:creationId xmlns:a16="http://schemas.microsoft.com/office/drawing/2014/main" id="{65DDF639-AF3C-BAB3-CF52-504057049AAD}"/>
              </a:ext>
            </a:extLst>
          </p:cNvPr>
          <p:cNvSpPr/>
          <p:nvPr/>
        </p:nvSpPr>
        <p:spPr>
          <a:xfrm>
            <a:off x="1550331" y="4045613"/>
            <a:ext cx="404419" cy="399638"/>
          </a:xfrm>
          <a:prstGeom prst="ellipse">
            <a:avLst/>
          </a:prstGeom>
          <a:noFill/>
          <a:ln w="12700" cap="flat">
            <a:solidFill>
              <a:srgbClr val="554370"/>
            </a:solidFill>
            <a:prstDash val="solid"/>
            <a:miter/>
          </a:ln>
        </p:spPr>
        <p:txBody>
          <a:bodyPr wrap="square" rtlCol="0" anchor="ctr">
            <a:noAutofit/>
          </a:bodyPr>
          <a:lstStyle/>
          <a:p>
            <a:endParaRPr lang="pt-BR" noProof="0" dirty="0">
              <a:solidFill>
                <a:schemeClr val="tx1"/>
              </a:solidFill>
              <a:latin typeface="Arial"/>
              <a:cs typeface="Arial"/>
            </a:endParaRPr>
          </a:p>
        </p:txBody>
      </p:sp>
      <p:pic>
        <p:nvPicPr>
          <p:cNvPr id="34" name="Image 1" descr="preencoded.png">
            <a:extLst>
              <a:ext uri="{FF2B5EF4-FFF2-40B4-BE49-F238E27FC236}">
                <a16:creationId xmlns:a16="http://schemas.microsoft.com/office/drawing/2014/main" id="{5A05095C-D946-073B-040B-E50EF5E20AA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46228" y="3135385"/>
            <a:ext cx="215305" cy="215305"/>
          </a:xfrm>
          <a:prstGeom prst="rect">
            <a:avLst/>
          </a:prstGeom>
        </p:spPr>
      </p:pic>
      <p:pic>
        <p:nvPicPr>
          <p:cNvPr id="35" name="Image 2" descr="preencoded.png">
            <a:extLst>
              <a:ext uri="{FF2B5EF4-FFF2-40B4-BE49-F238E27FC236}">
                <a16:creationId xmlns:a16="http://schemas.microsoft.com/office/drawing/2014/main" id="{AE1B0153-9548-3119-AE82-56AE2AC4F96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639643" y="4115689"/>
            <a:ext cx="215305" cy="215305"/>
          </a:xfrm>
          <a:prstGeom prst="rect">
            <a:avLst/>
          </a:prstGeom>
        </p:spPr>
      </p:pic>
      <p:pic>
        <p:nvPicPr>
          <p:cNvPr id="3" name="Imagem 2">
            <a:extLst>
              <a:ext uri="{FF2B5EF4-FFF2-40B4-BE49-F238E27FC236}">
                <a16:creationId xmlns:a16="http://schemas.microsoft.com/office/drawing/2014/main" id="{CA929659-440A-7454-FDD1-D890FE66AEE4}"/>
              </a:ext>
            </a:extLst>
          </p:cNvPr>
          <p:cNvPicPr>
            <a:picLocks noGrp="1" noRot="1" noChangeAspect="1" noMove="1" noResize="1" noEditPoints="1" noAdjustHandles="1" noChangeArrowheads="1" noChangeShapeType="1" noCrop="1"/>
          </p:cNvPicPr>
          <p:nvPr/>
        </p:nvPicPr>
        <p:blipFill>
          <a:blip r:embed="rId6"/>
          <a:stretch>
            <a:fillRect/>
          </a:stretch>
        </p:blipFill>
        <p:spPr>
          <a:xfrm>
            <a:off x="191372" y="6488701"/>
            <a:ext cx="6096851" cy="161948"/>
          </a:xfrm>
          <a:prstGeom prst="rect">
            <a:avLst/>
          </a:prstGeom>
        </p:spPr>
      </p:pic>
      <p:sp>
        <p:nvSpPr>
          <p:cNvPr id="2" name="CaixaDeTexto 1">
            <a:extLst>
              <a:ext uri="{FF2B5EF4-FFF2-40B4-BE49-F238E27FC236}">
                <a16:creationId xmlns:a16="http://schemas.microsoft.com/office/drawing/2014/main" id="{383627F0-C1E1-86BB-1F84-CF10DA6211BD}"/>
              </a:ext>
            </a:extLst>
          </p:cNvPr>
          <p:cNvSpPr txBox="1"/>
          <p:nvPr/>
        </p:nvSpPr>
        <p:spPr>
          <a:xfrm>
            <a:off x="1956340" y="1838283"/>
            <a:ext cx="8632412" cy="830997"/>
          </a:xfrm>
          <a:prstGeom prst="rect">
            <a:avLst/>
          </a:prstGeom>
          <a:noFill/>
        </p:spPr>
        <p:txBody>
          <a:bodyPr wrap="square">
            <a:spAutoFit/>
          </a:bodyPr>
          <a:lstStyle/>
          <a:p>
            <a:pPr>
              <a:spcAft>
                <a:spcPts val="1000"/>
              </a:spcAft>
            </a:pPr>
            <a:r>
              <a:rPr lang="pt-BR" sz="1200" b="1" kern="100" noProof="0" dirty="0">
                <a:solidFill>
                  <a:schemeClr val="accent1"/>
                </a:solidFill>
                <a:cs typeface="GT Walsheim LC Bold" pitchFamily="2" charset="0"/>
              </a:rPr>
              <a:t>Imunidade Contábil</a:t>
            </a:r>
            <a:br>
              <a:rPr lang="pt-BR" sz="1200" kern="100" noProof="0" dirty="0">
                <a:solidFill>
                  <a:schemeClr val="accent1"/>
                </a:solidFill>
                <a:cs typeface="GT Walsheim LC Bold" pitchFamily="2" charset="0"/>
              </a:rPr>
            </a:br>
            <a:r>
              <a:rPr lang="pt-BR" sz="1200" kern="100" noProof="0" dirty="0">
                <a:solidFill>
                  <a:schemeClr val="accent1"/>
                </a:solidFill>
                <a:effectLst/>
                <a:ea typeface="Aptos" panose="020B0004020202020204" pitchFamily="34" charset="0"/>
                <a:cs typeface="GT Walsheim LC" pitchFamily="2" charset="0"/>
              </a:rPr>
              <a:t>Ao analisar a margem operacional, o MLT neutraliza assimetrias contábeis na classificação entre Custo da Mercadoria Vendida (CMV) e Despesas Operacionais (OPEX), comum entre empresas independentes, que distorcem métodos de margem bruta.</a:t>
            </a:r>
            <a:endParaRPr lang="pt-BR" sz="1200" kern="100" noProof="0" dirty="0">
              <a:solidFill>
                <a:schemeClr val="accent1"/>
              </a:solidFill>
              <a:cs typeface="GT Walsheim LC" pitchFamily="2" charset="0"/>
            </a:endParaRPr>
          </a:p>
        </p:txBody>
      </p:sp>
      <p:sp>
        <p:nvSpPr>
          <p:cNvPr id="4" name="CaixaDeTexto 3">
            <a:extLst>
              <a:ext uri="{FF2B5EF4-FFF2-40B4-BE49-F238E27FC236}">
                <a16:creationId xmlns:a16="http://schemas.microsoft.com/office/drawing/2014/main" id="{A93A075C-DCEE-119A-5401-E1726B8BD3B2}"/>
              </a:ext>
            </a:extLst>
          </p:cNvPr>
          <p:cNvSpPr txBox="1"/>
          <p:nvPr/>
        </p:nvSpPr>
        <p:spPr>
          <a:xfrm>
            <a:off x="1949506" y="2990813"/>
            <a:ext cx="8632412" cy="646331"/>
          </a:xfrm>
          <a:prstGeom prst="rect">
            <a:avLst/>
          </a:prstGeom>
          <a:noFill/>
        </p:spPr>
        <p:txBody>
          <a:bodyPr wrap="square">
            <a:spAutoFit/>
          </a:bodyPr>
          <a:lstStyle/>
          <a:p>
            <a:pPr fontAlgn="base">
              <a:spcAft>
                <a:spcPts val="1000"/>
              </a:spcAft>
            </a:pPr>
            <a:r>
              <a:rPr lang="pt-BR" sz="1200" b="1" kern="100" noProof="0" dirty="0">
                <a:solidFill>
                  <a:schemeClr val="accent1"/>
                </a:solidFill>
                <a:cs typeface="GT Walsheim LC Bold" pitchFamily="2" charset="0"/>
              </a:rPr>
              <a:t>Tolerância Funcional</a:t>
            </a:r>
            <a:br>
              <a:rPr lang="pt-BR" sz="1200" kern="100" noProof="0" dirty="0">
                <a:solidFill>
                  <a:schemeClr val="accent1"/>
                </a:solidFill>
                <a:cs typeface="GT Walsheim LC Bold" pitchFamily="2" charset="0"/>
              </a:rPr>
            </a:br>
            <a:r>
              <a:rPr lang="pt-BR" sz="1200" kern="100" noProof="0" dirty="0">
                <a:solidFill>
                  <a:schemeClr val="accent1"/>
                </a:solidFill>
                <a:cs typeface="GT Walsheim LC" pitchFamily="2" charset="0"/>
              </a:rPr>
              <a:t>É menos sensível a pequenas variações de produto ou serviço que o PIC. Exige apenas uma comparabilidade funcional ampla (funções, ativos e riscos similares), permitindo maior flexibilidade na identificação de comparáveis válidos.</a:t>
            </a:r>
          </a:p>
        </p:txBody>
      </p:sp>
    </p:spTree>
    <p:extLst>
      <p:ext uri="{BB962C8B-B14F-4D97-AF65-F5344CB8AC3E}">
        <p14:creationId xmlns:p14="http://schemas.microsoft.com/office/powerpoint/2010/main" val="987905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
                                        </p:tgtEl>
                                        <p:attrNameLst>
                                          <p:attrName>style.visibility</p:attrName>
                                        </p:attrNameLst>
                                      </p:cBhvr>
                                      <p:to>
                                        <p:strVal val="visible"/>
                                      </p:to>
                                    </p:set>
                                    <p:animEffect transition="in" filter="fade">
                                      <p:cBhvr>
                                        <p:cTn id="10" dur="500"/>
                                        <p:tgtEl>
                                          <p:spTgt spid="30"/>
                                        </p:tgtEl>
                                      </p:cBhvr>
                                    </p:animEffect>
                                  </p:childTnLst>
                                </p:cTn>
                              </p:par>
                              <p:par>
                                <p:cTn id="11" presetID="10" presetClass="entr" presetSubtype="0" fill="hold" nodeType="withEffect">
                                  <p:stCondLst>
                                    <p:cond delay="0"/>
                                  </p:stCondLst>
                                  <p:childTnLst>
                                    <p:set>
                                      <p:cBhvr>
                                        <p:cTn id="12" dur="1" fill="hold">
                                          <p:stCondLst>
                                            <p:cond delay="0"/>
                                          </p:stCondLst>
                                        </p:cTn>
                                        <p:tgtEl>
                                          <p:spTgt spid="35"/>
                                        </p:tgtEl>
                                        <p:attrNameLst>
                                          <p:attrName>style.visibility</p:attrName>
                                        </p:attrNameLst>
                                      </p:cBhvr>
                                      <p:to>
                                        <p:strVal val="visible"/>
                                      </p:to>
                                    </p:set>
                                    <p:animEffect transition="in" filter="fade">
                                      <p:cBhvr>
                                        <p:cTn id="13"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3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9F6D8A-23E1-7A7F-4CF3-478CD0277FE7}"/>
            </a:ext>
          </a:extLst>
        </p:cNvPr>
        <p:cNvGrpSpPr/>
        <p:nvPr/>
      </p:nvGrpSpPr>
      <p:grpSpPr>
        <a:xfrm>
          <a:off x="0" y="0"/>
          <a:ext cx="0" cy="0"/>
          <a:chOff x="0" y="0"/>
          <a:chExt cx="0" cy="0"/>
        </a:xfrm>
      </p:grpSpPr>
      <p:sp>
        <p:nvSpPr>
          <p:cNvPr id="13" name="Elipse 12">
            <a:extLst>
              <a:ext uri="{FF2B5EF4-FFF2-40B4-BE49-F238E27FC236}">
                <a16:creationId xmlns:a16="http://schemas.microsoft.com/office/drawing/2014/main" id="{75A61B82-4218-97B0-8C09-7DB5ECD6A460}"/>
              </a:ext>
            </a:extLst>
          </p:cNvPr>
          <p:cNvSpPr/>
          <p:nvPr/>
        </p:nvSpPr>
        <p:spPr>
          <a:xfrm>
            <a:off x="1545087" y="1947380"/>
            <a:ext cx="404419" cy="399638"/>
          </a:xfrm>
          <a:prstGeom prst="ellipse">
            <a:avLst/>
          </a:prstGeom>
          <a:noFill/>
          <a:ln w="12700" cap="flat">
            <a:solidFill>
              <a:srgbClr val="554370"/>
            </a:solidFill>
            <a:prstDash val="solid"/>
            <a:miter/>
          </a:ln>
        </p:spPr>
        <p:txBody>
          <a:bodyPr wrap="square" rtlCol="0" anchor="ctr">
            <a:noAutofit/>
          </a:bodyPr>
          <a:lstStyle/>
          <a:p>
            <a:endParaRPr lang="pt-BR" noProof="0" dirty="0">
              <a:solidFill>
                <a:schemeClr val="tx1"/>
              </a:solidFill>
              <a:latin typeface="Arial"/>
              <a:cs typeface="Arial"/>
            </a:endParaRPr>
          </a:p>
        </p:txBody>
      </p:sp>
      <p:sp>
        <p:nvSpPr>
          <p:cNvPr id="11" name="Título 1">
            <a:extLst>
              <a:ext uri="{FF2B5EF4-FFF2-40B4-BE49-F238E27FC236}">
                <a16:creationId xmlns:a16="http://schemas.microsoft.com/office/drawing/2014/main" id="{AD7F7D6D-7294-E988-4E36-2FCAA326672D}"/>
              </a:ext>
            </a:extLst>
          </p:cNvPr>
          <p:cNvSpPr txBox="1">
            <a:spLocks/>
          </p:cNvSpPr>
          <p:nvPr/>
        </p:nvSpPr>
        <p:spPr>
          <a:xfrm>
            <a:off x="554474" y="551382"/>
            <a:ext cx="5370648" cy="305131"/>
          </a:xfrm>
          <a:prstGeom prst="rect">
            <a:avLst/>
          </a:prstGeom>
        </p:spPr>
        <p:txBody>
          <a:bodyPr vert="horz" wrap="square" lIns="0" tIns="0" rIns="0" bIns="0" rtlCol="0" anchor="t" anchorCtr="0">
            <a:noAutofit/>
          </a:bodyPr>
          <a:lstStyle>
            <a:lvl1pPr algn="l" defTabSz="736656" rtl="0" eaLnBrk="1" latinLnBrk="0" hangingPunct="1">
              <a:lnSpc>
                <a:spcPct val="85000"/>
              </a:lnSpc>
              <a:spcBef>
                <a:spcPct val="0"/>
              </a:spcBef>
              <a:buNone/>
              <a:defRPr sz="3000" b="1" kern="1200">
                <a:solidFill>
                  <a:schemeClr val="accent1"/>
                </a:solidFill>
                <a:latin typeface="+mj-lt"/>
                <a:ea typeface="+mj-ea"/>
                <a:cs typeface="+mj-cs"/>
              </a:defRPr>
            </a:lvl1pPr>
          </a:lstStyle>
          <a:p>
            <a:pPr marL="0" marR="0" lvl="0" indent="0" algn="l" defTabSz="736656" rtl="0" eaLnBrk="1" fontAlgn="auto" latinLnBrk="0" hangingPunct="1">
              <a:lnSpc>
                <a:spcPct val="85000"/>
              </a:lnSpc>
              <a:spcBef>
                <a:spcPct val="0"/>
              </a:spcBef>
              <a:spcAft>
                <a:spcPts val="0"/>
              </a:spcAft>
              <a:buClrTx/>
              <a:buSzTx/>
              <a:buFontTx/>
              <a:buNone/>
              <a:tabLst/>
              <a:defRPr/>
            </a:pPr>
            <a:r>
              <a:rPr kumimoji="0" lang="pt-BR" sz="3600" b="0" i="0" u="none" strike="noStrike" kern="1200" cap="none" spc="-50" normalizeH="0" noProof="0" dirty="0">
                <a:ln>
                  <a:noFill/>
                </a:ln>
                <a:effectLst/>
                <a:uLnTx/>
                <a:uFillTx/>
                <a:latin typeface="GT Walsheim LC Bold" pitchFamily="2" charset="0"/>
                <a:cs typeface="GT Walsheim LC Bold" pitchFamily="2" charset="0"/>
              </a:rPr>
              <a:t>A Adoção do MLT</a:t>
            </a:r>
          </a:p>
        </p:txBody>
      </p:sp>
      <p:sp>
        <p:nvSpPr>
          <p:cNvPr id="17" name="CaixaDeTexto 16">
            <a:extLst>
              <a:ext uri="{FF2B5EF4-FFF2-40B4-BE49-F238E27FC236}">
                <a16:creationId xmlns:a16="http://schemas.microsoft.com/office/drawing/2014/main" id="{F7FD736C-4F38-DA62-D6F0-B65B3E88BDEB}"/>
              </a:ext>
            </a:extLst>
          </p:cNvPr>
          <p:cNvSpPr txBox="1"/>
          <p:nvPr/>
        </p:nvSpPr>
        <p:spPr>
          <a:xfrm>
            <a:off x="461820" y="1018984"/>
            <a:ext cx="6096850" cy="412934"/>
          </a:xfrm>
          <a:prstGeom prst="rect">
            <a:avLst/>
          </a:prstGeom>
          <a:noFill/>
        </p:spPr>
        <p:txBody>
          <a:bodyPr wrap="square">
            <a:spAutoFit/>
          </a:bodyPr>
          <a:lstStyle/>
          <a:p>
            <a:pPr>
              <a:lnSpc>
                <a:spcPts val="2500"/>
              </a:lnSpc>
              <a:spcAft>
                <a:spcPts val="0"/>
              </a:spcAft>
              <a:defRPr/>
            </a:pPr>
            <a:r>
              <a:rPr lang="pt-BR" sz="2400" noProof="0" dirty="0">
                <a:solidFill>
                  <a:schemeClr val="accent1"/>
                </a:solidFill>
                <a:cs typeface="GT Walsheim LC" pitchFamily="2" charset="0"/>
              </a:rPr>
              <a:t>Robustez Técnica e Conformidade Legal</a:t>
            </a:r>
            <a:r>
              <a:rPr lang="pt-BR" sz="2400" b="1" noProof="0" dirty="0">
                <a:solidFill>
                  <a:schemeClr val="accent1"/>
                </a:solidFill>
                <a:cs typeface="GT Walsheim LC" pitchFamily="2" charset="0"/>
              </a:rPr>
              <a:t>.</a:t>
            </a:r>
          </a:p>
        </p:txBody>
      </p:sp>
      <p:sp>
        <p:nvSpPr>
          <p:cNvPr id="15" name="CaixaDeTexto 14">
            <a:extLst>
              <a:ext uri="{FF2B5EF4-FFF2-40B4-BE49-F238E27FC236}">
                <a16:creationId xmlns:a16="http://schemas.microsoft.com/office/drawing/2014/main" id="{7C3E15A6-9E2A-11A8-5F49-4AE2ECD0CFE4}"/>
              </a:ext>
            </a:extLst>
          </p:cNvPr>
          <p:cNvSpPr txBox="1"/>
          <p:nvPr/>
        </p:nvSpPr>
        <p:spPr>
          <a:xfrm>
            <a:off x="1956340" y="5192083"/>
            <a:ext cx="8632412" cy="830997"/>
          </a:xfrm>
          <a:prstGeom prst="rect">
            <a:avLst/>
          </a:prstGeom>
          <a:noFill/>
        </p:spPr>
        <p:txBody>
          <a:bodyPr wrap="square">
            <a:spAutoFit/>
          </a:bodyPr>
          <a:lstStyle/>
          <a:p>
            <a:pPr>
              <a:spcAft>
                <a:spcPts val="800"/>
              </a:spcAft>
              <a:buNone/>
            </a:pPr>
            <a:r>
              <a:rPr lang="pt-BR" sz="1200" b="1" kern="100" noProof="0" dirty="0">
                <a:solidFill>
                  <a:schemeClr val="accent1"/>
                </a:solidFill>
                <a:effectLst/>
                <a:ea typeface="Aptos" panose="020B0004020202020204" pitchFamily="34" charset="0"/>
                <a:cs typeface="GT Walsheim LC Bold" pitchFamily="2" charset="0"/>
              </a:rPr>
              <a:t>Alinhamento Total</a:t>
            </a:r>
            <a:br>
              <a:rPr lang="pt-BR" sz="1200" kern="100" noProof="0" dirty="0">
                <a:solidFill>
                  <a:schemeClr val="accent1"/>
                </a:solidFill>
                <a:effectLst/>
                <a:ea typeface="Aptos" panose="020B0004020202020204" pitchFamily="34" charset="0"/>
                <a:cs typeface="GT Walsheim LC Bold" pitchFamily="2" charset="0"/>
              </a:rPr>
            </a:br>
            <a:r>
              <a:rPr lang="pt-BR" sz="1200" kern="100" noProof="0" dirty="0">
                <a:solidFill>
                  <a:schemeClr val="accent1"/>
                </a:solidFill>
                <a:effectLst/>
                <a:ea typeface="Aptos" panose="020B0004020202020204" pitchFamily="34" charset="0"/>
                <a:cs typeface="GT Walsheim LC" pitchFamily="2" charset="0"/>
              </a:rPr>
              <a:t>Diante do perfil funcional de transações rotineiras, onde uma das partes assume funções menos complexas e riscos limitados, o MLT se consagra como o "Método Mais Apropriado", garantindo o estrito compliance com as diretrizes internacionais e nacionais.</a:t>
            </a:r>
          </a:p>
        </p:txBody>
      </p:sp>
      <p:sp>
        <p:nvSpPr>
          <p:cNvPr id="20" name="Freeform 39">
            <a:extLst>
              <a:ext uri="{FF2B5EF4-FFF2-40B4-BE49-F238E27FC236}">
                <a16:creationId xmlns:a16="http://schemas.microsoft.com/office/drawing/2014/main" id="{2E85D52B-EB22-3164-453E-B1A8538C8B02}"/>
              </a:ext>
            </a:extLst>
          </p:cNvPr>
          <p:cNvSpPr/>
          <p:nvPr/>
        </p:nvSpPr>
        <p:spPr>
          <a:xfrm>
            <a:off x="1535157" y="2539280"/>
            <a:ext cx="414349" cy="415071"/>
          </a:xfrm>
          <a:custGeom>
            <a:avLst/>
            <a:gdLst>
              <a:gd name="connsiteX0" fmla="*/ 215680 w 739000"/>
              <a:gd name="connsiteY0" fmla="*/ 425939 h 740289"/>
              <a:gd name="connsiteX1" fmla="*/ 200037 w 739000"/>
              <a:gd name="connsiteY1" fmla="*/ 427364 h 740289"/>
              <a:gd name="connsiteX2" fmla="*/ 203356 w 739000"/>
              <a:gd name="connsiteY2" fmla="*/ 430688 h 740289"/>
              <a:gd name="connsiteX3" fmla="*/ 204067 w 739000"/>
              <a:gd name="connsiteY3" fmla="*/ 431400 h 740289"/>
              <a:gd name="connsiteX4" fmla="*/ 302663 w 739000"/>
              <a:gd name="connsiteY4" fmla="*/ 530643 h 740289"/>
              <a:gd name="connsiteX5" fmla="*/ 451506 w 739000"/>
              <a:gd name="connsiteY5" fmla="*/ 530643 h 740289"/>
              <a:gd name="connsiteX6" fmla="*/ 461698 w 739000"/>
              <a:gd name="connsiteY6" fmla="*/ 536342 h 740289"/>
              <a:gd name="connsiteX7" fmla="*/ 485162 w 739000"/>
              <a:gd name="connsiteY7" fmla="*/ 559847 h 740289"/>
              <a:gd name="connsiteX8" fmla="*/ 540859 w 739000"/>
              <a:gd name="connsiteY8" fmla="*/ 511175 h 740289"/>
              <a:gd name="connsiteX9" fmla="*/ 480896 w 739000"/>
              <a:gd name="connsiteY9" fmla="*/ 451581 h 740289"/>
              <a:gd name="connsiteX10" fmla="*/ 295553 w 739000"/>
              <a:gd name="connsiteY10" fmla="*/ 451581 h 740289"/>
              <a:gd name="connsiteX11" fmla="*/ 323283 w 739000"/>
              <a:gd name="connsiteY11" fmla="*/ 479360 h 740289"/>
              <a:gd name="connsiteX12" fmla="*/ 423539 w 739000"/>
              <a:gd name="connsiteY12" fmla="*/ 479360 h 740289"/>
              <a:gd name="connsiteX13" fmla="*/ 435389 w 739000"/>
              <a:gd name="connsiteY13" fmla="*/ 491231 h 740289"/>
              <a:gd name="connsiteX14" fmla="*/ 423539 w 739000"/>
              <a:gd name="connsiteY14" fmla="*/ 503102 h 740289"/>
              <a:gd name="connsiteX15" fmla="*/ 318543 w 739000"/>
              <a:gd name="connsiteY15" fmla="*/ 503102 h 740289"/>
              <a:gd name="connsiteX16" fmla="*/ 316173 w 739000"/>
              <a:gd name="connsiteY16" fmla="*/ 502865 h 740289"/>
              <a:gd name="connsiteX17" fmla="*/ 315225 w 739000"/>
              <a:gd name="connsiteY17" fmla="*/ 502627 h 740289"/>
              <a:gd name="connsiteX18" fmla="*/ 314040 w 739000"/>
              <a:gd name="connsiteY18" fmla="*/ 502153 h 740289"/>
              <a:gd name="connsiteX19" fmla="*/ 312855 w 739000"/>
              <a:gd name="connsiteY19" fmla="*/ 501440 h 740289"/>
              <a:gd name="connsiteX20" fmla="*/ 311907 w 739000"/>
              <a:gd name="connsiteY20" fmla="*/ 500965 h 740289"/>
              <a:gd name="connsiteX21" fmla="*/ 310011 w 739000"/>
              <a:gd name="connsiteY21" fmla="*/ 499541 h 740289"/>
              <a:gd name="connsiteX22" fmla="*/ 258579 w 739000"/>
              <a:gd name="connsiteY22" fmla="*/ 448020 h 740289"/>
              <a:gd name="connsiteX23" fmla="*/ 258342 w 739000"/>
              <a:gd name="connsiteY23" fmla="*/ 447782 h 740289"/>
              <a:gd name="connsiteX24" fmla="*/ 215680 w 739000"/>
              <a:gd name="connsiteY24" fmla="*/ 425939 h 740289"/>
              <a:gd name="connsiteX25" fmla="*/ 215680 w 739000"/>
              <a:gd name="connsiteY25" fmla="*/ 402197 h 740289"/>
              <a:gd name="connsiteX26" fmla="*/ 271852 w 739000"/>
              <a:gd name="connsiteY26" fmla="*/ 427839 h 740289"/>
              <a:gd name="connsiteX27" fmla="*/ 485873 w 739000"/>
              <a:gd name="connsiteY27" fmla="*/ 427839 h 740289"/>
              <a:gd name="connsiteX28" fmla="*/ 494168 w 739000"/>
              <a:gd name="connsiteY28" fmla="*/ 431163 h 740289"/>
              <a:gd name="connsiteX29" fmla="*/ 564797 w 739000"/>
              <a:gd name="connsiteY29" fmla="*/ 501440 h 740289"/>
              <a:gd name="connsiteX30" fmla="*/ 565746 w 739000"/>
              <a:gd name="connsiteY30" fmla="*/ 517585 h 740289"/>
              <a:gd name="connsiteX31" fmla="*/ 565983 w 739000"/>
              <a:gd name="connsiteY31" fmla="*/ 517823 h 740289"/>
              <a:gd name="connsiteX32" fmla="*/ 488954 w 739000"/>
              <a:gd name="connsiteY32" fmla="*/ 585251 h 740289"/>
              <a:gd name="connsiteX33" fmla="*/ 483266 w 739000"/>
              <a:gd name="connsiteY33" fmla="*/ 586913 h 740289"/>
              <a:gd name="connsiteX34" fmla="*/ 474970 w 739000"/>
              <a:gd name="connsiteY34" fmla="*/ 583352 h 740289"/>
              <a:gd name="connsiteX35" fmla="*/ 446292 w 739000"/>
              <a:gd name="connsiteY35" fmla="*/ 554623 h 740289"/>
              <a:gd name="connsiteX36" fmla="*/ 297686 w 739000"/>
              <a:gd name="connsiteY36" fmla="*/ 554623 h 740289"/>
              <a:gd name="connsiteX37" fmla="*/ 289391 w 739000"/>
              <a:gd name="connsiteY37" fmla="*/ 551062 h 740289"/>
              <a:gd name="connsiteX38" fmla="*/ 187713 w 739000"/>
              <a:gd name="connsiteY38" fmla="*/ 448495 h 740289"/>
              <a:gd name="connsiteX39" fmla="*/ 175625 w 739000"/>
              <a:gd name="connsiteY39" fmla="*/ 418579 h 740289"/>
              <a:gd name="connsiteX40" fmla="*/ 215680 w 739000"/>
              <a:gd name="connsiteY40" fmla="*/ 402197 h 740289"/>
              <a:gd name="connsiteX41" fmla="*/ 436337 w 739000"/>
              <a:gd name="connsiteY41" fmla="*/ 299867 h 740289"/>
              <a:gd name="connsiteX42" fmla="*/ 412162 w 739000"/>
              <a:gd name="connsiteY42" fmla="*/ 324085 h 740289"/>
              <a:gd name="connsiteX43" fmla="*/ 436337 w 739000"/>
              <a:gd name="connsiteY43" fmla="*/ 348302 h 740289"/>
              <a:gd name="connsiteX44" fmla="*/ 460512 w 739000"/>
              <a:gd name="connsiteY44" fmla="*/ 324085 h 740289"/>
              <a:gd name="connsiteX45" fmla="*/ 436337 w 739000"/>
              <a:gd name="connsiteY45" fmla="*/ 299867 h 740289"/>
              <a:gd name="connsiteX46" fmla="*/ 436337 w 739000"/>
              <a:gd name="connsiteY46" fmla="*/ 276125 h 740289"/>
              <a:gd name="connsiteX47" fmla="*/ 484213 w 739000"/>
              <a:gd name="connsiteY47" fmla="*/ 324085 h 740289"/>
              <a:gd name="connsiteX48" fmla="*/ 436337 w 739000"/>
              <a:gd name="connsiteY48" fmla="*/ 372044 h 740289"/>
              <a:gd name="connsiteX49" fmla="*/ 388461 w 739000"/>
              <a:gd name="connsiteY49" fmla="*/ 324085 h 740289"/>
              <a:gd name="connsiteX50" fmla="*/ 436337 w 739000"/>
              <a:gd name="connsiteY50" fmla="*/ 276125 h 740289"/>
              <a:gd name="connsiteX51" fmla="*/ 302900 w 739000"/>
              <a:gd name="connsiteY51" fmla="*/ 176407 h 740289"/>
              <a:gd name="connsiteX52" fmla="*/ 278725 w 739000"/>
              <a:gd name="connsiteY52" fmla="*/ 200624 h 740289"/>
              <a:gd name="connsiteX53" fmla="*/ 302900 w 739000"/>
              <a:gd name="connsiteY53" fmla="*/ 224841 h 740289"/>
              <a:gd name="connsiteX54" fmla="*/ 327075 w 739000"/>
              <a:gd name="connsiteY54" fmla="*/ 200624 h 740289"/>
              <a:gd name="connsiteX55" fmla="*/ 302900 w 739000"/>
              <a:gd name="connsiteY55" fmla="*/ 176407 h 740289"/>
              <a:gd name="connsiteX56" fmla="*/ 447240 w 739000"/>
              <a:gd name="connsiteY56" fmla="*/ 160024 h 740289"/>
              <a:gd name="connsiteX57" fmla="*/ 449373 w 739000"/>
              <a:gd name="connsiteY57" fmla="*/ 176644 h 740289"/>
              <a:gd name="connsiteX58" fmla="*/ 308588 w 739000"/>
              <a:gd name="connsiteY58" fmla="*/ 361835 h 740289"/>
              <a:gd name="connsiteX59" fmla="*/ 299108 w 739000"/>
              <a:gd name="connsiteY59" fmla="*/ 366583 h 740289"/>
              <a:gd name="connsiteX60" fmla="*/ 291998 w 739000"/>
              <a:gd name="connsiteY60" fmla="*/ 364209 h 740289"/>
              <a:gd name="connsiteX61" fmla="*/ 289865 w 739000"/>
              <a:gd name="connsiteY61" fmla="*/ 347352 h 740289"/>
              <a:gd name="connsiteX62" fmla="*/ 430649 w 739000"/>
              <a:gd name="connsiteY62" fmla="*/ 162161 h 740289"/>
              <a:gd name="connsiteX63" fmla="*/ 447240 w 739000"/>
              <a:gd name="connsiteY63" fmla="*/ 160024 h 740289"/>
              <a:gd name="connsiteX64" fmla="*/ 302900 w 739000"/>
              <a:gd name="connsiteY64" fmla="*/ 152427 h 740289"/>
              <a:gd name="connsiteX65" fmla="*/ 350776 w 739000"/>
              <a:gd name="connsiteY65" fmla="*/ 200387 h 740289"/>
              <a:gd name="connsiteX66" fmla="*/ 302900 w 739000"/>
              <a:gd name="connsiteY66" fmla="*/ 248346 h 740289"/>
              <a:gd name="connsiteX67" fmla="*/ 255024 w 739000"/>
              <a:gd name="connsiteY67" fmla="*/ 200387 h 740289"/>
              <a:gd name="connsiteX68" fmla="*/ 302900 w 739000"/>
              <a:gd name="connsiteY68" fmla="*/ 152427 h 740289"/>
              <a:gd name="connsiteX69" fmla="*/ 369500 w 739000"/>
              <a:gd name="connsiteY69" fmla="*/ 23742 h 740289"/>
              <a:gd name="connsiteX70" fmla="*/ 124905 w 739000"/>
              <a:gd name="connsiteY70" fmla="*/ 125123 h 740289"/>
              <a:gd name="connsiteX71" fmla="*/ 23701 w 739000"/>
              <a:gd name="connsiteY71" fmla="*/ 370144 h 740289"/>
              <a:gd name="connsiteX72" fmla="*/ 124905 w 739000"/>
              <a:gd name="connsiteY72" fmla="*/ 615166 h 740289"/>
              <a:gd name="connsiteX73" fmla="*/ 369500 w 739000"/>
              <a:gd name="connsiteY73" fmla="*/ 716546 h 740289"/>
              <a:gd name="connsiteX74" fmla="*/ 614096 w 739000"/>
              <a:gd name="connsiteY74" fmla="*/ 615166 h 740289"/>
              <a:gd name="connsiteX75" fmla="*/ 715299 w 739000"/>
              <a:gd name="connsiteY75" fmla="*/ 370144 h 740289"/>
              <a:gd name="connsiteX76" fmla="*/ 614096 w 739000"/>
              <a:gd name="connsiteY76" fmla="*/ 125123 h 740289"/>
              <a:gd name="connsiteX77" fmla="*/ 369500 w 739000"/>
              <a:gd name="connsiteY77" fmla="*/ 23742 h 740289"/>
              <a:gd name="connsiteX78" fmla="*/ 369500 w 739000"/>
              <a:gd name="connsiteY78" fmla="*/ 0 h 740289"/>
              <a:gd name="connsiteX79" fmla="*/ 739000 w 739000"/>
              <a:gd name="connsiteY79" fmla="*/ 370144 h 740289"/>
              <a:gd name="connsiteX80" fmla="*/ 369500 w 739000"/>
              <a:gd name="connsiteY80" fmla="*/ 740289 h 740289"/>
              <a:gd name="connsiteX81" fmla="*/ 0 w 739000"/>
              <a:gd name="connsiteY81" fmla="*/ 370144 h 740289"/>
              <a:gd name="connsiteX82" fmla="*/ 369500 w 739000"/>
              <a:gd name="connsiteY82" fmla="*/ 0 h 740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39000" h="740289">
                <a:moveTo>
                  <a:pt x="215680" y="425939"/>
                </a:moveTo>
                <a:cubicBezTo>
                  <a:pt x="207622" y="425939"/>
                  <a:pt x="202882" y="426652"/>
                  <a:pt x="200037" y="427364"/>
                </a:cubicBezTo>
                <a:cubicBezTo>
                  <a:pt x="200986" y="428551"/>
                  <a:pt x="202171" y="429738"/>
                  <a:pt x="203356" y="430688"/>
                </a:cubicBezTo>
                <a:cubicBezTo>
                  <a:pt x="203593" y="430925"/>
                  <a:pt x="203830" y="431163"/>
                  <a:pt x="204067" y="431400"/>
                </a:cubicBezTo>
                <a:lnTo>
                  <a:pt x="302663" y="530643"/>
                </a:lnTo>
                <a:lnTo>
                  <a:pt x="451506" y="530643"/>
                </a:lnTo>
                <a:cubicBezTo>
                  <a:pt x="456009" y="530643"/>
                  <a:pt x="459565" y="533018"/>
                  <a:pt x="461698" y="536342"/>
                </a:cubicBezTo>
                <a:lnTo>
                  <a:pt x="485162" y="559847"/>
                </a:lnTo>
                <a:cubicBezTo>
                  <a:pt x="506256" y="546788"/>
                  <a:pt x="525217" y="530169"/>
                  <a:pt x="540859" y="511175"/>
                </a:cubicBezTo>
                <a:lnTo>
                  <a:pt x="480896" y="451581"/>
                </a:lnTo>
                <a:lnTo>
                  <a:pt x="295553" y="451581"/>
                </a:lnTo>
                <a:lnTo>
                  <a:pt x="323283" y="479360"/>
                </a:lnTo>
                <a:lnTo>
                  <a:pt x="423539" y="479360"/>
                </a:lnTo>
                <a:cubicBezTo>
                  <a:pt x="430175" y="479360"/>
                  <a:pt x="435389" y="484583"/>
                  <a:pt x="435389" y="491231"/>
                </a:cubicBezTo>
                <a:cubicBezTo>
                  <a:pt x="435389" y="497879"/>
                  <a:pt x="430175" y="503102"/>
                  <a:pt x="423539" y="503102"/>
                </a:cubicBezTo>
                <a:lnTo>
                  <a:pt x="318543" y="503102"/>
                </a:lnTo>
                <a:cubicBezTo>
                  <a:pt x="317832" y="503102"/>
                  <a:pt x="316884" y="503102"/>
                  <a:pt x="316173" y="502865"/>
                </a:cubicBezTo>
                <a:cubicBezTo>
                  <a:pt x="315936" y="502865"/>
                  <a:pt x="315462" y="502627"/>
                  <a:pt x="315225" y="502627"/>
                </a:cubicBezTo>
                <a:cubicBezTo>
                  <a:pt x="314751" y="502390"/>
                  <a:pt x="314514" y="502390"/>
                  <a:pt x="314040" y="502153"/>
                </a:cubicBezTo>
                <a:cubicBezTo>
                  <a:pt x="313566" y="501915"/>
                  <a:pt x="313329" y="501678"/>
                  <a:pt x="312855" y="501440"/>
                </a:cubicBezTo>
                <a:cubicBezTo>
                  <a:pt x="312381" y="501203"/>
                  <a:pt x="312144" y="501203"/>
                  <a:pt x="311907" y="500965"/>
                </a:cubicBezTo>
                <a:cubicBezTo>
                  <a:pt x="311196" y="500491"/>
                  <a:pt x="310485" y="500016"/>
                  <a:pt x="310011" y="499541"/>
                </a:cubicBezTo>
                <a:lnTo>
                  <a:pt x="258579" y="448020"/>
                </a:lnTo>
                <a:cubicBezTo>
                  <a:pt x="258579" y="448020"/>
                  <a:pt x="258342" y="447782"/>
                  <a:pt x="258342" y="447782"/>
                </a:cubicBezTo>
                <a:cubicBezTo>
                  <a:pt x="258105" y="447545"/>
                  <a:pt x="237722" y="425939"/>
                  <a:pt x="215680" y="425939"/>
                </a:cubicBezTo>
                <a:close/>
                <a:moveTo>
                  <a:pt x="215680" y="402197"/>
                </a:moveTo>
                <a:cubicBezTo>
                  <a:pt x="241277" y="402197"/>
                  <a:pt x="263319" y="419766"/>
                  <a:pt x="271852" y="427839"/>
                </a:cubicBezTo>
                <a:lnTo>
                  <a:pt x="485873" y="427839"/>
                </a:lnTo>
                <a:cubicBezTo>
                  <a:pt x="488954" y="427839"/>
                  <a:pt x="492035" y="429026"/>
                  <a:pt x="494168" y="431163"/>
                </a:cubicBezTo>
                <a:lnTo>
                  <a:pt x="564797" y="501440"/>
                </a:lnTo>
                <a:cubicBezTo>
                  <a:pt x="569301" y="505714"/>
                  <a:pt x="569538" y="512599"/>
                  <a:pt x="565746" y="517585"/>
                </a:cubicBezTo>
                <a:lnTo>
                  <a:pt x="565983" y="517823"/>
                </a:lnTo>
                <a:cubicBezTo>
                  <a:pt x="545363" y="545364"/>
                  <a:pt x="518817" y="568631"/>
                  <a:pt x="488954" y="585251"/>
                </a:cubicBezTo>
                <a:cubicBezTo>
                  <a:pt x="487295" y="586438"/>
                  <a:pt x="485162" y="586913"/>
                  <a:pt x="483266" y="586913"/>
                </a:cubicBezTo>
                <a:cubicBezTo>
                  <a:pt x="480422" y="586913"/>
                  <a:pt x="477340" y="585726"/>
                  <a:pt x="474970" y="583352"/>
                </a:cubicBezTo>
                <a:lnTo>
                  <a:pt x="446292" y="554623"/>
                </a:lnTo>
                <a:lnTo>
                  <a:pt x="297686" y="554623"/>
                </a:lnTo>
                <a:cubicBezTo>
                  <a:pt x="294605" y="554623"/>
                  <a:pt x="291524" y="553199"/>
                  <a:pt x="289391" y="551062"/>
                </a:cubicBezTo>
                <a:lnTo>
                  <a:pt x="187713" y="448495"/>
                </a:lnTo>
                <a:cubicBezTo>
                  <a:pt x="183921" y="445171"/>
                  <a:pt x="170648" y="432587"/>
                  <a:pt x="175625" y="418579"/>
                </a:cubicBezTo>
                <a:cubicBezTo>
                  <a:pt x="180840" y="403859"/>
                  <a:pt x="200986" y="402197"/>
                  <a:pt x="215680" y="402197"/>
                </a:cubicBezTo>
                <a:close/>
                <a:moveTo>
                  <a:pt x="436337" y="299867"/>
                </a:moveTo>
                <a:cubicBezTo>
                  <a:pt x="423065" y="299867"/>
                  <a:pt x="412162" y="310789"/>
                  <a:pt x="412162" y="324085"/>
                </a:cubicBezTo>
                <a:cubicBezTo>
                  <a:pt x="412162" y="337380"/>
                  <a:pt x="423065" y="348302"/>
                  <a:pt x="436337" y="348302"/>
                </a:cubicBezTo>
                <a:cubicBezTo>
                  <a:pt x="449610" y="348302"/>
                  <a:pt x="460512" y="337380"/>
                  <a:pt x="460512" y="324085"/>
                </a:cubicBezTo>
                <a:cubicBezTo>
                  <a:pt x="460512" y="310789"/>
                  <a:pt x="449610" y="299867"/>
                  <a:pt x="436337" y="299867"/>
                </a:cubicBezTo>
                <a:close/>
                <a:moveTo>
                  <a:pt x="436337" y="276125"/>
                </a:moveTo>
                <a:cubicBezTo>
                  <a:pt x="462882" y="276125"/>
                  <a:pt x="484213" y="297731"/>
                  <a:pt x="484213" y="324085"/>
                </a:cubicBezTo>
                <a:cubicBezTo>
                  <a:pt x="484213" y="350676"/>
                  <a:pt x="462645" y="372044"/>
                  <a:pt x="436337" y="372044"/>
                </a:cubicBezTo>
                <a:cubicBezTo>
                  <a:pt x="409792" y="372044"/>
                  <a:pt x="388461" y="350439"/>
                  <a:pt x="388461" y="324085"/>
                </a:cubicBezTo>
                <a:cubicBezTo>
                  <a:pt x="388461" y="297493"/>
                  <a:pt x="410029" y="276125"/>
                  <a:pt x="436337" y="276125"/>
                </a:cubicBezTo>
                <a:close/>
                <a:moveTo>
                  <a:pt x="302900" y="176407"/>
                </a:moveTo>
                <a:cubicBezTo>
                  <a:pt x="289628" y="176407"/>
                  <a:pt x="278725" y="187328"/>
                  <a:pt x="278725" y="200624"/>
                </a:cubicBezTo>
                <a:cubicBezTo>
                  <a:pt x="278725" y="213920"/>
                  <a:pt x="289628" y="224841"/>
                  <a:pt x="302900" y="224841"/>
                </a:cubicBezTo>
                <a:cubicBezTo>
                  <a:pt x="316173" y="224841"/>
                  <a:pt x="327075" y="213920"/>
                  <a:pt x="327075" y="200624"/>
                </a:cubicBezTo>
                <a:cubicBezTo>
                  <a:pt x="327075" y="187328"/>
                  <a:pt x="316173" y="176407"/>
                  <a:pt x="302900" y="176407"/>
                </a:cubicBezTo>
                <a:close/>
                <a:moveTo>
                  <a:pt x="447240" y="160024"/>
                </a:moveTo>
                <a:cubicBezTo>
                  <a:pt x="452217" y="164060"/>
                  <a:pt x="453402" y="171420"/>
                  <a:pt x="449373" y="176644"/>
                </a:cubicBezTo>
                <a:lnTo>
                  <a:pt x="308588" y="361835"/>
                </a:lnTo>
                <a:cubicBezTo>
                  <a:pt x="306218" y="364921"/>
                  <a:pt x="302663" y="366583"/>
                  <a:pt x="299108" y="366583"/>
                </a:cubicBezTo>
                <a:cubicBezTo>
                  <a:pt x="296738" y="366583"/>
                  <a:pt x="294131" y="365871"/>
                  <a:pt x="291998" y="364209"/>
                </a:cubicBezTo>
                <a:cubicBezTo>
                  <a:pt x="286783" y="360410"/>
                  <a:pt x="285835" y="352812"/>
                  <a:pt x="289865" y="347352"/>
                </a:cubicBezTo>
                <a:lnTo>
                  <a:pt x="430649" y="162161"/>
                </a:lnTo>
                <a:cubicBezTo>
                  <a:pt x="434678" y="156937"/>
                  <a:pt x="442026" y="155988"/>
                  <a:pt x="447240" y="160024"/>
                </a:cubicBezTo>
                <a:close/>
                <a:moveTo>
                  <a:pt x="302900" y="152427"/>
                </a:moveTo>
                <a:cubicBezTo>
                  <a:pt x="329445" y="152427"/>
                  <a:pt x="350776" y="173795"/>
                  <a:pt x="350776" y="200387"/>
                </a:cubicBezTo>
                <a:cubicBezTo>
                  <a:pt x="350776" y="226978"/>
                  <a:pt x="329208" y="248346"/>
                  <a:pt x="302900" y="248346"/>
                </a:cubicBezTo>
                <a:cubicBezTo>
                  <a:pt x="276592" y="248346"/>
                  <a:pt x="255024" y="226978"/>
                  <a:pt x="255024" y="200387"/>
                </a:cubicBezTo>
                <a:cubicBezTo>
                  <a:pt x="255024" y="173795"/>
                  <a:pt x="276592" y="152427"/>
                  <a:pt x="302900" y="152427"/>
                </a:cubicBezTo>
                <a:close/>
                <a:moveTo>
                  <a:pt x="369500" y="23742"/>
                </a:moveTo>
                <a:cubicBezTo>
                  <a:pt x="277066" y="23742"/>
                  <a:pt x="190320" y="59593"/>
                  <a:pt x="124905" y="125123"/>
                </a:cubicBezTo>
                <a:cubicBezTo>
                  <a:pt x="59727" y="190652"/>
                  <a:pt x="23701" y="277549"/>
                  <a:pt x="23701" y="370144"/>
                </a:cubicBezTo>
                <a:cubicBezTo>
                  <a:pt x="23701" y="462740"/>
                  <a:pt x="59490" y="549637"/>
                  <a:pt x="124905" y="615166"/>
                </a:cubicBezTo>
                <a:cubicBezTo>
                  <a:pt x="190320" y="680458"/>
                  <a:pt x="277066" y="716546"/>
                  <a:pt x="369500" y="716546"/>
                </a:cubicBezTo>
                <a:cubicBezTo>
                  <a:pt x="461935" y="716546"/>
                  <a:pt x="548681" y="680695"/>
                  <a:pt x="614096" y="615166"/>
                </a:cubicBezTo>
                <a:cubicBezTo>
                  <a:pt x="679511" y="549874"/>
                  <a:pt x="715299" y="462740"/>
                  <a:pt x="715299" y="370144"/>
                </a:cubicBezTo>
                <a:cubicBezTo>
                  <a:pt x="715299" y="277549"/>
                  <a:pt x="679511" y="190652"/>
                  <a:pt x="614096" y="125123"/>
                </a:cubicBezTo>
                <a:cubicBezTo>
                  <a:pt x="548681" y="59831"/>
                  <a:pt x="461935" y="23742"/>
                  <a:pt x="369500" y="23742"/>
                </a:cubicBezTo>
                <a:close/>
                <a:moveTo>
                  <a:pt x="369500" y="0"/>
                </a:moveTo>
                <a:cubicBezTo>
                  <a:pt x="573567" y="0"/>
                  <a:pt x="739000" y="165722"/>
                  <a:pt x="739000" y="370144"/>
                </a:cubicBezTo>
                <a:cubicBezTo>
                  <a:pt x="739000" y="574567"/>
                  <a:pt x="573567" y="740289"/>
                  <a:pt x="369500" y="740289"/>
                </a:cubicBezTo>
                <a:cubicBezTo>
                  <a:pt x="165434" y="740289"/>
                  <a:pt x="0" y="574567"/>
                  <a:pt x="0" y="370144"/>
                </a:cubicBezTo>
                <a:cubicBezTo>
                  <a:pt x="0" y="165722"/>
                  <a:pt x="165434" y="0"/>
                  <a:pt x="369500" y="0"/>
                </a:cubicBezTo>
                <a:close/>
              </a:path>
            </a:pathLst>
          </a:custGeom>
          <a:noFill/>
          <a:ln w="2360" cap="flat">
            <a:noFill/>
            <a:prstDash val="solid"/>
            <a:miter/>
          </a:ln>
        </p:spPr>
        <p:txBody>
          <a:bodyPr wrap="square" rtlCol="0" anchor="ctr">
            <a:noAutofit/>
          </a:bodyPr>
          <a:lstStyle/>
          <a:p>
            <a:endParaRPr lang="pt-BR" noProof="0" dirty="0">
              <a:latin typeface="Arial"/>
              <a:cs typeface="Arial"/>
            </a:endParaRPr>
          </a:p>
        </p:txBody>
      </p:sp>
      <p:pic>
        <p:nvPicPr>
          <p:cNvPr id="5" name="Image 0" descr="preencoded.png">
            <a:extLst>
              <a:ext uri="{FF2B5EF4-FFF2-40B4-BE49-F238E27FC236}">
                <a16:creationId xmlns:a16="http://schemas.microsoft.com/office/drawing/2014/main" id="{BA0DFE7D-741F-843C-2F2D-77144F3AF49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00763" y="1991318"/>
            <a:ext cx="295748" cy="295746"/>
          </a:xfrm>
          <a:prstGeom prst="rect">
            <a:avLst/>
          </a:prstGeom>
        </p:spPr>
      </p:pic>
      <p:sp>
        <p:nvSpPr>
          <p:cNvPr id="14" name="Elipse 13">
            <a:extLst>
              <a:ext uri="{FF2B5EF4-FFF2-40B4-BE49-F238E27FC236}">
                <a16:creationId xmlns:a16="http://schemas.microsoft.com/office/drawing/2014/main" id="{424486E1-7904-C9CB-936F-335B16D82C3B}"/>
              </a:ext>
            </a:extLst>
          </p:cNvPr>
          <p:cNvSpPr/>
          <p:nvPr/>
        </p:nvSpPr>
        <p:spPr>
          <a:xfrm>
            <a:off x="1550331" y="3033796"/>
            <a:ext cx="404419" cy="399638"/>
          </a:xfrm>
          <a:prstGeom prst="ellipse">
            <a:avLst/>
          </a:prstGeom>
          <a:noFill/>
          <a:ln w="12700" cap="flat">
            <a:solidFill>
              <a:srgbClr val="554370"/>
            </a:solidFill>
            <a:prstDash val="solid"/>
            <a:miter/>
          </a:ln>
        </p:spPr>
        <p:txBody>
          <a:bodyPr wrap="square" rtlCol="0" anchor="ctr">
            <a:noAutofit/>
          </a:bodyPr>
          <a:lstStyle/>
          <a:p>
            <a:endParaRPr lang="pt-BR" noProof="0" dirty="0">
              <a:solidFill>
                <a:schemeClr val="tx1"/>
              </a:solidFill>
              <a:latin typeface="Arial"/>
              <a:cs typeface="Arial"/>
            </a:endParaRPr>
          </a:p>
        </p:txBody>
      </p:sp>
      <p:sp>
        <p:nvSpPr>
          <p:cNvPr id="30" name="Elipse 29">
            <a:extLst>
              <a:ext uri="{FF2B5EF4-FFF2-40B4-BE49-F238E27FC236}">
                <a16:creationId xmlns:a16="http://schemas.microsoft.com/office/drawing/2014/main" id="{E59AD1DC-C1D1-37A9-EA07-8561EEC74FEE}"/>
              </a:ext>
            </a:extLst>
          </p:cNvPr>
          <p:cNvSpPr/>
          <p:nvPr/>
        </p:nvSpPr>
        <p:spPr>
          <a:xfrm>
            <a:off x="1550331" y="4045613"/>
            <a:ext cx="404419" cy="399638"/>
          </a:xfrm>
          <a:prstGeom prst="ellipse">
            <a:avLst/>
          </a:prstGeom>
          <a:noFill/>
          <a:ln w="12700" cap="flat">
            <a:solidFill>
              <a:srgbClr val="554370"/>
            </a:solidFill>
            <a:prstDash val="solid"/>
            <a:miter/>
          </a:ln>
        </p:spPr>
        <p:txBody>
          <a:bodyPr wrap="square" rtlCol="0" anchor="ctr">
            <a:noAutofit/>
          </a:bodyPr>
          <a:lstStyle/>
          <a:p>
            <a:endParaRPr lang="pt-BR" noProof="0" dirty="0">
              <a:solidFill>
                <a:schemeClr val="tx1"/>
              </a:solidFill>
              <a:latin typeface="Arial"/>
              <a:cs typeface="Arial"/>
            </a:endParaRPr>
          </a:p>
        </p:txBody>
      </p:sp>
      <p:sp>
        <p:nvSpPr>
          <p:cNvPr id="32" name="Elipse 31">
            <a:extLst>
              <a:ext uri="{FF2B5EF4-FFF2-40B4-BE49-F238E27FC236}">
                <a16:creationId xmlns:a16="http://schemas.microsoft.com/office/drawing/2014/main" id="{AEE9797B-831C-AFA6-96A8-BCC4DD11E7D9}"/>
              </a:ext>
            </a:extLst>
          </p:cNvPr>
          <p:cNvSpPr/>
          <p:nvPr/>
        </p:nvSpPr>
        <p:spPr>
          <a:xfrm>
            <a:off x="1550331" y="5192083"/>
            <a:ext cx="404419" cy="399638"/>
          </a:xfrm>
          <a:prstGeom prst="ellipse">
            <a:avLst/>
          </a:prstGeom>
          <a:noFill/>
          <a:ln w="12700" cap="flat">
            <a:solidFill>
              <a:srgbClr val="554370"/>
            </a:solidFill>
            <a:prstDash val="solid"/>
            <a:miter/>
          </a:ln>
        </p:spPr>
        <p:txBody>
          <a:bodyPr wrap="square" rtlCol="0" anchor="ctr">
            <a:noAutofit/>
          </a:bodyPr>
          <a:lstStyle/>
          <a:p>
            <a:endParaRPr lang="pt-BR" noProof="0" dirty="0">
              <a:solidFill>
                <a:schemeClr val="tx1"/>
              </a:solidFill>
              <a:latin typeface="Arial"/>
              <a:cs typeface="Arial"/>
            </a:endParaRPr>
          </a:p>
        </p:txBody>
      </p:sp>
      <p:pic>
        <p:nvPicPr>
          <p:cNvPr id="34" name="Image 1" descr="preencoded.png">
            <a:extLst>
              <a:ext uri="{FF2B5EF4-FFF2-40B4-BE49-F238E27FC236}">
                <a16:creationId xmlns:a16="http://schemas.microsoft.com/office/drawing/2014/main" id="{B899EF0B-13BF-1E84-C401-93CC27668F3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46228" y="3135385"/>
            <a:ext cx="215305" cy="215305"/>
          </a:xfrm>
          <a:prstGeom prst="rect">
            <a:avLst/>
          </a:prstGeom>
        </p:spPr>
      </p:pic>
      <p:pic>
        <p:nvPicPr>
          <p:cNvPr id="35" name="Image 2" descr="preencoded.png">
            <a:extLst>
              <a:ext uri="{FF2B5EF4-FFF2-40B4-BE49-F238E27FC236}">
                <a16:creationId xmlns:a16="http://schemas.microsoft.com/office/drawing/2014/main" id="{BABEE984-6A94-C216-32C9-C138F24621D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639643" y="4115689"/>
            <a:ext cx="215305" cy="215305"/>
          </a:xfrm>
          <a:prstGeom prst="rect">
            <a:avLst/>
          </a:prstGeom>
        </p:spPr>
      </p:pic>
      <p:pic>
        <p:nvPicPr>
          <p:cNvPr id="36" name="Image 3" descr="preencoded.png">
            <a:extLst>
              <a:ext uri="{FF2B5EF4-FFF2-40B4-BE49-F238E27FC236}">
                <a16:creationId xmlns:a16="http://schemas.microsoft.com/office/drawing/2014/main" id="{32D06B56-B280-2DFC-913B-68EF81DF0FB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646227" y="5284249"/>
            <a:ext cx="215305" cy="215305"/>
          </a:xfrm>
          <a:prstGeom prst="rect">
            <a:avLst/>
          </a:prstGeom>
        </p:spPr>
      </p:pic>
      <p:pic>
        <p:nvPicPr>
          <p:cNvPr id="3" name="Imagem 2">
            <a:extLst>
              <a:ext uri="{FF2B5EF4-FFF2-40B4-BE49-F238E27FC236}">
                <a16:creationId xmlns:a16="http://schemas.microsoft.com/office/drawing/2014/main" id="{641FA598-DA12-57D7-1A67-A90FCFFD2271}"/>
              </a:ext>
            </a:extLst>
          </p:cNvPr>
          <p:cNvPicPr>
            <a:picLocks noGrp="1" noRot="1" noChangeAspect="1" noMove="1" noResize="1" noEditPoints="1" noAdjustHandles="1" noChangeArrowheads="1" noChangeShapeType="1" noCrop="1"/>
          </p:cNvPicPr>
          <p:nvPr/>
        </p:nvPicPr>
        <p:blipFill>
          <a:blip r:embed="rId7"/>
          <a:stretch>
            <a:fillRect/>
          </a:stretch>
        </p:blipFill>
        <p:spPr>
          <a:xfrm>
            <a:off x="191372" y="6488701"/>
            <a:ext cx="6096851" cy="161948"/>
          </a:xfrm>
          <a:prstGeom prst="rect">
            <a:avLst/>
          </a:prstGeom>
        </p:spPr>
      </p:pic>
      <p:sp>
        <p:nvSpPr>
          <p:cNvPr id="2" name="CaixaDeTexto 1">
            <a:extLst>
              <a:ext uri="{FF2B5EF4-FFF2-40B4-BE49-F238E27FC236}">
                <a16:creationId xmlns:a16="http://schemas.microsoft.com/office/drawing/2014/main" id="{EE581F56-59C0-9A2D-D0DF-C7156E8534BC}"/>
              </a:ext>
            </a:extLst>
          </p:cNvPr>
          <p:cNvSpPr txBox="1"/>
          <p:nvPr/>
        </p:nvSpPr>
        <p:spPr>
          <a:xfrm>
            <a:off x="1956340" y="4029752"/>
            <a:ext cx="8632412" cy="830997"/>
          </a:xfrm>
          <a:prstGeom prst="rect">
            <a:avLst/>
          </a:prstGeom>
          <a:noFill/>
        </p:spPr>
        <p:txBody>
          <a:bodyPr wrap="square">
            <a:spAutoFit/>
          </a:bodyPr>
          <a:lstStyle/>
          <a:p>
            <a:pPr>
              <a:spcAft>
                <a:spcPts val="1000"/>
              </a:spcAft>
            </a:pPr>
            <a:r>
              <a:rPr lang="pt-BR" sz="1200" b="1" kern="100" noProof="0" dirty="0">
                <a:solidFill>
                  <a:schemeClr val="accent1"/>
                </a:solidFill>
                <a:cs typeface="GT Walsheim LC Bold" pitchFamily="2" charset="0"/>
              </a:rPr>
              <a:t>Viabilidade de Dados</a:t>
            </a:r>
            <a:br>
              <a:rPr lang="pt-BR" sz="1200" kern="100" noProof="0" dirty="0">
                <a:solidFill>
                  <a:schemeClr val="accent1"/>
                </a:solidFill>
                <a:cs typeface="GT Walsheim LC Bold" pitchFamily="2" charset="0"/>
              </a:rPr>
            </a:br>
            <a:r>
              <a:rPr lang="pt-BR" sz="1200" kern="100" noProof="0" dirty="0">
                <a:solidFill>
                  <a:schemeClr val="accent1"/>
                </a:solidFill>
                <a:effectLst/>
                <a:ea typeface="Aptos" panose="020B0004020202020204" pitchFamily="34" charset="0"/>
                <a:cs typeface="GT Walsheim LC" pitchFamily="2" charset="0"/>
              </a:rPr>
              <a:t>Permite o uso eficaz de vastas bases de dados financeiras globais (como Capital IQ), viabilizando análises estatísticas robustas. A construção do intervalo interquartil sobre centenas de empresas do setor garante maior confiabilidade e menor viés.</a:t>
            </a:r>
          </a:p>
        </p:txBody>
      </p:sp>
      <p:sp>
        <p:nvSpPr>
          <p:cNvPr id="4" name="CaixaDeTexto 3">
            <a:extLst>
              <a:ext uri="{FF2B5EF4-FFF2-40B4-BE49-F238E27FC236}">
                <a16:creationId xmlns:a16="http://schemas.microsoft.com/office/drawing/2014/main" id="{AA1539E0-6083-0B27-C29C-2E2F97D45B1C}"/>
              </a:ext>
            </a:extLst>
          </p:cNvPr>
          <p:cNvSpPr txBox="1"/>
          <p:nvPr/>
        </p:nvSpPr>
        <p:spPr>
          <a:xfrm>
            <a:off x="1956340" y="1838283"/>
            <a:ext cx="8632412" cy="830997"/>
          </a:xfrm>
          <a:prstGeom prst="rect">
            <a:avLst/>
          </a:prstGeom>
          <a:noFill/>
        </p:spPr>
        <p:txBody>
          <a:bodyPr wrap="square">
            <a:spAutoFit/>
          </a:bodyPr>
          <a:lstStyle/>
          <a:p>
            <a:pPr>
              <a:spcAft>
                <a:spcPts val="1000"/>
              </a:spcAft>
            </a:pPr>
            <a:r>
              <a:rPr lang="pt-BR" sz="1200" b="1" kern="100" noProof="0" dirty="0">
                <a:solidFill>
                  <a:schemeClr val="accent1"/>
                </a:solidFill>
                <a:cs typeface="GT Walsheim LC Bold" pitchFamily="2" charset="0"/>
              </a:rPr>
              <a:t>Imunidade Contábil</a:t>
            </a:r>
            <a:br>
              <a:rPr lang="pt-BR" sz="1200" kern="100" noProof="0" dirty="0">
                <a:solidFill>
                  <a:schemeClr val="accent1"/>
                </a:solidFill>
                <a:cs typeface="GT Walsheim LC Bold" pitchFamily="2" charset="0"/>
              </a:rPr>
            </a:br>
            <a:r>
              <a:rPr lang="pt-BR" sz="1200" kern="100" noProof="0" dirty="0">
                <a:solidFill>
                  <a:schemeClr val="accent1"/>
                </a:solidFill>
                <a:effectLst/>
                <a:ea typeface="Aptos" panose="020B0004020202020204" pitchFamily="34" charset="0"/>
                <a:cs typeface="GT Walsheim LC" pitchFamily="2" charset="0"/>
              </a:rPr>
              <a:t>Ao analisar a margem operacional, o MLT neutraliza assimetrias contábeis na classificação entre Custo da Mercadoria Vendida (CMV) e Despesas Operacionais (OPEX), comum entre empresas independentes, que distorcem métodos de margem bruta.</a:t>
            </a:r>
            <a:endParaRPr lang="pt-BR" sz="1200" kern="100" noProof="0" dirty="0">
              <a:solidFill>
                <a:schemeClr val="accent1"/>
              </a:solidFill>
              <a:cs typeface="GT Walsheim LC" pitchFamily="2" charset="0"/>
            </a:endParaRPr>
          </a:p>
        </p:txBody>
      </p:sp>
      <p:sp>
        <p:nvSpPr>
          <p:cNvPr id="6" name="CaixaDeTexto 5">
            <a:extLst>
              <a:ext uri="{FF2B5EF4-FFF2-40B4-BE49-F238E27FC236}">
                <a16:creationId xmlns:a16="http://schemas.microsoft.com/office/drawing/2014/main" id="{3BBB99E5-E0E0-DF0D-2918-403823D69304}"/>
              </a:ext>
            </a:extLst>
          </p:cNvPr>
          <p:cNvSpPr txBox="1"/>
          <p:nvPr/>
        </p:nvSpPr>
        <p:spPr>
          <a:xfrm>
            <a:off x="1949506" y="2990813"/>
            <a:ext cx="8632412" cy="646331"/>
          </a:xfrm>
          <a:prstGeom prst="rect">
            <a:avLst/>
          </a:prstGeom>
          <a:noFill/>
        </p:spPr>
        <p:txBody>
          <a:bodyPr wrap="square">
            <a:spAutoFit/>
          </a:bodyPr>
          <a:lstStyle/>
          <a:p>
            <a:pPr fontAlgn="base">
              <a:spcAft>
                <a:spcPts val="1000"/>
              </a:spcAft>
            </a:pPr>
            <a:r>
              <a:rPr lang="pt-BR" sz="1200" b="1" kern="100" noProof="0" dirty="0">
                <a:solidFill>
                  <a:schemeClr val="accent1"/>
                </a:solidFill>
                <a:cs typeface="GT Walsheim LC Bold" pitchFamily="2" charset="0"/>
              </a:rPr>
              <a:t>Tolerância Funcional</a:t>
            </a:r>
            <a:br>
              <a:rPr lang="pt-BR" sz="1200" kern="100" noProof="0" dirty="0">
                <a:solidFill>
                  <a:schemeClr val="accent1"/>
                </a:solidFill>
                <a:cs typeface="GT Walsheim LC Bold" pitchFamily="2" charset="0"/>
              </a:rPr>
            </a:br>
            <a:r>
              <a:rPr lang="pt-BR" sz="1200" kern="100" noProof="0" dirty="0">
                <a:solidFill>
                  <a:schemeClr val="accent1"/>
                </a:solidFill>
                <a:cs typeface="GT Walsheim LC" pitchFamily="2" charset="0"/>
              </a:rPr>
              <a:t>É menos sensível a pequenas variações de produto ou serviço que o PIC. Exige apenas uma comparabilidade funcional ampla (funções, ativos e riscos similares), permitindo maior flexibilidade na identificação de comparáveis válidos.</a:t>
            </a:r>
          </a:p>
        </p:txBody>
      </p:sp>
    </p:spTree>
    <p:extLst>
      <p:ext uri="{BB962C8B-B14F-4D97-AF65-F5344CB8AC3E}">
        <p14:creationId xmlns:p14="http://schemas.microsoft.com/office/powerpoint/2010/main" val="650010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500"/>
                                        <p:tgtEl>
                                          <p:spTgt spid="32"/>
                                        </p:tgtEl>
                                      </p:cBhvr>
                                    </p:animEffect>
                                  </p:childTnLst>
                                </p:cTn>
                              </p:par>
                              <p:par>
                                <p:cTn id="11" presetID="10" presetClass="entr" presetSubtype="0" fill="hold" nodeType="withEffect">
                                  <p:stCondLst>
                                    <p:cond delay="0"/>
                                  </p:stCondLst>
                                  <p:childTnLst>
                                    <p:set>
                                      <p:cBhvr>
                                        <p:cTn id="12" dur="1" fill="hold">
                                          <p:stCondLst>
                                            <p:cond delay="0"/>
                                          </p:stCondLst>
                                        </p:cTn>
                                        <p:tgtEl>
                                          <p:spTgt spid="36"/>
                                        </p:tgtEl>
                                        <p:attrNameLst>
                                          <p:attrName>style.visibility</p:attrName>
                                        </p:attrNameLst>
                                      </p:cBhvr>
                                      <p:to>
                                        <p:strVal val="visible"/>
                                      </p:to>
                                    </p:set>
                                    <p:animEffect transition="in" filter="fade">
                                      <p:cBhvr>
                                        <p:cTn id="13"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3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205F8-693B-FC4C-AB87-376E7CFE6891}"/>
            </a:ext>
          </a:extLst>
        </p:cNvPr>
        <p:cNvGrpSpPr/>
        <p:nvPr/>
      </p:nvGrpSpPr>
      <p:grpSpPr>
        <a:xfrm>
          <a:off x="0" y="0"/>
          <a:ext cx="0" cy="0"/>
          <a:chOff x="0" y="0"/>
          <a:chExt cx="0" cy="0"/>
        </a:xfrm>
      </p:grpSpPr>
      <p:grpSp>
        <p:nvGrpSpPr>
          <p:cNvPr id="90" name="Agrupar 89">
            <a:extLst>
              <a:ext uri="{FF2B5EF4-FFF2-40B4-BE49-F238E27FC236}">
                <a16:creationId xmlns:a16="http://schemas.microsoft.com/office/drawing/2014/main" id="{DDC0738B-7849-0C7A-3CA3-F5D0F1ECD157}"/>
              </a:ext>
            </a:extLst>
          </p:cNvPr>
          <p:cNvGrpSpPr/>
          <p:nvPr/>
        </p:nvGrpSpPr>
        <p:grpSpPr>
          <a:xfrm flipV="1">
            <a:off x="448057" y="380999"/>
            <a:ext cx="11743944" cy="5781674"/>
            <a:chOff x="5815739" y="181263"/>
            <a:chExt cx="6175260" cy="5876637"/>
          </a:xfrm>
        </p:grpSpPr>
        <p:sp>
          <p:nvSpPr>
            <p:cNvPr id="82" name="Retângulo 81">
              <a:extLst>
                <a:ext uri="{FF2B5EF4-FFF2-40B4-BE49-F238E27FC236}">
                  <a16:creationId xmlns:a16="http://schemas.microsoft.com/office/drawing/2014/main" id="{115BCB7B-CF7B-1A1F-CBA4-F404F6AA661A}"/>
                </a:ext>
              </a:extLst>
            </p:cNvPr>
            <p:cNvSpPr/>
            <p:nvPr/>
          </p:nvSpPr>
          <p:spPr>
            <a:xfrm>
              <a:off x="8699500" y="3367051"/>
              <a:ext cx="3291499" cy="269084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l"/>
              <a:endParaRPr lang="pt-BR" sz="2400" noProof="0" dirty="0">
                <a:solidFill>
                  <a:schemeClr val="bg1"/>
                </a:solidFill>
              </a:endParaRPr>
            </a:p>
          </p:txBody>
        </p:sp>
        <p:sp>
          <p:nvSpPr>
            <p:cNvPr id="16" name="Forma Livre: Forma 15">
              <a:extLst>
                <a:ext uri="{FF2B5EF4-FFF2-40B4-BE49-F238E27FC236}">
                  <a16:creationId xmlns:a16="http://schemas.microsoft.com/office/drawing/2014/main" id="{2847BA42-2D39-642A-C5C3-2D001EF30D29}"/>
                </a:ext>
              </a:extLst>
            </p:cNvPr>
            <p:cNvSpPr/>
            <p:nvPr/>
          </p:nvSpPr>
          <p:spPr>
            <a:xfrm>
              <a:off x="5815739" y="181263"/>
              <a:ext cx="6175260" cy="4466957"/>
            </a:xfrm>
            <a:custGeom>
              <a:avLst/>
              <a:gdLst>
                <a:gd name="csX0" fmla="*/ 5791371 w 5791371"/>
                <a:gd name="csY0" fmla="*/ 0 h 3954909"/>
                <a:gd name="csX1" fmla="*/ 2278270 w 5791371"/>
                <a:gd name="csY1" fmla="*/ 0 h 3954909"/>
                <a:gd name="csX2" fmla="*/ 2278270 w 5791371"/>
                <a:gd name="csY2" fmla="*/ 3101 h 3954909"/>
                <a:gd name="csX3" fmla="*/ 269523 w 5791371"/>
                <a:gd name="csY3" fmla="*/ 3101 h 3954909"/>
                <a:gd name="csX4" fmla="*/ 0 w 5791371"/>
                <a:gd name="csY4" fmla="*/ 272624 h 3954909"/>
                <a:gd name="csX5" fmla="*/ 0 w 5791371"/>
                <a:gd name="csY5" fmla="*/ 2657768 h 3954909"/>
                <a:gd name="csX6" fmla="*/ 1 w 5791371"/>
                <a:gd name="csY6" fmla="*/ 2657778 h 3954909"/>
                <a:gd name="csX7" fmla="*/ 1 w 5791371"/>
                <a:gd name="csY7" fmla="*/ 3290118 h 3954909"/>
                <a:gd name="csX8" fmla="*/ 664792 w 5791371"/>
                <a:gd name="csY8" fmla="*/ 3954909 h 3954909"/>
                <a:gd name="csX9" fmla="*/ 2278270 w 5791371"/>
                <a:gd name="csY9" fmla="*/ 3954909 h 3954909"/>
                <a:gd name="csX10" fmla="*/ 3640320 w 5791371"/>
                <a:gd name="csY10" fmla="*/ 3954909 h 3954909"/>
                <a:gd name="csX11" fmla="*/ 5791371 w 5791371"/>
                <a:gd name="csY11" fmla="*/ 3954909 h 39549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791371" h="3954909">
                  <a:moveTo>
                    <a:pt x="5791371" y="0"/>
                  </a:moveTo>
                  <a:lnTo>
                    <a:pt x="2278270" y="0"/>
                  </a:lnTo>
                  <a:lnTo>
                    <a:pt x="2278270" y="3101"/>
                  </a:lnTo>
                  <a:lnTo>
                    <a:pt x="269523" y="3101"/>
                  </a:lnTo>
                  <a:cubicBezTo>
                    <a:pt x="120670" y="3101"/>
                    <a:pt x="0" y="123771"/>
                    <a:pt x="0" y="272624"/>
                  </a:cubicBezTo>
                  <a:lnTo>
                    <a:pt x="0" y="2657768"/>
                  </a:lnTo>
                  <a:lnTo>
                    <a:pt x="1" y="2657778"/>
                  </a:lnTo>
                  <a:lnTo>
                    <a:pt x="1" y="3290118"/>
                  </a:lnTo>
                  <a:cubicBezTo>
                    <a:pt x="1" y="3657272"/>
                    <a:pt x="297638" y="3954909"/>
                    <a:pt x="664792" y="3954909"/>
                  </a:cubicBezTo>
                  <a:lnTo>
                    <a:pt x="2278270" y="3954909"/>
                  </a:lnTo>
                  <a:lnTo>
                    <a:pt x="3640320" y="3954909"/>
                  </a:lnTo>
                  <a:lnTo>
                    <a:pt x="5791371" y="3954909"/>
                  </a:lnTo>
                  <a:close/>
                </a:path>
              </a:pathLst>
            </a:custGeom>
            <a:gradFill flip="none" rotWithShape="1">
              <a:gsLst>
                <a:gs pos="100000">
                  <a:schemeClr val="bg1"/>
                </a:gs>
                <a:gs pos="0">
                  <a:schemeClr val="bg1">
                    <a:lumMod val="95000"/>
                  </a:schemeClr>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marL="0" marR="0" lvl="0" indent="0" algn="l"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20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81" name="Retângulo: Cantos Arredondados 80">
              <a:extLst>
                <a:ext uri="{FF2B5EF4-FFF2-40B4-BE49-F238E27FC236}">
                  <a16:creationId xmlns:a16="http://schemas.microsoft.com/office/drawing/2014/main" id="{315A5A54-175D-4A83-E9EE-97AC7E84E204}"/>
                </a:ext>
              </a:extLst>
            </p:cNvPr>
            <p:cNvSpPr/>
            <p:nvPr/>
          </p:nvSpPr>
          <p:spPr>
            <a:xfrm>
              <a:off x="5815739" y="2253747"/>
              <a:ext cx="5180950" cy="3804153"/>
            </a:xfrm>
            <a:prstGeom prst="roundRect">
              <a:avLst>
                <a:gd name="adj" fmla="val 30355"/>
              </a:avLst>
            </a:prstGeom>
            <a:gradFill flip="none" rotWithShape="1">
              <a:gsLst>
                <a:gs pos="100000">
                  <a:schemeClr val="bg1"/>
                </a:gs>
                <a:gs pos="0">
                  <a:schemeClr val="bg1">
                    <a:lumMod val="95000"/>
                  </a:schemeClr>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endParaRPr lang="pt-BR" sz="2000" noProof="0" dirty="0">
                <a:solidFill>
                  <a:prstClr val="white"/>
                </a:solidFill>
                <a:latin typeface="Arial" panose="020B0604020202020204"/>
              </a:endParaRPr>
            </a:p>
          </p:txBody>
        </p:sp>
      </p:grpSp>
      <p:sp>
        <p:nvSpPr>
          <p:cNvPr id="66" name="CaixaDeTexto 65">
            <a:extLst>
              <a:ext uri="{FF2B5EF4-FFF2-40B4-BE49-F238E27FC236}">
                <a16:creationId xmlns:a16="http://schemas.microsoft.com/office/drawing/2014/main" id="{D20D650A-E78C-CED4-8DA0-D9B38885EBDC}"/>
              </a:ext>
            </a:extLst>
          </p:cNvPr>
          <p:cNvSpPr txBox="1"/>
          <p:nvPr/>
        </p:nvSpPr>
        <p:spPr>
          <a:xfrm>
            <a:off x="5087669" y="495272"/>
            <a:ext cx="2464719" cy="400110"/>
          </a:xfrm>
          <a:prstGeom prst="rect">
            <a:avLst/>
          </a:prstGeom>
          <a:noFill/>
        </p:spPr>
        <p:txBody>
          <a:bodyPr wrap="square">
            <a:spAutoFit/>
          </a:bodyPr>
          <a:lstStyle/>
          <a:p>
            <a:pPr marL="0" marR="0" lvl="0" indent="0" algn="ctr" defTabSz="946862"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pt-BR" sz="2000" b="0" i="0" u="none" strike="noStrike" kern="1200" cap="none" spc="0" normalizeH="0" baseline="0" noProof="0" dirty="0">
                <a:ln>
                  <a:noFill/>
                </a:ln>
                <a:solidFill>
                  <a:schemeClr val="accent1"/>
                </a:solidFill>
                <a:effectLst/>
                <a:uLnTx/>
                <a:uFillTx/>
                <a:latin typeface="GT Walsheim LC Bold" pitchFamily="2" charset="0"/>
                <a:cs typeface="GT Walsheim LC Bold" pitchFamily="2" charset="0"/>
              </a:rPr>
              <a:t>IN RFB nº 2.161/23</a:t>
            </a:r>
            <a:endParaRPr kumimoji="0" lang="pt-BR" sz="2000" b="0" i="0" u="none" strike="noStrike" kern="1200" cap="none" spc="0" normalizeH="0" baseline="0" noProof="0" dirty="0">
              <a:ln>
                <a:noFill/>
              </a:ln>
              <a:solidFill>
                <a:schemeClr val="accent1"/>
              </a:solidFill>
              <a:effectLst/>
              <a:uLnTx/>
              <a:uFillTx/>
              <a:latin typeface="GT Walsheim LC" pitchFamily="2" charset="0"/>
              <a:cs typeface="GT Walsheim LC" pitchFamily="2" charset="0"/>
            </a:endParaRPr>
          </a:p>
        </p:txBody>
      </p:sp>
      <p:sp>
        <p:nvSpPr>
          <p:cNvPr id="59" name="CaixaDeTexto 58">
            <a:extLst>
              <a:ext uri="{FF2B5EF4-FFF2-40B4-BE49-F238E27FC236}">
                <a16:creationId xmlns:a16="http://schemas.microsoft.com/office/drawing/2014/main" id="{53DB6874-11CC-3386-5F54-AB690DBC1F1F}"/>
              </a:ext>
            </a:extLst>
          </p:cNvPr>
          <p:cNvSpPr txBox="1"/>
          <p:nvPr/>
        </p:nvSpPr>
        <p:spPr>
          <a:xfrm>
            <a:off x="6623307" y="1355154"/>
            <a:ext cx="5344855" cy="4734629"/>
          </a:xfrm>
          <a:prstGeom prst="rect">
            <a:avLst/>
          </a:prstGeom>
          <a:noFill/>
        </p:spPr>
        <p:txBody>
          <a:bodyPr wrap="square">
            <a:spAutoFit/>
          </a:bodyPr>
          <a:lstStyle/>
          <a:p>
            <a:pPr>
              <a:spcAft>
                <a:spcPts val="500"/>
              </a:spcAft>
              <a:defRPr/>
            </a:pPr>
            <a:r>
              <a:rPr lang="pt-BR" sz="1200" spc="-40" dirty="0">
                <a:solidFill>
                  <a:srgbClr val="7030A0"/>
                </a:solidFill>
                <a:latin typeface="GT Walsheim LC" pitchFamily="2" charset="0"/>
                <a:cs typeface="GT Walsheim LC" pitchFamily="2" charset="0"/>
              </a:rPr>
              <a:t>O método MLT consiste em comparar a margem líquida da transação controlada com as margens líquidas de transações comparáveis realizadas entre partes não relacionadas, ambas calculadas com base em indicador de rentabilidade apropriado.</a:t>
            </a:r>
          </a:p>
          <a:p>
            <a:pPr>
              <a:spcAft>
                <a:spcPts val="500"/>
              </a:spcAft>
              <a:defRPr/>
            </a:pPr>
            <a:endParaRPr lang="pt-BR" sz="1200" spc="-40" dirty="0">
              <a:solidFill>
                <a:srgbClr val="7030A0"/>
              </a:solidFill>
              <a:latin typeface="GT Walsheim LC" pitchFamily="2" charset="0"/>
              <a:cs typeface="GT Walsheim LC" pitchFamily="2" charset="0"/>
            </a:endParaRPr>
          </a:p>
          <a:p>
            <a:pPr>
              <a:spcAft>
                <a:spcPts val="500"/>
              </a:spcAft>
              <a:defRPr/>
            </a:pPr>
            <a:r>
              <a:rPr lang="pt-BR" b="1" spc="-40" dirty="0">
                <a:solidFill>
                  <a:srgbClr val="7030A0"/>
                </a:solidFill>
                <a:latin typeface="GT Walsheim LC" pitchFamily="2" charset="0"/>
                <a:cs typeface="GT Walsheim LC" pitchFamily="2" charset="0"/>
              </a:rPr>
              <a:t>§ 1º </a:t>
            </a:r>
            <a:r>
              <a:rPr lang="pt-BR" sz="1200" spc="-40" dirty="0">
                <a:solidFill>
                  <a:srgbClr val="7030A0"/>
                </a:solidFill>
                <a:latin typeface="GT Walsheim LC" pitchFamily="2" charset="0"/>
                <a:cs typeface="GT Walsheim LC" pitchFamily="2" charset="0"/>
              </a:rPr>
              <a:t>A margem líquida é a razão entre o lucro operacional da transação controlada e um denominador que reflita um indicador de rentabilidade apropriado.</a:t>
            </a:r>
          </a:p>
          <a:p>
            <a:pPr>
              <a:spcAft>
                <a:spcPts val="500"/>
              </a:spcAft>
              <a:defRPr/>
            </a:pPr>
            <a:endParaRPr lang="pt-BR" sz="1200" spc="-40" dirty="0">
              <a:solidFill>
                <a:srgbClr val="7030A0"/>
              </a:solidFill>
              <a:latin typeface="GT Walsheim LC" pitchFamily="2" charset="0"/>
              <a:cs typeface="GT Walsheim LC" pitchFamily="2" charset="0"/>
            </a:endParaRPr>
          </a:p>
          <a:p>
            <a:pPr>
              <a:spcAft>
                <a:spcPts val="500"/>
              </a:spcAft>
              <a:defRPr/>
            </a:pPr>
            <a:r>
              <a:rPr lang="pt-BR" b="1" spc="-40" dirty="0">
                <a:solidFill>
                  <a:srgbClr val="7030A0"/>
                </a:solidFill>
                <a:latin typeface="GT Walsheim LC" pitchFamily="2" charset="0"/>
                <a:cs typeface="GT Walsheim LC" pitchFamily="2" charset="0"/>
              </a:rPr>
              <a:t>§ 2º </a:t>
            </a:r>
            <a:r>
              <a:rPr lang="pt-BR" sz="1200" spc="-40" dirty="0">
                <a:solidFill>
                  <a:srgbClr val="7030A0"/>
                </a:solidFill>
                <a:latin typeface="GT Walsheim LC" pitchFamily="2" charset="0"/>
                <a:cs typeface="GT Walsheim LC" pitchFamily="2" charset="0"/>
              </a:rPr>
              <a:t>Para fins de determinação da margem líquida, os seguintes critérios deverão ser observados, exceto quando houver tratamento mais adequado para refletir a correta aplicação do princípio previsto no artigo 2º:</a:t>
            </a:r>
          </a:p>
          <a:p>
            <a:pPr>
              <a:spcAft>
                <a:spcPts val="500"/>
              </a:spcAft>
              <a:defRPr/>
            </a:pPr>
            <a:endParaRPr lang="pt-BR" sz="1200" spc="-40" dirty="0">
              <a:solidFill>
                <a:srgbClr val="7030A0"/>
              </a:solidFill>
              <a:latin typeface="GT Walsheim LC" pitchFamily="2" charset="0"/>
              <a:cs typeface="GT Walsheim LC" pitchFamily="2" charset="0"/>
            </a:endParaRPr>
          </a:p>
          <a:p>
            <a:pPr>
              <a:spcAft>
                <a:spcPts val="500"/>
              </a:spcAft>
              <a:defRPr/>
            </a:pPr>
            <a:r>
              <a:rPr lang="pt-BR" b="1" spc="-40" dirty="0">
                <a:solidFill>
                  <a:srgbClr val="7030A0"/>
                </a:solidFill>
                <a:latin typeface="GT Walsheim LC" pitchFamily="2" charset="0"/>
                <a:cs typeface="GT Walsheim LC" pitchFamily="2" charset="0"/>
              </a:rPr>
              <a:t>I</a:t>
            </a:r>
            <a:r>
              <a:rPr lang="pt-BR" sz="1200" spc="-40" dirty="0">
                <a:solidFill>
                  <a:srgbClr val="7030A0"/>
                </a:solidFill>
                <a:latin typeface="GT Walsheim LC" pitchFamily="2" charset="0"/>
                <a:cs typeface="GT Walsheim LC" pitchFamily="2" charset="0"/>
              </a:rPr>
              <a:t> - itens de natureza operacional e que se relacionem, direta ou indiretamente, com a transação controlada deverão ser computados;</a:t>
            </a:r>
          </a:p>
          <a:p>
            <a:pPr>
              <a:spcAft>
                <a:spcPts val="500"/>
              </a:spcAft>
              <a:defRPr/>
            </a:pPr>
            <a:endParaRPr lang="pt-BR" sz="1200" spc="-40" dirty="0">
              <a:solidFill>
                <a:srgbClr val="7030A0"/>
              </a:solidFill>
              <a:latin typeface="GT Walsheim LC" pitchFamily="2" charset="0"/>
              <a:cs typeface="GT Walsheim LC" pitchFamily="2" charset="0"/>
            </a:endParaRPr>
          </a:p>
          <a:p>
            <a:pPr>
              <a:spcAft>
                <a:spcPts val="500"/>
              </a:spcAft>
              <a:defRPr/>
            </a:pPr>
            <a:r>
              <a:rPr lang="pt-BR" b="1" spc="-40" dirty="0">
                <a:solidFill>
                  <a:srgbClr val="7030A0"/>
                </a:solidFill>
                <a:latin typeface="GT Walsheim LC" pitchFamily="2" charset="0"/>
                <a:cs typeface="GT Walsheim LC" pitchFamily="2" charset="0"/>
              </a:rPr>
              <a:t>II</a:t>
            </a:r>
            <a:r>
              <a:rPr lang="pt-BR" sz="1200" spc="-40" dirty="0">
                <a:solidFill>
                  <a:srgbClr val="7030A0"/>
                </a:solidFill>
                <a:latin typeface="GT Walsheim LC" pitchFamily="2" charset="0"/>
                <a:cs typeface="GT Walsheim LC" pitchFamily="2" charset="0"/>
              </a:rPr>
              <a:t> - itens não relacionados com a transação controlada e que afetem materialmente a comparabilidade devem ser excluídos;</a:t>
            </a:r>
          </a:p>
          <a:p>
            <a:pPr>
              <a:spcAft>
                <a:spcPts val="500"/>
              </a:spcAft>
              <a:defRPr/>
            </a:pPr>
            <a:endParaRPr lang="pt-BR" sz="1200" spc="-40" dirty="0">
              <a:solidFill>
                <a:srgbClr val="7030A0"/>
              </a:solidFill>
              <a:latin typeface="GT Walsheim LC" pitchFamily="2" charset="0"/>
              <a:cs typeface="GT Walsheim LC" pitchFamily="2" charset="0"/>
            </a:endParaRPr>
          </a:p>
          <a:p>
            <a:pPr>
              <a:spcAft>
                <a:spcPts val="500"/>
              </a:spcAft>
              <a:defRPr/>
            </a:pPr>
            <a:r>
              <a:rPr lang="pt-BR" b="1" spc="-40" dirty="0">
                <a:solidFill>
                  <a:srgbClr val="7030A0"/>
                </a:solidFill>
                <a:latin typeface="GT Walsheim LC" pitchFamily="2" charset="0"/>
                <a:cs typeface="GT Walsheim LC" pitchFamily="2" charset="0"/>
              </a:rPr>
              <a:t>III</a:t>
            </a:r>
            <a:r>
              <a:rPr lang="pt-BR" sz="1200" spc="-40" dirty="0">
                <a:solidFill>
                  <a:srgbClr val="7030A0"/>
                </a:solidFill>
                <a:latin typeface="GT Walsheim LC" pitchFamily="2" charset="0"/>
                <a:cs typeface="GT Walsheim LC" pitchFamily="2" charset="0"/>
              </a:rPr>
              <a:t> - receitas e despesas não operacionais ou financeiras, no geral, e despesas ou provisões de tributos sobre o lucro não deverão ser computados.</a:t>
            </a:r>
            <a:endParaRPr lang="pt-BR" sz="1600" spc="-40" noProof="0" dirty="0">
              <a:solidFill>
                <a:srgbClr val="7030A0"/>
              </a:solidFill>
              <a:latin typeface="GT Walsheim LC" pitchFamily="2" charset="0"/>
              <a:cs typeface="GT Walsheim LC" pitchFamily="2" charset="0"/>
            </a:endParaRPr>
          </a:p>
        </p:txBody>
      </p:sp>
      <p:sp>
        <p:nvSpPr>
          <p:cNvPr id="23" name="CaixaDeTexto 22">
            <a:extLst>
              <a:ext uri="{FF2B5EF4-FFF2-40B4-BE49-F238E27FC236}">
                <a16:creationId xmlns:a16="http://schemas.microsoft.com/office/drawing/2014/main" id="{6F3ECBBB-BAC2-8E3C-53A9-C85220230892}"/>
              </a:ext>
            </a:extLst>
          </p:cNvPr>
          <p:cNvSpPr txBox="1"/>
          <p:nvPr/>
        </p:nvSpPr>
        <p:spPr>
          <a:xfrm>
            <a:off x="883714" y="1373147"/>
            <a:ext cx="4684981" cy="4632037"/>
          </a:xfrm>
          <a:prstGeom prst="rect">
            <a:avLst/>
          </a:prstGeom>
          <a:noFill/>
        </p:spPr>
        <p:txBody>
          <a:bodyPr wrap="square">
            <a:spAutoFit/>
          </a:bodyPr>
          <a:lstStyle/>
          <a:p>
            <a:pPr algn="just">
              <a:spcAft>
                <a:spcPts val="500"/>
              </a:spcAft>
              <a:defRPr/>
            </a:pPr>
            <a:r>
              <a:rPr lang="pt-BR" sz="1200" dirty="0">
                <a:solidFill>
                  <a:srgbClr val="7030A0"/>
                </a:solidFill>
                <a:latin typeface="GT Walsheim LC" pitchFamily="2" charset="0"/>
                <a:cs typeface="GT Walsheim LC" pitchFamily="2" charset="0"/>
              </a:rPr>
              <a:t>Considera-se o método mais apropriado aquele que forneça a determinação mais confiável dos termos e das condições que seriam estabelecidos entre partes não relacionadas em uma transação comparável, considerados inclusive os seguintes aspectos:</a:t>
            </a:r>
          </a:p>
          <a:p>
            <a:pPr algn="just">
              <a:spcAft>
                <a:spcPts val="500"/>
              </a:spcAft>
              <a:defRPr/>
            </a:pPr>
            <a:endParaRPr lang="pt-BR" sz="1200" dirty="0">
              <a:solidFill>
                <a:srgbClr val="7030A0"/>
              </a:solidFill>
              <a:latin typeface="GT Walsheim LC" pitchFamily="2" charset="0"/>
              <a:cs typeface="GT Walsheim LC" pitchFamily="2" charset="0"/>
            </a:endParaRPr>
          </a:p>
          <a:p>
            <a:pPr algn="just">
              <a:spcAft>
                <a:spcPts val="500"/>
              </a:spcAft>
              <a:defRPr/>
            </a:pPr>
            <a:r>
              <a:rPr lang="pt-BR" b="1" dirty="0">
                <a:solidFill>
                  <a:srgbClr val="7030A0"/>
                </a:solidFill>
                <a:latin typeface="GT Walsheim LC" pitchFamily="2" charset="0"/>
                <a:cs typeface="GT Walsheim LC" pitchFamily="2" charset="0"/>
              </a:rPr>
              <a:t>I</a:t>
            </a:r>
            <a:r>
              <a:rPr lang="pt-BR" sz="1200" dirty="0">
                <a:solidFill>
                  <a:srgbClr val="7030A0"/>
                </a:solidFill>
                <a:latin typeface="GT Walsheim LC" pitchFamily="2" charset="0"/>
                <a:cs typeface="GT Walsheim LC" pitchFamily="2" charset="0"/>
              </a:rPr>
              <a:t> - os fatos e as circunstâncias da transação controlada e a adequação do método em relação à natureza da transação, determinada especialmente a partir da análise das funções desempenhadas, dos riscos assumidos e dos ativos utilizados pelas partes envolvidas na transação controlada e considerando as vantagens e desvantagens de cada método;</a:t>
            </a:r>
          </a:p>
          <a:p>
            <a:pPr algn="just">
              <a:spcAft>
                <a:spcPts val="500"/>
              </a:spcAft>
              <a:defRPr/>
            </a:pPr>
            <a:endParaRPr lang="pt-BR" sz="1200" dirty="0">
              <a:solidFill>
                <a:srgbClr val="7030A0"/>
              </a:solidFill>
              <a:latin typeface="GT Walsheim LC" pitchFamily="2" charset="0"/>
              <a:cs typeface="GT Walsheim LC" pitchFamily="2" charset="0"/>
            </a:endParaRPr>
          </a:p>
          <a:p>
            <a:pPr algn="just">
              <a:spcAft>
                <a:spcPts val="500"/>
              </a:spcAft>
              <a:defRPr/>
            </a:pPr>
            <a:r>
              <a:rPr lang="pt-BR" b="1" dirty="0">
                <a:solidFill>
                  <a:srgbClr val="7030A0"/>
                </a:solidFill>
                <a:latin typeface="GT Walsheim LC" pitchFamily="2" charset="0"/>
                <a:cs typeface="GT Walsheim LC" pitchFamily="2" charset="0"/>
              </a:rPr>
              <a:t>II</a:t>
            </a:r>
            <a:r>
              <a:rPr lang="pt-BR" sz="1200" dirty="0">
                <a:solidFill>
                  <a:srgbClr val="7030A0"/>
                </a:solidFill>
                <a:latin typeface="GT Walsheim LC" pitchFamily="2" charset="0"/>
                <a:cs typeface="GT Walsheim LC" pitchFamily="2" charset="0"/>
              </a:rPr>
              <a:t> - a disponibilidade de informações confiáveis de transações comparáveis realizadas entre partes não relacionadas necessárias à aplicação consistente do método; e</a:t>
            </a:r>
          </a:p>
          <a:p>
            <a:pPr algn="just">
              <a:spcAft>
                <a:spcPts val="500"/>
              </a:spcAft>
              <a:defRPr/>
            </a:pPr>
            <a:endParaRPr lang="pt-BR" sz="1200" dirty="0">
              <a:solidFill>
                <a:srgbClr val="7030A0"/>
              </a:solidFill>
              <a:latin typeface="GT Walsheim LC" pitchFamily="2" charset="0"/>
              <a:cs typeface="GT Walsheim LC" pitchFamily="2" charset="0"/>
            </a:endParaRPr>
          </a:p>
          <a:p>
            <a:pPr algn="just">
              <a:spcAft>
                <a:spcPts val="500"/>
              </a:spcAft>
              <a:defRPr/>
            </a:pPr>
            <a:r>
              <a:rPr lang="pt-BR" b="1" dirty="0">
                <a:solidFill>
                  <a:srgbClr val="7030A0"/>
                </a:solidFill>
                <a:latin typeface="GT Walsheim LC" pitchFamily="2" charset="0"/>
                <a:cs typeface="GT Walsheim LC" pitchFamily="2" charset="0"/>
              </a:rPr>
              <a:t>III</a:t>
            </a:r>
            <a:r>
              <a:rPr lang="pt-BR" sz="1200" dirty="0">
                <a:solidFill>
                  <a:srgbClr val="7030A0"/>
                </a:solidFill>
                <a:latin typeface="GT Walsheim LC" pitchFamily="2" charset="0"/>
                <a:cs typeface="GT Walsheim LC" pitchFamily="2" charset="0"/>
              </a:rPr>
              <a:t> - o grau de comparabilidade entre a transação controlada e as transações realizadas entre partes não relacionadas, incluídas a necessidade e a confiabilidade de se efetuar ajustes para eliminar os efeitos de eventuais diferenças entre as transações comparadas.</a:t>
            </a:r>
            <a:endParaRPr lang="pt-BR" sz="1200" noProof="0" dirty="0">
              <a:solidFill>
                <a:srgbClr val="7030A0"/>
              </a:solidFill>
              <a:latin typeface="GT Walsheim LC" pitchFamily="2" charset="0"/>
              <a:cs typeface="GT Walsheim LC" pitchFamily="2" charset="0"/>
            </a:endParaRPr>
          </a:p>
        </p:txBody>
      </p:sp>
      <p:sp>
        <p:nvSpPr>
          <p:cNvPr id="39" name="CaixaDeTexto 38">
            <a:extLst>
              <a:ext uri="{FF2B5EF4-FFF2-40B4-BE49-F238E27FC236}">
                <a16:creationId xmlns:a16="http://schemas.microsoft.com/office/drawing/2014/main" id="{5387AC2D-FE40-FFE4-68CD-FCF72A7A518B}"/>
              </a:ext>
            </a:extLst>
          </p:cNvPr>
          <p:cNvSpPr txBox="1"/>
          <p:nvPr/>
        </p:nvSpPr>
        <p:spPr>
          <a:xfrm>
            <a:off x="807802" y="1047377"/>
            <a:ext cx="4316056" cy="307777"/>
          </a:xfrm>
          <a:prstGeom prst="rect">
            <a:avLst/>
          </a:prstGeom>
          <a:noFill/>
        </p:spPr>
        <p:txBody>
          <a:bodyPr wrap="square">
            <a:spAutoFit/>
          </a:bodyPr>
          <a:lstStyle/>
          <a:p>
            <a:r>
              <a:rPr kumimoji="0" lang="pt-BR" sz="1400" b="0" i="0" u="none" strike="noStrike" kern="1200" cap="none" spc="0" normalizeH="0" baseline="0" noProof="0" dirty="0">
                <a:ln>
                  <a:noFill/>
                </a:ln>
                <a:solidFill>
                  <a:schemeClr val="accent1"/>
                </a:solidFill>
                <a:effectLst/>
                <a:uLnTx/>
                <a:uFillTx/>
                <a:latin typeface="GT Walsheim LC Bold" pitchFamily="2" charset="0"/>
                <a:cs typeface="GT Walsheim LC Bold" pitchFamily="2" charset="0"/>
              </a:rPr>
              <a:t>Art. 34 (Método Mais Apropriado)</a:t>
            </a:r>
            <a:endParaRPr lang="pt-BR" noProof="0" dirty="0"/>
          </a:p>
        </p:txBody>
      </p:sp>
      <p:sp>
        <p:nvSpPr>
          <p:cNvPr id="40" name="CaixaDeTexto 39">
            <a:extLst>
              <a:ext uri="{FF2B5EF4-FFF2-40B4-BE49-F238E27FC236}">
                <a16:creationId xmlns:a16="http://schemas.microsoft.com/office/drawing/2014/main" id="{897C6444-B2BF-250F-E434-F7C7FA2FA070}"/>
              </a:ext>
            </a:extLst>
          </p:cNvPr>
          <p:cNvSpPr txBox="1"/>
          <p:nvPr/>
        </p:nvSpPr>
        <p:spPr>
          <a:xfrm>
            <a:off x="6499410" y="1048238"/>
            <a:ext cx="1288005" cy="307777"/>
          </a:xfrm>
          <a:prstGeom prst="rect">
            <a:avLst/>
          </a:prstGeom>
          <a:noFill/>
        </p:spPr>
        <p:txBody>
          <a:bodyPr wrap="square">
            <a:spAutoFit/>
          </a:bodyPr>
          <a:lstStyle/>
          <a:p>
            <a:r>
              <a:rPr kumimoji="0" lang="pt-BR" sz="1400" b="0" i="0" u="none" strike="noStrike" kern="1200" cap="none" spc="0" normalizeH="0" baseline="0" noProof="0" dirty="0">
                <a:ln>
                  <a:noFill/>
                </a:ln>
                <a:solidFill>
                  <a:schemeClr val="accent1"/>
                </a:solidFill>
                <a:effectLst/>
                <a:uLnTx/>
                <a:uFillTx/>
                <a:latin typeface="GT Walsheim LC Bold" pitchFamily="2" charset="0"/>
                <a:cs typeface="GT Walsheim LC Bold" pitchFamily="2" charset="0"/>
              </a:rPr>
              <a:t>Art. 41 (MLT)</a:t>
            </a:r>
            <a:endParaRPr lang="pt-BR" noProof="0" dirty="0"/>
          </a:p>
        </p:txBody>
      </p:sp>
      <p:pic>
        <p:nvPicPr>
          <p:cNvPr id="3" name="Imagem 2">
            <a:extLst>
              <a:ext uri="{FF2B5EF4-FFF2-40B4-BE49-F238E27FC236}">
                <a16:creationId xmlns:a16="http://schemas.microsoft.com/office/drawing/2014/main" id="{4E1D31C9-3CC2-CA35-812C-A87A837122AC}"/>
              </a:ext>
            </a:extLst>
          </p:cNvPr>
          <p:cNvPicPr>
            <a:picLocks noGrp="1" noRot="1" noChangeAspect="1" noMove="1" noResize="1" noEditPoints="1" noAdjustHandles="1" noChangeArrowheads="1" noChangeShapeType="1" noCrop="1"/>
          </p:cNvPicPr>
          <p:nvPr/>
        </p:nvPicPr>
        <p:blipFill>
          <a:blip r:embed="rId3"/>
          <a:stretch>
            <a:fillRect/>
          </a:stretch>
        </p:blipFill>
        <p:spPr>
          <a:xfrm>
            <a:off x="177778" y="6452508"/>
            <a:ext cx="6096851" cy="161948"/>
          </a:xfrm>
          <a:prstGeom prst="rect">
            <a:avLst/>
          </a:prstGeom>
        </p:spPr>
      </p:pic>
    </p:spTree>
    <p:extLst>
      <p:ext uri="{BB962C8B-B14F-4D97-AF65-F5344CB8AC3E}">
        <p14:creationId xmlns:p14="http://schemas.microsoft.com/office/powerpoint/2010/main" val="40752270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48EC0-F304-9CDD-9375-B60FF946FADD}"/>
            </a:ext>
          </a:extLst>
        </p:cNvPr>
        <p:cNvGrpSpPr/>
        <p:nvPr/>
      </p:nvGrpSpPr>
      <p:grpSpPr>
        <a:xfrm>
          <a:off x="0" y="0"/>
          <a:ext cx="0" cy="0"/>
          <a:chOff x="0" y="0"/>
          <a:chExt cx="0" cy="0"/>
        </a:xfrm>
      </p:grpSpPr>
      <p:sp>
        <p:nvSpPr>
          <p:cNvPr id="2" name="Título 2">
            <a:extLst>
              <a:ext uri="{FF2B5EF4-FFF2-40B4-BE49-F238E27FC236}">
                <a16:creationId xmlns:a16="http://schemas.microsoft.com/office/drawing/2014/main" id="{090D16CF-6E56-673D-2B03-373930DD8332}"/>
              </a:ext>
            </a:extLst>
          </p:cNvPr>
          <p:cNvSpPr txBox="1">
            <a:spLocks/>
          </p:cNvSpPr>
          <p:nvPr/>
        </p:nvSpPr>
        <p:spPr>
          <a:xfrm>
            <a:off x="482714" y="381000"/>
            <a:ext cx="10636250" cy="525463"/>
          </a:xfrm>
          <a:prstGeom prst="rect">
            <a:avLst/>
          </a:prstGeom>
        </p:spPr>
        <p:txBody>
          <a:bodyPr vert="horz" wrap="square" lIns="0" tIns="0" rIns="0" bIns="0" rtlCol="0" anchor="t" anchorCtr="0">
            <a:noAutofit/>
          </a:bodyPr>
          <a:lstStyle>
            <a:lvl1pPr algn="l" defTabSz="736656" rtl="0" eaLnBrk="1" latinLnBrk="0" hangingPunct="1">
              <a:lnSpc>
                <a:spcPct val="85000"/>
              </a:lnSpc>
              <a:spcBef>
                <a:spcPct val="0"/>
              </a:spcBef>
              <a:buNone/>
              <a:defRPr sz="3000" b="1" kern="1200">
                <a:solidFill>
                  <a:schemeClr val="accent1"/>
                </a:solidFill>
                <a:latin typeface="+mn-lt"/>
                <a:ea typeface="+mj-ea"/>
                <a:cs typeface="+mj-cs"/>
              </a:defRPr>
            </a:lvl1pPr>
          </a:lstStyle>
          <a:p>
            <a:pPr>
              <a:spcAft>
                <a:spcPts val="0"/>
              </a:spcAft>
              <a:buFontTx/>
            </a:pPr>
            <a:r>
              <a:rPr lang="pt-BR" sz="3600" b="0" noProof="0" dirty="0">
                <a:latin typeface="GT Walsheim LC Bold" pitchFamily="2" charset="0"/>
                <a:cs typeface="GT Walsheim LC Bold" pitchFamily="2" charset="0"/>
              </a:rPr>
              <a:t>Mapa da aplicação</a:t>
            </a:r>
          </a:p>
        </p:txBody>
      </p:sp>
      <p:pic>
        <p:nvPicPr>
          <p:cNvPr id="3" name="Image 0" descr="preencoded.png">
            <a:extLst>
              <a:ext uri="{FF2B5EF4-FFF2-40B4-BE49-F238E27FC236}">
                <a16:creationId xmlns:a16="http://schemas.microsoft.com/office/drawing/2014/main" id="{4AC5F677-F1DD-0DA0-B02E-7C097FDEB2E9}"/>
              </a:ext>
            </a:extLst>
          </p:cNvPr>
          <p:cNvPicPr>
            <a:picLocks noChangeAspect="1"/>
          </p:cNvPicPr>
          <p:nvPr/>
        </p:nvPicPr>
        <p:blipFill>
          <a:blip r:embed="rId3"/>
          <a:stretch>
            <a:fillRect/>
          </a:stretch>
        </p:blipFill>
        <p:spPr>
          <a:xfrm>
            <a:off x="661491" y="829685"/>
            <a:ext cx="10869018" cy="2876054"/>
          </a:xfrm>
          <a:prstGeom prst="rect">
            <a:avLst/>
          </a:prstGeom>
          <a:noFill/>
          <a:ln>
            <a:noFill/>
          </a:ln>
        </p:spPr>
      </p:pic>
      <p:sp>
        <p:nvSpPr>
          <p:cNvPr id="5" name="Text 2">
            <a:extLst>
              <a:ext uri="{FF2B5EF4-FFF2-40B4-BE49-F238E27FC236}">
                <a16:creationId xmlns:a16="http://schemas.microsoft.com/office/drawing/2014/main" id="{D0AC06FB-E870-F590-EDF1-11668E804FCA}"/>
              </a:ext>
            </a:extLst>
          </p:cNvPr>
          <p:cNvSpPr/>
          <p:nvPr/>
        </p:nvSpPr>
        <p:spPr>
          <a:xfrm>
            <a:off x="1499817" y="1973534"/>
            <a:ext cx="1642982" cy="294178"/>
          </a:xfrm>
          <a:prstGeom prst="rect">
            <a:avLst/>
          </a:prstGeom>
          <a:noFill/>
          <a:ln/>
        </p:spPr>
        <p:txBody>
          <a:bodyPr wrap="none" lIns="0" tIns="0" rIns="0" bIns="0" rtlCol="0" anchor="t"/>
          <a:lstStyle/>
          <a:p>
            <a:pPr algn="ctr">
              <a:lnSpc>
                <a:spcPts val="2292"/>
              </a:lnSpc>
            </a:pPr>
            <a:r>
              <a:rPr lang="pt-BR" sz="1833" noProof="0" dirty="0">
                <a:solidFill>
                  <a:srgbClr val="00A4B3"/>
                </a:solidFill>
                <a:latin typeface="Instrument Sans Semi Bold" pitchFamily="34" charset="0"/>
                <a:ea typeface="Instrument Sans Semi Bold" pitchFamily="34" charset="-122"/>
                <a:cs typeface="Instrument Sans Semi Bold" pitchFamily="34" charset="-120"/>
              </a:rPr>
              <a:t>Entendimento</a:t>
            </a:r>
            <a:endParaRPr lang="pt-BR" sz="1833" noProof="0" dirty="0">
              <a:solidFill>
                <a:srgbClr val="00A4B3"/>
              </a:solidFill>
            </a:endParaRPr>
          </a:p>
        </p:txBody>
      </p:sp>
      <p:sp>
        <p:nvSpPr>
          <p:cNvPr id="6" name="Text 3">
            <a:extLst>
              <a:ext uri="{FF2B5EF4-FFF2-40B4-BE49-F238E27FC236}">
                <a16:creationId xmlns:a16="http://schemas.microsoft.com/office/drawing/2014/main" id="{C8EF9085-28B2-4ACE-B03E-7F4E6A2E4591}"/>
              </a:ext>
            </a:extLst>
          </p:cNvPr>
          <p:cNvSpPr/>
          <p:nvPr/>
        </p:nvSpPr>
        <p:spPr>
          <a:xfrm>
            <a:off x="1499817" y="2351389"/>
            <a:ext cx="1642982" cy="470684"/>
          </a:xfrm>
          <a:prstGeom prst="rect">
            <a:avLst/>
          </a:prstGeom>
          <a:noFill/>
          <a:ln/>
        </p:spPr>
        <p:txBody>
          <a:bodyPr wrap="square" lIns="0" tIns="0" rIns="0" bIns="0" rtlCol="0" anchor="t"/>
          <a:lstStyle/>
          <a:p>
            <a:pPr algn="ctr">
              <a:lnSpc>
                <a:spcPts val="1833"/>
              </a:lnSpc>
            </a:pPr>
            <a:r>
              <a:rPr lang="pt-BR" sz="1458" noProof="0" dirty="0">
                <a:solidFill>
                  <a:srgbClr val="4F2D7F"/>
                </a:solidFill>
                <a:latin typeface="Instrument Sans Medium" pitchFamily="34" charset="0"/>
                <a:ea typeface="Instrument Sans Medium" pitchFamily="34" charset="-122"/>
                <a:cs typeface="Instrument Sans Medium" pitchFamily="34" charset="-120"/>
              </a:rPr>
              <a:t>Funções, riscos e ativos</a:t>
            </a:r>
            <a:endParaRPr lang="pt-BR" sz="1458" noProof="0" dirty="0">
              <a:solidFill>
                <a:srgbClr val="4F2D7F"/>
              </a:solidFill>
            </a:endParaRPr>
          </a:p>
        </p:txBody>
      </p:sp>
      <p:sp>
        <p:nvSpPr>
          <p:cNvPr id="7" name="Text 4">
            <a:extLst>
              <a:ext uri="{FF2B5EF4-FFF2-40B4-BE49-F238E27FC236}">
                <a16:creationId xmlns:a16="http://schemas.microsoft.com/office/drawing/2014/main" id="{AC2C9193-EC04-A0BC-E8B3-6342B6001BF0}"/>
              </a:ext>
            </a:extLst>
          </p:cNvPr>
          <p:cNvSpPr/>
          <p:nvPr/>
        </p:nvSpPr>
        <p:spPr>
          <a:xfrm>
            <a:off x="3449228" y="1679356"/>
            <a:ext cx="1642982" cy="294178"/>
          </a:xfrm>
          <a:prstGeom prst="rect">
            <a:avLst/>
          </a:prstGeom>
          <a:noFill/>
          <a:ln/>
        </p:spPr>
        <p:txBody>
          <a:bodyPr wrap="none" lIns="0" tIns="0" rIns="0" bIns="0" rtlCol="0" anchor="t"/>
          <a:lstStyle/>
          <a:p>
            <a:pPr algn="ctr">
              <a:lnSpc>
                <a:spcPts val="2292"/>
              </a:lnSpc>
            </a:pPr>
            <a:r>
              <a:rPr lang="pt-BR" sz="1833" noProof="0" dirty="0">
                <a:solidFill>
                  <a:srgbClr val="00A4B3"/>
                </a:solidFill>
                <a:latin typeface="Instrument Sans Semi Bold" pitchFamily="34" charset="0"/>
                <a:ea typeface="Instrument Sans Semi Bold" pitchFamily="34" charset="-122"/>
                <a:cs typeface="Instrument Sans Semi Bold" pitchFamily="34" charset="-120"/>
              </a:rPr>
              <a:t>Escolha do IR</a:t>
            </a:r>
            <a:endParaRPr lang="pt-BR" sz="1833" noProof="0" dirty="0">
              <a:solidFill>
                <a:srgbClr val="00A4B3"/>
              </a:solidFill>
            </a:endParaRPr>
          </a:p>
        </p:txBody>
      </p:sp>
      <p:sp>
        <p:nvSpPr>
          <p:cNvPr id="9" name="Text 5">
            <a:extLst>
              <a:ext uri="{FF2B5EF4-FFF2-40B4-BE49-F238E27FC236}">
                <a16:creationId xmlns:a16="http://schemas.microsoft.com/office/drawing/2014/main" id="{A5C2D93A-6F9E-4123-AB85-C12E21B57E03}"/>
              </a:ext>
            </a:extLst>
          </p:cNvPr>
          <p:cNvSpPr/>
          <p:nvPr/>
        </p:nvSpPr>
        <p:spPr>
          <a:xfrm>
            <a:off x="3449228" y="2057210"/>
            <a:ext cx="1642982" cy="470683"/>
          </a:xfrm>
          <a:prstGeom prst="rect">
            <a:avLst/>
          </a:prstGeom>
          <a:noFill/>
          <a:ln/>
        </p:spPr>
        <p:txBody>
          <a:bodyPr wrap="square" lIns="0" tIns="0" rIns="0" bIns="0" rtlCol="0" anchor="t"/>
          <a:lstStyle/>
          <a:p>
            <a:pPr algn="ctr">
              <a:lnSpc>
                <a:spcPts val="1833"/>
              </a:lnSpc>
            </a:pPr>
            <a:r>
              <a:rPr lang="pt-BR" sz="1458" noProof="0" dirty="0">
                <a:solidFill>
                  <a:srgbClr val="7030A0"/>
                </a:solidFill>
                <a:latin typeface="Instrument Sans Medium" pitchFamily="34" charset="0"/>
                <a:ea typeface="Instrument Sans Medium" pitchFamily="34" charset="-122"/>
                <a:cs typeface="Instrument Sans Medium" pitchFamily="34" charset="-120"/>
              </a:rPr>
              <a:t>Indicador de rentabilidade</a:t>
            </a:r>
            <a:endParaRPr lang="pt-BR" sz="1458" noProof="0" dirty="0">
              <a:solidFill>
                <a:srgbClr val="7030A0"/>
              </a:solidFill>
            </a:endParaRPr>
          </a:p>
        </p:txBody>
      </p:sp>
      <p:sp>
        <p:nvSpPr>
          <p:cNvPr id="10" name="Text 6">
            <a:extLst>
              <a:ext uri="{FF2B5EF4-FFF2-40B4-BE49-F238E27FC236}">
                <a16:creationId xmlns:a16="http://schemas.microsoft.com/office/drawing/2014/main" id="{8AFB6A7A-6955-CE66-C7E1-F67B93EA5F3E}"/>
              </a:ext>
            </a:extLst>
          </p:cNvPr>
          <p:cNvSpPr/>
          <p:nvPr/>
        </p:nvSpPr>
        <p:spPr>
          <a:xfrm>
            <a:off x="5243142" y="1965106"/>
            <a:ext cx="1642982" cy="588355"/>
          </a:xfrm>
          <a:prstGeom prst="rect">
            <a:avLst/>
          </a:prstGeom>
          <a:noFill/>
          <a:ln/>
        </p:spPr>
        <p:txBody>
          <a:bodyPr wrap="square" lIns="0" tIns="0" rIns="0" bIns="0" rtlCol="0" anchor="t"/>
          <a:lstStyle/>
          <a:p>
            <a:pPr algn="ctr">
              <a:lnSpc>
                <a:spcPts val="2292"/>
              </a:lnSpc>
            </a:pPr>
            <a:r>
              <a:rPr lang="pt-BR" sz="1833" noProof="0" dirty="0">
                <a:solidFill>
                  <a:srgbClr val="00A4B3"/>
                </a:solidFill>
                <a:latin typeface="Instrument Sans Semi Bold" pitchFamily="34" charset="0"/>
                <a:ea typeface="Instrument Sans Semi Bold" pitchFamily="34" charset="-122"/>
                <a:cs typeface="Instrument Sans Semi Bold" pitchFamily="34" charset="-120"/>
              </a:rPr>
              <a:t>Pesquisa Capital IQ</a:t>
            </a:r>
            <a:endParaRPr lang="pt-BR" sz="1833" noProof="0" dirty="0">
              <a:solidFill>
                <a:srgbClr val="00A4B3"/>
              </a:solidFill>
            </a:endParaRPr>
          </a:p>
        </p:txBody>
      </p:sp>
      <p:sp>
        <p:nvSpPr>
          <p:cNvPr id="14" name="Text 7">
            <a:extLst>
              <a:ext uri="{FF2B5EF4-FFF2-40B4-BE49-F238E27FC236}">
                <a16:creationId xmlns:a16="http://schemas.microsoft.com/office/drawing/2014/main" id="{B004E23A-7298-B67F-3CCE-175101484E29}"/>
              </a:ext>
            </a:extLst>
          </p:cNvPr>
          <p:cNvSpPr/>
          <p:nvPr/>
        </p:nvSpPr>
        <p:spPr>
          <a:xfrm>
            <a:off x="5243142" y="2637138"/>
            <a:ext cx="1642982" cy="470683"/>
          </a:xfrm>
          <a:prstGeom prst="rect">
            <a:avLst/>
          </a:prstGeom>
          <a:noFill/>
          <a:ln/>
        </p:spPr>
        <p:txBody>
          <a:bodyPr wrap="square" lIns="0" tIns="0" rIns="0" bIns="0" rtlCol="0" anchor="t"/>
          <a:lstStyle/>
          <a:p>
            <a:pPr algn="ctr">
              <a:lnSpc>
                <a:spcPts val="1833"/>
              </a:lnSpc>
            </a:pPr>
            <a:r>
              <a:rPr lang="pt-BR" sz="1458" noProof="0" dirty="0" err="1">
                <a:solidFill>
                  <a:srgbClr val="4F2D7F"/>
                </a:solidFill>
                <a:latin typeface="Instrument Sans Medium" pitchFamily="34" charset="0"/>
                <a:ea typeface="Instrument Sans Medium" pitchFamily="34" charset="-122"/>
                <a:cs typeface="Instrument Sans Medium" pitchFamily="34" charset="-120"/>
              </a:rPr>
              <a:t>Screening</a:t>
            </a:r>
            <a:r>
              <a:rPr lang="pt-BR" sz="1458" noProof="0" dirty="0">
                <a:solidFill>
                  <a:srgbClr val="4F2D7F"/>
                </a:solidFill>
                <a:latin typeface="Instrument Sans Medium" pitchFamily="34" charset="0"/>
                <a:ea typeface="Instrument Sans Medium" pitchFamily="34" charset="-122"/>
                <a:cs typeface="Instrument Sans Medium" pitchFamily="34" charset="-120"/>
              </a:rPr>
              <a:t> quantitativo</a:t>
            </a:r>
            <a:endParaRPr lang="pt-BR" sz="1458" noProof="0" dirty="0">
              <a:solidFill>
                <a:srgbClr val="4F2D7F"/>
              </a:solidFill>
            </a:endParaRPr>
          </a:p>
        </p:txBody>
      </p:sp>
      <p:sp>
        <p:nvSpPr>
          <p:cNvPr id="15" name="Text 8">
            <a:extLst>
              <a:ext uri="{FF2B5EF4-FFF2-40B4-BE49-F238E27FC236}">
                <a16:creationId xmlns:a16="http://schemas.microsoft.com/office/drawing/2014/main" id="{6AEC904C-E407-E71B-D048-11A77E0109E2}"/>
              </a:ext>
            </a:extLst>
          </p:cNvPr>
          <p:cNvSpPr/>
          <p:nvPr/>
        </p:nvSpPr>
        <p:spPr>
          <a:xfrm>
            <a:off x="7163978" y="1677308"/>
            <a:ext cx="1642982" cy="294178"/>
          </a:xfrm>
          <a:prstGeom prst="rect">
            <a:avLst/>
          </a:prstGeom>
          <a:noFill/>
          <a:ln/>
        </p:spPr>
        <p:txBody>
          <a:bodyPr wrap="none" lIns="0" tIns="0" rIns="0" bIns="0" rtlCol="0" anchor="t"/>
          <a:lstStyle/>
          <a:p>
            <a:pPr algn="ctr">
              <a:lnSpc>
                <a:spcPts val="2292"/>
              </a:lnSpc>
            </a:pPr>
            <a:r>
              <a:rPr lang="pt-BR" sz="1833" noProof="0" dirty="0">
                <a:solidFill>
                  <a:srgbClr val="00A4B3"/>
                </a:solidFill>
                <a:latin typeface="Instrument Sans Semi Bold" pitchFamily="34" charset="0"/>
                <a:ea typeface="Instrument Sans Semi Bold" pitchFamily="34" charset="-122"/>
                <a:cs typeface="Instrument Sans Semi Bold" pitchFamily="34" charset="-120"/>
              </a:rPr>
              <a:t>Refinamento</a:t>
            </a:r>
            <a:endParaRPr lang="pt-BR" sz="1833" noProof="0" dirty="0">
              <a:solidFill>
                <a:srgbClr val="00A4B3"/>
              </a:solidFill>
            </a:endParaRPr>
          </a:p>
        </p:txBody>
      </p:sp>
      <p:sp>
        <p:nvSpPr>
          <p:cNvPr id="16" name="Text 9">
            <a:extLst>
              <a:ext uri="{FF2B5EF4-FFF2-40B4-BE49-F238E27FC236}">
                <a16:creationId xmlns:a16="http://schemas.microsoft.com/office/drawing/2014/main" id="{A4A0563E-BA0B-39E5-A070-DA7D30AA27A2}"/>
              </a:ext>
            </a:extLst>
          </p:cNvPr>
          <p:cNvSpPr/>
          <p:nvPr/>
        </p:nvSpPr>
        <p:spPr>
          <a:xfrm>
            <a:off x="7163978" y="2055163"/>
            <a:ext cx="1642982" cy="235342"/>
          </a:xfrm>
          <a:prstGeom prst="rect">
            <a:avLst/>
          </a:prstGeom>
          <a:noFill/>
          <a:ln/>
        </p:spPr>
        <p:txBody>
          <a:bodyPr wrap="none" lIns="0" tIns="0" rIns="0" bIns="0" rtlCol="0" anchor="t"/>
          <a:lstStyle/>
          <a:p>
            <a:pPr algn="ctr">
              <a:lnSpc>
                <a:spcPts val="1833"/>
              </a:lnSpc>
            </a:pPr>
            <a:r>
              <a:rPr lang="pt-BR" sz="1458" noProof="0" dirty="0">
                <a:solidFill>
                  <a:srgbClr val="4F2D7F"/>
                </a:solidFill>
                <a:latin typeface="Instrument Sans Medium" pitchFamily="34" charset="0"/>
                <a:ea typeface="Instrument Sans Medium" pitchFamily="34" charset="-122"/>
                <a:cs typeface="Instrument Sans Medium" pitchFamily="34" charset="-120"/>
              </a:rPr>
              <a:t>Filtragens no </a:t>
            </a:r>
            <a:r>
              <a:rPr lang="pt-BR" sz="1458" noProof="0" dirty="0" err="1">
                <a:solidFill>
                  <a:srgbClr val="4F2D7F"/>
                </a:solidFill>
                <a:latin typeface="Instrument Sans Medium" pitchFamily="34" charset="0"/>
                <a:ea typeface="Instrument Sans Medium" pitchFamily="34" charset="-122"/>
                <a:cs typeface="Instrument Sans Medium" pitchFamily="34" charset="-120"/>
              </a:rPr>
              <a:t>excel</a:t>
            </a:r>
            <a:endParaRPr lang="pt-BR" sz="1458" noProof="0" dirty="0">
              <a:solidFill>
                <a:srgbClr val="4F2D7F"/>
              </a:solidFill>
            </a:endParaRPr>
          </a:p>
        </p:txBody>
      </p:sp>
      <p:sp>
        <p:nvSpPr>
          <p:cNvPr id="17" name="Text 10">
            <a:extLst>
              <a:ext uri="{FF2B5EF4-FFF2-40B4-BE49-F238E27FC236}">
                <a16:creationId xmlns:a16="http://schemas.microsoft.com/office/drawing/2014/main" id="{F8E1CFBF-3F1C-EAEC-5771-BEC0D8381501}"/>
              </a:ext>
            </a:extLst>
          </p:cNvPr>
          <p:cNvSpPr/>
          <p:nvPr/>
        </p:nvSpPr>
        <p:spPr>
          <a:xfrm>
            <a:off x="9084814" y="1965106"/>
            <a:ext cx="1642981" cy="294178"/>
          </a:xfrm>
          <a:prstGeom prst="rect">
            <a:avLst/>
          </a:prstGeom>
          <a:noFill/>
          <a:ln/>
        </p:spPr>
        <p:txBody>
          <a:bodyPr wrap="none" lIns="0" tIns="0" rIns="0" bIns="0" rtlCol="0" anchor="t"/>
          <a:lstStyle/>
          <a:p>
            <a:pPr algn="ctr">
              <a:lnSpc>
                <a:spcPts val="2292"/>
              </a:lnSpc>
            </a:pPr>
            <a:r>
              <a:rPr lang="pt-BR" sz="1833" noProof="0" dirty="0">
                <a:solidFill>
                  <a:srgbClr val="00A4B3"/>
                </a:solidFill>
                <a:latin typeface="Instrument Sans Semi Bold" pitchFamily="34" charset="0"/>
                <a:ea typeface="Instrument Sans Semi Bold" pitchFamily="34" charset="-122"/>
                <a:cs typeface="Instrument Sans Semi Bold" pitchFamily="34" charset="-120"/>
              </a:rPr>
              <a:t>Conclusão</a:t>
            </a:r>
            <a:endParaRPr lang="pt-BR" sz="1833" noProof="0" dirty="0">
              <a:solidFill>
                <a:srgbClr val="00A4B3"/>
              </a:solidFill>
            </a:endParaRPr>
          </a:p>
        </p:txBody>
      </p:sp>
      <p:sp>
        <p:nvSpPr>
          <p:cNvPr id="18" name="Text 11">
            <a:extLst>
              <a:ext uri="{FF2B5EF4-FFF2-40B4-BE49-F238E27FC236}">
                <a16:creationId xmlns:a16="http://schemas.microsoft.com/office/drawing/2014/main" id="{764260B0-4BE0-8456-EF92-FD6A597AADD4}"/>
              </a:ext>
            </a:extLst>
          </p:cNvPr>
          <p:cNvSpPr/>
          <p:nvPr/>
        </p:nvSpPr>
        <p:spPr>
          <a:xfrm>
            <a:off x="9084814" y="2342961"/>
            <a:ext cx="1642981" cy="470684"/>
          </a:xfrm>
          <a:prstGeom prst="rect">
            <a:avLst/>
          </a:prstGeom>
          <a:noFill/>
          <a:ln/>
        </p:spPr>
        <p:txBody>
          <a:bodyPr wrap="square" lIns="0" tIns="0" rIns="0" bIns="0" rtlCol="0" anchor="t"/>
          <a:lstStyle/>
          <a:p>
            <a:pPr algn="ctr">
              <a:lnSpc>
                <a:spcPts val="1833"/>
              </a:lnSpc>
            </a:pPr>
            <a:r>
              <a:rPr lang="pt-BR" sz="1458" noProof="0" dirty="0">
                <a:solidFill>
                  <a:srgbClr val="4F2D7F"/>
                </a:solidFill>
                <a:latin typeface="Instrument Sans Medium" pitchFamily="34" charset="0"/>
                <a:ea typeface="Instrument Sans Medium" pitchFamily="34" charset="-122"/>
                <a:cs typeface="Instrument Sans Medium" pitchFamily="34" charset="-120"/>
              </a:rPr>
              <a:t>Faixa interquartil e veredito</a:t>
            </a:r>
            <a:endParaRPr lang="pt-BR" sz="1458" noProof="0" dirty="0">
              <a:solidFill>
                <a:srgbClr val="4F2D7F"/>
              </a:solidFill>
            </a:endParaRPr>
          </a:p>
        </p:txBody>
      </p:sp>
      <p:pic>
        <p:nvPicPr>
          <p:cNvPr id="12" name="Imagem 11">
            <a:extLst>
              <a:ext uri="{FF2B5EF4-FFF2-40B4-BE49-F238E27FC236}">
                <a16:creationId xmlns:a16="http://schemas.microsoft.com/office/drawing/2014/main" id="{F4CD80FC-8B60-9A82-CC61-0D7CEFE504A1}"/>
              </a:ext>
            </a:extLst>
          </p:cNvPr>
          <p:cNvPicPr>
            <a:picLocks noGrp="1" noRot="1" noChangeAspect="1" noMove="1" noResize="1" noEditPoints="1" noAdjustHandles="1" noChangeArrowheads="1" noChangeShapeType="1" noCrop="1"/>
          </p:cNvPicPr>
          <p:nvPr/>
        </p:nvPicPr>
        <p:blipFill>
          <a:blip r:embed="rId4"/>
          <a:stretch>
            <a:fillRect/>
          </a:stretch>
        </p:blipFill>
        <p:spPr>
          <a:xfrm>
            <a:off x="482714" y="6477000"/>
            <a:ext cx="6039693" cy="152421"/>
          </a:xfrm>
          <a:prstGeom prst="rect">
            <a:avLst/>
          </a:prstGeom>
        </p:spPr>
      </p:pic>
    </p:spTree>
    <p:extLst>
      <p:ext uri="{BB962C8B-B14F-4D97-AF65-F5344CB8AC3E}">
        <p14:creationId xmlns:p14="http://schemas.microsoft.com/office/powerpoint/2010/main" val="19534935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23200-FC84-AE4E-D460-16427BE48BB9}"/>
            </a:ext>
          </a:extLst>
        </p:cNvPr>
        <p:cNvGrpSpPr/>
        <p:nvPr/>
      </p:nvGrpSpPr>
      <p:grpSpPr>
        <a:xfrm>
          <a:off x="0" y="0"/>
          <a:ext cx="0" cy="0"/>
          <a:chOff x="0" y="0"/>
          <a:chExt cx="0" cy="0"/>
        </a:xfrm>
      </p:grpSpPr>
      <p:pic>
        <p:nvPicPr>
          <p:cNvPr id="8" name="Imagem 7">
            <a:extLst>
              <a:ext uri="{FF2B5EF4-FFF2-40B4-BE49-F238E27FC236}">
                <a16:creationId xmlns:a16="http://schemas.microsoft.com/office/drawing/2014/main" id="{B7C8226D-B7F8-3B45-2B63-EAD9E71356DC}"/>
              </a:ext>
            </a:extLst>
          </p:cNvPr>
          <p:cNvPicPr>
            <a:picLocks noGrp="1" noRot="1" noChangeAspect="1" noMove="1" noResize="1" noEditPoints="1" noAdjustHandles="1" noChangeArrowheads="1" noChangeShapeType="1" noCrop="1"/>
          </p:cNvPicPr>
          <p:nvPr/>
        </p:nvPicPr>
        <p:blipFill>
          <a:blip r:embed="rId3"/>
          <a:stretch>
            <a:fillRect/>
          </a:stretch>
        </p:blipFill>
        <p:spPr>
          <a:xfrm>
            <a:off x="429381" y="6475342"/>
            <a:ext cx="6039693" cy="152421"/>
          </a:xfrm>
          <a:prstGeom prst="rect">
            <a:avLst/>
          </a:prstGeom>
        </p:spPr>
      </p:pic>
      <p:sp>
        <p:nvSpPr>
          <p:cNvPr id="11" name="Text Placeholder 4">
            <a:extLst>
              <a:ext uri="{FF2B5EF4-FFF2-40B4-BE49-F238E27FC236}">
                <a16:creationId xmlns:a16="http://schemas.microsoft.com/office/drawing/2014/main" id="{63FDAA6A-C781-7F31-D99D-46FE96C49260}"/>
              </a:ext>
            </a:extLst>
          </p:cNvPr>
          <p:cNvSpPr txBox="1">
            <a:spLocks/>
          </p:cNvSpPr>
          <p:nvPr/>
        </p:nvSpPr>
        <p:spPr>
          <a:xfrm>
            <a:off x="244970" y="2990331"/>
            <a:ext cx="11386198" cy="3456190"/>
          </a:xfrm>
          <a:prstGeom prst="rect">
            <a:avLst/>
          </a:prstGeom>
        </p:spPr>
        <p:txBody>
          <a:bodyPr vert="horz" wrap="square" lIns="0" tIns="0" rIns="0" bIns="0" rtlCol="0" anchor="t" anchorCtr="0">
            <a:noAutofit/>
          </a:bodyPr>
          <a:lstStyle>
            <a:lvl1pPr marL="0" indent="0" algn="l" defTabSz="1007943" rtl="0" eaLnBrk="1" latinLnBrk="0" hangingPunct="1">
              <a:lnSpc>
                <a:spcPct val="100000"/>
              </a:lnSpc>
              <a:spcBef>
                <a:spcPts val="0"/>
              </a:spcBef>
              <a:spcAft>
                <a:spcPts val="600"/>
              </a:spcAft>
              <a:buFont typeface="Arial" panose="020B0604020202020204" pitchFamily="34" charset="0"/>
              <a:buNone/>
              <a:defRPr lang="en-US" sz="1800" kern="1200" dirty="0">
                <a:solidFill>
                  <a:schemeClr val="accent1"/>
                </a:solidFill>
                <a:latin typeface="+mn-lt"/>
                <a:ea typeface="+mn-ea"/>
                <a:cs typeface="+mn-cs"/>
              </a:defRPr>
            </a:lvl1pPr>
            <a:lvl2pPr marL="0" indent="0" algn="l" defTabSz="1007943" rtl="0" eaLnBrk="1" latinLnBrk="0" hangingPunct="1">
              <a:lnSpc>
                <a:spcPct val="100000"/>
              </a:lnSpc>
              <a:spcBef>
                <a:spcPts val="0"/>
              </a:spcBef>
              <a:spcAft>
                <a:spcPts val="600"/>
              </a:spcAft>
              <a:buFont typeface="Arial" panose="020B0604020202020204" pitchFamily="34" charset="0"/>
              <a:buNone/>
              <a:defRPr lang="en-US" sz="900" b="1" kern="1200" dirty="0">
                <a:solidFill>
                  <a:schemeClr val="accent5"/>
                </a:solidFill>
                <a:latin typeface="+mn-lt"/>
                <a:ea typeface="+mn-ea"/>
                <a:cs typeface="+mn-cs"/>
              </a:defRPr>
            </a:lvl2pPr>
            <a:lvl3pPr marL="0" indent="0" algn="l" defTabSz="1007943" rtl="0" eaLnBrk="1" latinLnBrk="0" hangingPunct="1">
              <a:lnSpc>
                <a:spcPct val="100000"/>
              </a:lnSpc>
              <a:spcBef>
                <a:spcPts val="0"/>
              </a:spcBef>
              <a:spcAft>
                <a:spcPts val="600"/>
              </a:spcAft>
              <a:buFont typeface="Arial" panose="020B0604020202020204" pitchFamily="34" charset="0"/>
              <a:buNone/>
              <a:defRPr lang="en-US" sz="900" b="0" kern="1200" dirty="0">
                <a:solidFill>
                  <a:schemeClr val="accent5"/>
                </a:solidFill>
                <a:latin typeface="+mn-lt"/>
                <a:ea typeface="+mn-ea"/>
                <a:cs typeface="+mn-cs"/>
              </a:defRPr>
            </a:lvl3pPr>
            <a:lvl4pPr marL="0" indent="0" algn="l" defTabSz="1007943" rtl="0" eaLnBrk="1" latinLnBrk="0" hangingPunct="1">
              <a:lnSpc>
                <a:spcPct val="100000"/>
              </a:lnSpc>
              <a:spcBef>
                <a:spcPts val="0"/>
              </a:spcBef>
              <a:spcAft>
                <a:spcPts val="600"/>
              </a:spcAft>
              <a:buFont typeface="Arial" panose="020B0604020202020204" pitchFamily="34" charset="0"/>
              <a:buNone/>
              <a:defRPr lang="en-US" sz="900" b="0" kern="1200" dirty="0">
                <a:solidFill>
                  <a:schemeClr val="tx1"/>
                </a:solidFill>
                <a:latin typeface="+mn-lt"/>
                <a:ea typeface="+mn-ea"/>
                <a:cs typeface="+mn-cs"/>
              </a:defRPr>
            </a:lvl4pPr>
            <a:lvl5pPr marL="180000" indent="-180000" algn="l" defTabSz="1007943" rtl="0" eaLnBrk="1" latinLnBrk="0" hangingPunct="1">
              <a:lnSpc>
                <a:spcPct val="100000"/>
              </a:lnSpc>
              <a:spcBef>
                <a:spcPts val="0"/>
              </a:spcBef>
              <a:spcAft>
                <a:spcPts val="600"/>
              </a:spcAft>
              <a:buFont typeface="Arial" panose="020B0604020202020204" pitchFamily="34" charset="0"/>
              <a:buChar char="•"/>
              <a:defRPr sz="900" b="0" kern="1200">
                <a:solidFill>
                  <a:schemeClr val="tx1"/>
                </a:solidFill>
                <a:latin typeface="+mn-lt"/>
                <a:ea typeface="+mn-ea"/>
                <a:cs typeface="+mn-cs"/>
              </a:defRPr>
            </a:lvl5pPr>
            <a:lvl6pPr marL="360000" indent="-180000" algn="l" defTabSz="1007943" rtl="0" eaLnBrk="1" latinLnBrk="0" hangingPunct="1">
              <a:lnSpc>
                <a:spcPct val="100000"/>
              </a:lnSpc>
              <a:spcBef>
                <a:spcPts val="0"/>
              </a:spcBef>
              <a:spcAft>
                <a:spcPts val="600"/>
              </a:spcAft>
              <a:buFont typeface="Arial" panose="020B0604020202020204" pitchFamily="34" charset="0"/>
              <a:buChar char="–"/>
              <a:defRPr sz="900" kern="1200">
                <a:solidFill>
                  <a:schemeClr val="tx1"/>
                </a:solidFill>
                <a:latin typeface="+mn-lt"/>
                <a:ea typeface="+mn-ea"/>
                <a:cs typeface="+mn-cs"/>
              </a:defRPr>
            </a:lvl6pPr>
            <a:lvl7pPr marL="180000" indent="-180000" algn="l" defTabSz="1007943" rtl="0" eaLnBrk="1" latinLnBrk="0" hangingPunct="1">
              <a:lnSpc>
                <a:spcPct val="100000"/>
              </a:lnSpc>
              <a:spcBef>
                <a:spcPts val="0"/>
              </a:spcBef>
              <a:spcAft>
                <a:spcPts val="600"/>
              </a:spcAft>
              <a:buFont typeface="+mj-lt"/>
              <a:buAutoNum type="arabicPeriod"/>
              <a:defRPr sz="900" kern="1200">
                <a:solidFill>
                  <a:schemeClr val="tx1"/>
                </a:solidFill>
                <a:latin typeface="+mn-lt"/>
                <a:ea typeface="+mn-ea"/>
                <a:cs typeface="+mn-cs"/>
              </a:defRPr>
            </a:lvl7pPr>
            <a:lvl8pPr marL="360000" indent="-180000" algn="l" defTabSz="1007943" rtl="0" eaLnBrk="1" latinLnBrk="0" hangingPunct="1">
              <a:lnSpc>
                <a:spcPct val="100000"/>
              </a:lnSpc>
              <a:spcBef>
                <a:spcPts val="0"/>
              </a:spcBef>
              <a:spcAft>
                <a:spcPts val="600"/>
              </a:spcAft>
              <a:buFont typeface="+mj-lt"/>
              <a:buAutoNum type="alphaLcPeriod"/>
              <a:defRPr sz="900" kern="1200">
                <a:solidFill>
                  <a:schemeClr val="tx1"/>
                </a:solidFill>
                <a:latin typeface="+mn-lt"/>
                <a:ea typeface="+mn-ea"/>
                <a:cs typeface="+mn-cs"/>
              </a:defRPr>
            </a:lvl8pPr>
            <a:lvl9pPr marL="0" indent="0" algn="l" defTabSz="1007943" rtl="0" eaLnBrk="1" latinLnBrk="0" hangingPunct="1">
              <a:lnSpc>
                <a:spcPct val="90000"/>
              </a:lnSpc>
              <a:spcBef>
                <a:spcPts val="0"/>
              </a:spcBef>
              <a:spcAft>
                <a:spcPts val="600"/>
              </a:spcAft>
              <a:buFontTx/>
              <a:buNone/>
              <a:defRPr sz="1800" kern="1200">
                <a:solidFill>
                  <a:schemeClr val="accent1"/>
                </a:solidFill>
                <a:latin typeface="+mn-lt"/>
                <a:ea typeface="+mn-ea"/>
                <a:cs typeface="+mn-cs"/>
              </a:defRPr>
            </a:lvl9pPr>
          </a:lstStyle>
          <a:p>
            <a:pPr marL="0" marR="0" lvl="3" indent="0" algn="l" defTabSz="609585" rtl="0" eaLnBrk="1" fontAlgn="auto" latinLnBrk="0" hangingPunct="1">
              <a:lnSpc>
                <a:spcPct val="100000"/>
              </a:lnSpc>
              <a:spcBef>
                <a:spcPts val="0"/>
              </a:spcBef>
              <a:spcAft>
                <a:spcPts val="800"/>
              </a:spcAft>
              <a:buClrTx/>
              <a:buSzTx/>
              <a:buFont typeface="Arial" panose="020B0604020202020204" pitchFamily="34" charset="0"/>
              <a:buNone/>
              <a:tabLst/>
              <a:defRPr/>
            </a:pPr>
            <a:r>
              <a:rPr kumimoji="0" lang="pt-BR" sz="1800" b="0" i="0" u="none" strike="noStrike" kern="1200" cap="none" spc="0" normalizeH="0" baseline="0" noProof="0" dirty="0">
                <a:ln>
                  <a:noFill/>
                </a:ln>
                <a:solidFill>
                  <a:srgbClr val="00A7B5"/>
                </a:solidFill>
                <a:effectLst/>
                <a:uLnTx/>
                <a:uFillTx/>
                <a:latin typeface="GT Walsheim LC" pitchFamily="2" charset="0"/>
                <a:cs typeface="GT Walsheim LC" pitchFamily="2" charset="0"/>
              </a:rPr>
              <a:t>Cada etapa é interdependente</a:t>
            </a:r>
          </a:p>
          <a:p>
            <a:pPr marL="0" marR="0" lvl="3" indent="0" algn="just" defTabSz="609585" rtl="0" eaLnBrk="1" fontAlgn="auto" latinLnBrk="0" hangingPunct="1">
              <a:lnSpc>
                <a:spcPct val="100000"/>
              </a:lnSpc>
              <a:spcBef>
                <a:spcPts val="0"/>
              </a:spcBef>
              <a:spcAft>
                <a:spcPts val="800"/>
              </a:spcAft>
              <a:buClrTx/>
              <a:buSzTx/>
              <a:buFont typeface="Arial" panose="020B0604020202020204" pitchFamily="34" charset="0"/>
              <a:buNone/>
              <a:tabLst/>
              <a:defRPr/>
            </a:pPr>
            <a:r>
              <a:rPr lang="pt-BR" sz="1200" b="0" noProof="0" dirty="0">
                <a:solidFill>
                  <a:schemeClr val="accent1"/>
                </a:solidFill>
                <a:latin typeface="GT Walsheim LC Light"/>
                <a:cs typeface="GT Walsheim LC Light" pitchFamily="2" charset="0"/>
              </a:rPr>
              <a:t> A qualidade da conclusão depende do rigor em cada passo anterior.</a:t>
            </a:r>
          </a:p>
          <a:p>
            <a:pPr marR="0" lvl="1" algn="just" defTabSz="1343890" fontAlgn="auto">
              <a:buClrTx/>
              <a:buSzTx/>
              <a:tabLst/>
              <a:defRPr/>
            </a:pPr>
            <a:r>
              <a:rPr lang="pt-BR" sz="1200" b="0" noProof="0" dirty="0">
                <a:solidFill>
                  <a:schemeClr val="accent1"/>
                </a:solidFill>
                <a:latin typeface="GT Walsheim LC Light"/>
                <a:cs typeface="GT Walsheim LC Light" pitchFamily="2" charset="0"/>
              </a:rPr>
              <a:t>IN RFB nº 2.161/23 — Art. 21 (Análise de Comparabilidade)</a:t>
            </a:r>
          </a:p>
          <a:p>
            <a:pPr algn="just"/>
            <a:r>
              <a:rPr lang="pt-BR" dirty="0"/>
              <a:t> </a:t>
            </a:r>
            <a:r>
              <a:rPr lang="pt-BR" sz="1200" dirty="0"/>
              <a:t>A realização da análise comparabilidade tipicamente inclui as seguintes etapas:</a:t>
            </a:r>
          </a:p>
          <a:p>
            <a:pPr algn="just"/>
            <a:r>
              <a:rPr lang="pt-BR" sz="1200" dirty="0"/>
              <a:t>I - a determinação do período a ser abrangido na análise, observado o disposto no inciso II do caput do art. 20;</a:t>
            </a:r>
          </a:p>
          <a:p>
            <a:pPr algn="just"/>
            <a:r>
              <a:rPr lang="pt-BR" sz="1200" dirty="0"/>
              <a:t>II - a verificação da existência de comparáveis internos, observado, inclusive, o disposto no art. 24;</a:t>
            </a:r>
          </a:p>
          <a:p>
            <a:pPr algn="just"/>
            <a:r>
              <a:rPr lang="pt-BR" sz="1200" dirty="0"/>
              <a:t>III - a identificação de fontes de informação disponíveis sobre comparáveis externos, quando a sua utilização for necessária, e levando-se em consideração sua confiabilidade relativa e limitações quanto à especificidade e qualidade dos dados;</a:t>
            </a:r>
          </a:p>
          <a:p>
            <a:pPr algn="just"/>
            <a:r>
              <a:rPr lang="pt-BR" sz="1200" dirty="0"/>
              <a:t>IV - a seleção do método mais apropriado e, dependendo do método, a escolha do indicador de rentabilidade e da parte testada;</a:t>
            </a:r>
          </a:p>
          <a:p>
            <a:pPr algn="just"/>
            <a:r>
              <a:rPr lang="pt-BR" sz="1200" dirty="0"/>
              <a:t>V - a identificação de potenciais comparáveis, incluindo a determinação das características essenciais que devem estar presentes em qualquer transação entre partes não relacionadas para que possa ser considerada potencialmente comparável, tendo em vista o delineamento da transação controlada e os fatores de comparabilidade;</a:t>
            </a:r>
          </a:p>
          <a:p>
            <a:pPr algn="just"/>
            <a:r>
              <a:rPr lang="pt-BR" sz="1200" dirty="0"/>
              <a:t>VI - a identificação e a realização de ajustes de comparabilidade razoavelmente precisos quando apropriado; e</a:t>
            </a:r>
          </a:p>
          <a:p>
            <a:pPr algn="just"/>
            <a:r>
              <a:rPr lang="pt-BR" sz="1200" dirty="0"/>
              <a:t>VII - a interpretação e o uso dos dados coletados com a determinação da remuneração adequada em conformidade com o princípio previsto no art. 2º.</a:t>
            </a:r>
            <a:endParaRPr lang="pt-BR" sz="1100" dirty="0"/>
          </a:p>
        </p:txBody>
      </p:sp>
      <p:sp>
        <p:nvSpPr>
          <p:cNvPr id="2" name="Título 2">
            <a:extLst>
              <a:ext uri="{FF2B5EF4-FFF2-40B4-BE49-F238E27FC236}">
                <a16:creationId xmlns:a16="http://schemas.microsoft.com/office/drawing/2014/main" id="{DAB254B4-3735-7888-85DC-7B92052F6CDA}"/>
              </a:ext>
            </a:extLst>
          </p:cNvPr>
          <p:cNvSpPr txBox="1">
            <a:spLocks/>
          </p:cNvSpPr>
          <p:nvPr/>
        </p:nvSpPr>
        <p:spPr>
          <a:xfrm>
            <a:off x="482714" y="381000"/>
            <a:ext cx="10636250" cy="525463"/>
          </a:xfrm>
          <a:prstGeom prst="rect">
            <a:avLst/>
          </a:prstGeom>
        </p:spPr>
        <p:txBody>
          <a:bodyPr vert="horz" wrap="square" lIns="0" tIns="0" rIns="0" bIns="0" rtlCol="0" anchor="t" anchorCtr="0">
            <a:noAutofit/>
          </a:bodyPr>
          <a:lstStyle>
            <a:lvl1pPr algn="l" defTabSz="736656" rtl="0" eaLnBrk="1" latinLnBrk="0" hangingPunct="1">
              <a:lnSpc>
                <a:spcPct val="85000"/>
              </a:lnSpc>
              <a:spcBef>
                <a:spcPct val="0"/>
              </a:spcBef>
              <a:buNone/>
              <a:defRPr sz="3000" b="1" kern="1200">
                <a:solidFill>
                  <a:schemeClr val="accent1"/>
                </a:solidFill>
                <a:latin typeface="+mn-lt"/>
                <a:ea typeface="+mj-ea"/>
                <a:cs typeface="+mj-cs"/>
              </a:defRPr>
            </a:lvl1pPr>
          </a:lstStyle>
          <a:p>
            <a:pPr>
              <a:spcAft>
                <a:spcPts val="0"/>
              </a:spcAft>
              <a:buFontTx/>
            </a:pPr>
            <a:r>
              <a:rPr lang="pt-BR" sz="3600" b="0" noProof="0" dirty="0">
                <a:latin typeface="GT Walsheim LC Bold" pitchFamily="2" charset="0"/>
                <a:cs typeface="GT Walsheim LC Bold" pitchFamily="2" charset="0"/>
              </a:rPr>
              <a:t>Mapa da aplicação</a:t>
            </a:r>
          </a:p>
        </p:txBody>
      </p:sp>
      <p:pic>
        <p:nvPicPr>
          <p:cNvPr id="3" name="Image 0" descr="preencoded.png">
            <a:extLst>
              <a:ext uri="{FF2B5EF4-FFF2-40B4-BE49-F238E27FC236}">
                <a16:creationId xmlns:a16="http://schemas.microsoft.com/office/drawing/2014/main" id="{7908FE2D-3388-A3DF-E0EC-C6C5438CD4CE}"/>
              </a:ext>
            </a:extLst>
          </p:cNvPr>
          <p:cNvPicPr>
            <a:picLocks noChangeAspect="1"/>
          </p:cNvPicPr>
          <p:nvPr/>
        </p:nvPicPr>
        <p:blipFill>
          <a:blip r:embed="rId4"/>
          <a:stretch>
            <a:fillRect/>
          </a:stretch>
        </p:blipFill>
        <p:spPr>
          <a:xfrm>
            <a:off x="661491" y="829685"/>
            <a:ext cx="10869018" cy="2876054"/>
          </a:xfrm>
          <a:prstGeom prst="rect">
            <a:avLst/>
          </a:prstGeom>
          <a:noFill/>
          <a:ln>
            <a:noFill/>
          </a:ln>
        </p:spPr>
      </p:pic>
      <p:sp>
        <p:nvSpPr>
          <p:cNvPr id="5" name="Text 2">
            <a:extLst>
              <a:ext uri="{FF2B5EF4-FFF2-40B4-BE49-F238E27FC236}">
                <a16:creationId xmlns:a16="http://schemas.microsoft.com/office/drawing/2014/main" id="{9BA01C28-71C4-B38C-309D-E3D6EEA71801}"/>
              </a:ext>
            </a:extLst>
          </p:cNvPr>
          <p:cNvSpPr/>
          <p:nvPr/>
        </p:nvSpPr>
        <p:spPr>
          <a:xfrm>
            <a:off x="1499817" y="1973534"/>
            <a:ext cx="1642982" cy="294178"/>
          </a:xfrm>
          <a:prstGeom prst="rect">
            <a:avLst/>
          </a:prstGeom>
          <a:noFill/>
          <a:ln/>
        </p:spPr>
        <p:txBody>
          <a:bodyPr wrap="none" lIns="0" tIns="0" rIns="0" bIns="0" rtlCol="0" anchor="t"/>
          <a:lstStyle/>
          <a:p>
            <a:pPr algn="ctr">
              <a:lnSpc>
                <a:spcPts val="2292"/>
              </a:lnSpc>
            </a:pPr>
            <a:r>
              <a:rPr lang="pt-BR" sz="1833" noProof="0" dirty="0">
                <a:solidFill>
                  <a:srgbClr val="00A4B3"/>
                </a:solidFill>
                <a:latin typeface="Instrument Sans Semi Bold" pitchFamily="34" charset="0"/>
                <a:ea typeface="Instrument Sans Semi Bold" pitchFamily="34" charset="-122"/>
                <a:cs typeface="Instrument Sans Semi Bold" pitchFamily="34" charset="-120"/>
              </a:rPr>
              <a:t>Entendimento</a:t>
            </a:r>
            <a:endParaRPr lang="pt-BR" sz="1833" noProof="0" dirty="0">
              <a:solidFill>
                <a:srgbClr val="00A4B3"/>
              </a:solidFill>
            </a:endParaRPr>
          </a:p>
        </p:txBody>
      </p:sp>
      <p:sp>
        <p:nvSpPr>
          <p:cNvPr id="6" name="Text 3">
            <a:extLst>
              <a:ext uri="{FF2B5EF4-FFF2-40B4-BE49-F238E27FC236}">
                <a16:creationId xmlns:a16="http://schemas.microsoft.com/office/drawing/2014/main" id="{4B2E3F42-D2CE-504B-9C57-3FB81F9A7097}"/>
              </a:ext>
            </a:extLst>
          </p:cNvPr>
          <p:cNvSpPr/>
          <p:nvPr/>
        </p:nvSpPr>
        <p:spPr>
          <a:xfrm>
            <a:off x="1499817" y="2351389"/>
            <a:ext cx="1642982" cy="470684"/>
          </a:xfrm>
          <a:prstGeom prst="rect">
            <a:avLst/>
          </a:prstGeom>
          <a:noFill/>
          <a:ln/>
        </p:spPr>
        <p:txBody>
          <a:bodyPr wrap="square" lIns="0" tIns="0" rIns="0" bIns="0" rtlCol="0" anchor="t"/>
          <a:lstStyle/>
          <a:p>
            <a:pPr algn="ctr">
              <a:lnSpc>
                <a:spcPts val="1833"/>
              </a:lnSpc>
            </a:pPr>
            <a:r>
              <a:rPr lang="pt-BR" sz="1458" noProof="0" dirty="0">
                <a:solidFill>
                  <a:srgbClr val="4F2D7F"/>
                </a:solidFill>
                <a:latin typeface="Instrument Sans Medium" pitchFamily="34" charset="0"/>
                <a:ea typeface="Instrument Sans Medium" pitchFamily="34" charset="-122"/>
                <a:cs typeface="Instrument Sans Medium" pitchFamily="34" charset="-120"/>
              </a:rPr>
              <a:t>Funções, riscos e ativos</a:t>
            </a:r>
            <a:endParaRPr lang="pt-BR" sz="1458" noProof="0" dirty="0">
              <a:solidFill>
                <a:srgbClr val="4F2D7F"/>
              </a:solidFill>
            </a:endParaRPr>
          </a:p>
        </p:txBody>
      </p:sp>
      <p:sp>
        <p:nvSpPr>
          <p:cNvPr id="7" name="Text 4">
            <a:extLst>
              <a:ext uri="{FF2B5EF4-FFF2-40B4-BE49-F238E27FC236}">
                <a16:creationId xmlns:a16="http://schemas.microsoft.com/office/drawing/2014/main" id="{08F5AD35-CEA1-ED9C-4E28-60F26AA0FEC4}"/>
              </a:ext>
            </a:extLst>
          </p:cNvPr>
          <p:cNvSpPr/>
          <p:nvPr/>
        </p:nvSpPr>
        <p:spPr>
          <a:xfrm>
            <a:off x="3449228" y="1679356"/>
            <a:ext cx="1642982" cy="294178"/>
          </a:xfrm>
          <a:prstGeom prst="rect">
            <a:avLst/>
          </a:prstGeom>
          <a:noFill/>
          <a:ln/>
        </p:spPr>
        <p:txBody>
          <a:bodyPr wrap="none" lIns="0" tIns="0" rIns="0" bIns="0" rtlCol="0" anchor="t"/>
          <a:lstStyle/>
          <a:p>
            <a:pPr algn="ctr">
              <a:lnSpc>
                <a:spcPts val="2292"/>
              </a:lnSpc>
            </a:pPr>
            <a:r>
              <a:rPr lang="pt-BR" sz="1833" noProof="0" dirty="0">
                <a:solidFill>
                  <a:srgbClr val="00A4B3"/>
                </a:solidFill>
                <a:latin typeface="Instrument Sans Semi Bold" pitchFamily="34" charset="0"/>
                <a:ea typeface="Instrument Sans Semi Bold" pitchFamily="34" charset="-122"/>
                <a:cs typeface="Instrument Sans Semi Bold" pitchFamily="34" charset="-120"/>
              </a:rPr>
              <a:t>Escolha do IR</a:t>
            </a:r>
            <a:endParaRPr lang="pt-BR" sz="1833" noProof="0" dirty="0">
              <a:solidFill>
                <a:srgbClr val="00A4B3"/>
              </a:solidFill>
            </a:endParaRPr>
          </a:p>
        </p:txBody>
      </p:sp>
      <p:sp>
        <p:nvSpPr>
          <p:cNvPr id="9" name="Text 5">
            <a:extLst>
              <a:ext uri="{FF2B5EF4-FFF2-40B4-BE49-F238E27FC236}">
                <a16:creationId xmlns:a16="http://schemas.microsoft.com/office/drawing/2014/main" id="{A9F2B93E-9323-111A-D9C2-A1BFEE3BFFA8}"/>
              </a:ext>
            </a:extLst>
          </p:cNvPr>
          <p:cNvSpPr/>
          <p:nvPr/>
        </p:nvSpPr>
        <p:spPr>
          <a:xfrm>
            <a:off x="3449228" y="2057210"/>
            <a:ext cx="1642982" cy="470683"/>
          </a:xfrm>
          <a:prstGeom prst="rect">
            <a:avLst/>
          </a:prstGeom>
          <a:noFill/>
          <a:ln/>
        </p:spPr>
        <p:txBody>
          <a:bodyPr wrap="square" lIns="0" tIns="0" rIns="0" bIns="0" rtlCol="0" anchor="t"/>
          <a:lstStyle/>
          <a:p>
            <a:pPr algn="ctr">
              <a:lnSpc>
                <a:spcPts val="1833"/>
              </a:lnSpc>
            </a:pPr>
            <a:r>
              <a:rPr lang="pt-BR" sz="1458" noProof="0" dirty="0">
                <a:solidFill>
                  <a:srgbClr val="7030A0"/>
                </a:solidFill>
                <a:latin typeface="Instrument Sans Medium" pitchFamily="34" charset="0"/>
                <a:ea typeface="Instrument Sans Medium" pitchFamily="34" charset="-122"/>
                <a:cs typeface="Instrument Sans Medium" pitchFamily="34" charset="-120"/>
              </a:rPr>
              <a:t>Indicador de rentabilidade</a:t>
            </a:r>
            <a:endParaRPr lang="pt-BR" sz="1458" noProof="0" dirty="0">
              <a:solidFill>
                <a:srgbClr val="7030A0"/>
              </a:solidFill>
            </a:endParaRPr>
          </a:p>
        </p:txBody>
      </p:sp>
      <p:sp>
        <p:nvSpPr>
          <p:cNvPr id="10" name="Text 6">
            <a:extLst>
              <a:ext uri="{FF2B5EF4-FFF2-40B4-BE49-F238E27FC236}">
                <a16:creationId xmlns:a16="http://schemas.microsoft.com/office/drawing/2014/main" id="{A43FAD2B-3035-D07C-9589-179DEF3B200F}"/>
              </a:ext>
            </a:extLst>
          </p:cNvPr>
          <p:cNvSpPr/>
          <p:nvPr/>
        </p:nvSpPr>
        <p:spPr>
          <a:xfrm>
            <a:off x="5243142" y="1965106"/>
            <a:ext cx="1642982" cy="588355"/>
          </a:xfrm>
          <a:prstGeom prst="rect">
            <a:avLst/>
          </a:prstGeom>
          <a:noFill/>
          <a:ln/>
        </p:spPr>
        <p:txBody>
          <a:bodyPr wrap="square" lIns="0" tIns="0" rIns="0" bIns="0" rtlCol="0" anchor="t"/>
          <a:lstStyle/>
          <a:p>
            <a:pPr algn="ctr">
              <a:lnSpc>
                <a:spcPts val="2292"/>
              </a:lnSpc>
            </a:pPr>
            <a:r>
              <a:rPr lang="pt-BR" sz="1833" noProof="0" dirty="0">
                <a:solidFill>
                  <a:srgbClr val="00A4B3"/>
                </a:solidFill>
                <a:latin typeface="Instrument Sans Semi Bold" pitchFamily="34" charset="0"/>
                <a:ea typeface="Instrument Sans Semi Bold" pitchFamily="34" charset="-122"/>
                <a:cs typeface="Instrument Sans Semi Bold" pitchFamily="34" charset="-120"/>
              </a:rPr>
              <a:t>Pesquisa Capital IQ</a:t>
            </a:r>
            <a:endParaRPr lang="pt-BR" sz="1833" noProof="0" dirty="0">
              <a:solidFill>
                <a:srgbClr val="00A4B3"/>
              </a:solidFill>
            </a:endParaRPr>
          </a:p>
        </p:txBody>
      </p:sp>
      <p:sp>
        <p:nvSpPr>
          <p:cNvPr id="14" name="Text 7">
            <a:extLst>
              <a:ext uri="{FF2B5EF4-FFF2-40B4-BE49-F238E27FC236}">
                <a16:creationId xmlns:a16="http://schemas.microsoft.com/office/drawing/2014/main" id="{674ED14E-C269-21ED-63FC-6EC553ECA75F}"/>
              </a:ext>
            </a:extLst>
          </p:cNvPr>
          <p:cNvSpPr/>
          <p:nvPr/>
        </p:nvSpPr>
        <p:spPr>
          <a:xfrm>
            <a:off x="5243142" y="2637138"/>
            <a:ext cx="1642982" cy="470683"/>
          </a:xfrm>
          <a:prstGeom prst="rect">
            <a:avLst/>
          </a:prstGeom>
          <a:noFill/>
          <a:ln/>
        </p:spPr>
        <p:txBody>
          <a:bodyPr wrap="square" lIns="0" tIns="0" rIns="0" bIns="0" rtlCol="0" anchor="t"/>
          <a:lstStyle/>
          <a:p>
            <a:pPr algn="ctr">
              <a:lnSpc>
                <a:spcPts val="1833"/>
              </a:lnSpc>
            </a:pPr>
            <a:r>
              <a:rPr lang="pt-BR" sz="1458" noProof="0" dirty="0" err="1">
                <a:solidFill>
                  <a:srgbClr val="4F2D7F"/>
                </a:solidFill>
                <a:latin typeface="Instrument Sans Medium" pitchFamily="34" charset="0"/>
                <a:ea typeface="Instrument Sans Medium" pitchFamily="34" charset="-122"/>
                <a:cs typeface="Instrument Sans Medium" pitchFamily="34" charset="-120"/>
              </a:rPr>
              <a:t>Screening</a:t>
            </a:r>
            <a:r>
              <a:rPr lang="pt-BR" sz="1458" noProof="0" dirty="0">
                <a:solidFill>
                  <a:srgbClr val="4F2D7F"/>
                </a:solidFill>
                <a:latin typeface="Instrument Sans Medium" pitchFamily="34" charset="0"/>
                <a:ea typeface="Instrument Sans Medium" pitchFamily="34" charset="-122"/>
                <a:cs typeface="Instrument Sans Medium" pitchFamily="34" charset="-120"/>
              </a:rPr>
              <a:t> quantitativo</a:t>
            </a:r>
            <a:endParaRPr lang="pt-BR" sz="1458" noProof="0" dirty="0">
              <a:solidFill>
                <a:srgbClr val="4F2D7F"/>
              </a:solidFill>
            </a:endParaRPr>
          </a:p>
        </p:txBody>
      </p:sp>
      <p:sp>
        <p:nvSpPr>
          <p:cNvPr id="15" name="Text 8">
            <a:extLst>
              <a:ext uri="{FF2B5EF4-FFF2-40B4-BE49-F238E27FC236}">
                <a16:creationId xmlns:a16="http://schemas.microsoft.com/office/drawing/2014/main" id="{B7F3B6DA-2B5F-CF82-D4AC-5706DBCF2681}"/>
              </a:ext>
            </a:extLst>
          </p:cNvPr>
          <p:cNvSpPr/>
          <p:nvPr/>
        </p:nvSpPr>
        <p:spPr>
          <a:xfrm>
            <a:off x="7163978" y="1677308"/>
            <a:ext cx="1642982" cy="294178"/>
          </a:xfrm>
          <a:prstGeom prst="rect">
            <a:avLst/>
          </a:prstGeom>
          <a:noFill/>
          <a:ln/>
        </p:spPr>
        <p:txBody>
          <a:bodyPr wrap="none" lIns="0" tIns="0" rIns="0" bIns="0" rtlCol="0" anchor="t"/>
          <a:lstStyle/>
          <a:p>
            <a:pPr algn="ctr">
              <a:lnSpc>
                <a:spcPts val="2292"/>
              </a:lnSpc>
            </a:pPr>
            <a:r>
              <a:rPr lang="pt-BR" sz="1833" noProof="0" dirty="0">
                <a:solidFill>
                  <a:srgbClr val="00A4B3"/>
                </a:solidFill>
                <a:latin typeface="Instrument Sans Semi Bold" pitchFamily="34" charset="0"/>
                <a:ea typeface="Instrument Sans Semi Bold" pitchFamily="34" charset="-122"/>
                <a:cs typeface="Instrument Sans Semi Bold" pitchFamily="34" charset="-120"/>
              </a:rPr>
              <a:t>Refinamento</a:t>
            </a:r>
            <a:endParaRPr lang="pt-BR" sz="1833" noProof="0" dirty="0">
              <a:solidFill>
                <a:srgbClr val="00A4B3"/>
              </a:solidFill>
            </a:endParaRPr>
          </a:p>
        </p:txBody>
      </p:sp>
      <p:sp>
        <p:nvSpPr>
          <p:cNvPr id="16" name="Text 9">
            <a:extLst>
              <a:ext uri="{FF2B5EF4-FFF2-40B4-BE49-F238E27FC236}">
                <a16:creationId xmlns:a16="http://schemas.microsoft.com/office/drawing/2014/main" id="{19C835A6-172D-EC8B-E6F1-D3D93F3CFA90}"/>
              </a:ext>
            </a:extLst>
          </p:cNvPr>
          <p:cNvSpPr/>
          <p:nvPr/>
        </p:nvSpPr>
        <p:spPr>
          <a:xfrm>
            <a:off x="7163978" y="2055163"/>
            <a:ext cx="1642982" cy="235342"/>
          </a:xfrm>
          <a:prstGeom prst="rect">
            <a:avLst/>
          </a:prstGeom>
          <a:noFill/>
          <a:ln/>
        </p:spPr>
        <p:txBody>
          <a:bodyPr wrap="none" lIns="0" tIns="0" rIns="0" bIns="0" rtlCol="0" anchor="t"/>
          <a:lstStyle/>
          <a:p>
            <a:pPr algn="ctr">
              <a:lnSpc>
                <a:spcPts val="1833"/>
              </a:lnSpc>
            </a:pPr>
            <a:r>
              <a:rPr lang="pt-BR" sz="1458" noProof="0" dirty="0">
                <a:solidFill>
                  <a:srgbClr val="4F2D7F"/>
                </a:solidFill>
                <a:latin typeface="Instrument Sans Medium" pitchFamily="34" charset="0"/>
                <a:ea typeface="Instrument Sans Medium" pitchFamily="34" charset="-122"/>
                <a:cs typeface="Instrument Sans Medium" pitchFamily="34" charset="-120"/>
              </a:rPr>
              <a:t>Filtragens no </a:t>
            </a:r>
            <a:r>
              <a:rPr lang="pt-BR" sz="1458" noProof="0" dirty="0" err="1">
                <a:solidFill>
                  <a:srgbClr val="4F2D7F"/>
                </a:solidFill>
                <a:latin typeface="Instrument Sans Medium" pitchFamily="34" charset="0"/>
                <a:ea typeface="Instrument Sans Medium" pitchFamily="34" charset="-122"/>
                <a:cs typeface="Instrument Sans Medium" pitchFamily="34" charset="-120"/>
              </a:rPr>
              <a:t>excel</a:t>
            </a:r>
            <a:endParaRPr lang="pt-BR" sz="1458" noProof="0" dirty="0">
              <a:solidFill>
                <a:srgbClr val="4F2D7F"/>
              </a:solidFill>
            </a:endParaRPr>
          </a:p>
        </p:txBody>
      </p:sp>
      <p:sp>
        <p:nvSpPr>
          <p:cNvPr id="17" name="Text 10">
            <a:extLst>
              <a:ext uri="{FF2B5EF4-FFF2-40B4-BE49-F238E27FC236}">
                <a16:creationId xmlns:a16="http://schemas.microsoft.com/office/drawing/2014/main" id="{5E4D5ABD-470F-6EEF-C9BD-7E6DCD5F16B9}"/>
              </a:ext>
            </a:extLst>
          </p:cNvPr>
          <p:cNvSpPr/>
          <p:nvPr/>
        </p:nvSpPr>
        <p:spPr>
          <a:xfrm>
            <a:off x="9084814" y="1965106"/>
            <a:ext cx="1642981" cy="294178"/>
          </a:xfrm>
          <a:prstGeom prst="rect">
            <a:avLst/>
          </a:prstGeom>
          <a:noFill/>
          <a:ln/>
        </p:spPr>
        <p:txBody>
          <a:bodyPr wrap="none" lIns="0" tIns="0" rIns="0" bIns="0" rtlCol="0" anchor="t"/>
          <a:lstStyle/>
          <a:p>
            <a:pPr algn="ctr">
              <a:lnSpc>
                <a:spcPts val="2292"/>
              </a:lnSpc>
            </a:pPr>
            <a:r>
              <a:rPr lang="pt-BR" sz="1833" noProof="0" dirty="0">
                <a:solidFill>
                  <a:srgbClr val="00A4B3"/>
                </a:solidFill>
                <a:latin typeface="Instrument Sans Semi Bold" pitchFamily="34" charset="0"/>
                <a:ea typeface="Instrument Sans Semi Bold" pitchFamily="34" charset="-122"/>
                <a:cs typeface="Instrument Sans Semi Bold" pitchFamily="34" charset="-120"/>
              </a:rPr>
              <a:t>Conclusão</a:t>
            </a:r>
            <a:endParaRPr lang="pt-BR" sz="1833" noProof="0" dirty="0">
              <a:solidFill>
                <a:srgbClr val="00A4B3"/>
              </a:solidFill>
            </a:endParaRPr>
          </a:p>
        </p:txBody>
      </p:sp>
      <p:sp>
        <p:nvSpPr>
          <p:cNvPr id="18" name="Text 11">
            <a:extLst>
              <a:ext uri="{FF2B5EF4-FFF2-40B4-BE49-F238E27FC236}">
                <a16:creationId xmlns:a16="http://schemas.microsoft.com/office/drawing/2014/main" id="{95BCE982-A43A-2A9A-1D66-5E77DCC2F0A3}"/>
              </a:ext>
            </a:extLst>
          </p:cNvPr>
          <p:cNvSpPr/>
          <p:nvPr/>
        </p:nvSpPr>
        <p:spPr>
          <a:xfrm>
            <a:off x="9084814" y="2342961"/>
            <a:ext cx="1642981" cy="470684"/>
          </a:xfrm>
          <a:prstGeom prst="rect">
            <a:avLst/>
          </a:prstGeom>
          <a:noFill/>
          <a:ln/>
        </p:spPr>
        <p:txBody>
          <a:bodyPr wrap="square" lIns="0" tIns="0" rIns="0" bIns="0" rtlCol="0" anchor="t"/>
          <a:lstStyle/>
          <a:p>
            <a:pPr algn="ctr">
              <a:lnSpc>
                <a:spcPts val="1833"/>
              </a:lnSpc>
            </a:pPr>
            <a:r>
              <a:rPr lang="pt-BR" sz="1458" noProof="0" dirty="0">
                <a:solidFill>
                  <a:srgbClr val="4F2D7F"/>
                </a:solidFill>
                <a:latin typeface="Instrument Sans Medium" pitchFamily="34" charset="0"/>
                <a:ea typeface="Instrument Sans Medium" pitchFamily="34" charset="-122"/>
                <a:cs typeface="Instrument Sans Medium" pitchFamily="34" charset="-120"/>
              </a:rPr>
              <a:t>Faixa interquartil e veredito</a:t>
            </a:r>
            <a:endParaRPr lang="pt-BR" sz="1458" noProof="0" dirty="0">
              <a:solidFill>
                <a:srgbClr val="4F2D7F"/>
              </a:solidFill>
            </a:endParaRPr>
          </a:p>
        </p:txBody>
      </p:sp>
    </p:spTree>
    <p:extLst>
      <p:ext uri="{BB962C8B-B14F-4D97-AF65-F5344CB8AC3E}">
        <p14:creationId xmlns:p14="http://schemas.microsoft.com/office/powerpoint/2010/main" val="14320753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3A1471-68AF-08EB-1D4F-9BBB6C4F7321}"/>
            </a:ext>
          </a:extLst>
        </p:cNvPr>
        <p:cNvGrpSpPr/>
        <p:nvPr/>
      </p:nvGrpSpPr>
      <p:grpSpPr>
        <a:xfrm>
          <a:off x="0" y="0"/>
          <a:ext cx="0" cy="0"/>
          <a:chOff x="0" y="0"/>
          <a:chExt cx="0" cy="0"/>
        </a:xfrm>
      </p:grpSpPr>
      <p:cxnSp>
        <p:nvCxnSpPr>
          <p:cNvPr id="64" name="Conector reto 63">
            <a:extLst>
              <a:ext uri="{FF2B5EF4-FFF2-40B4-BE49-F238E27FC236}">
                <a16:creationId xmlns:a16="http://schemas.microsoft.com/office/drawing/2014/main" id="{88887F80-AB7D-14D8-118E-C382950754DF}"/>
              </a:ext>
            </a:extLst>
          </p:cNvPr>
          <p:cNvCxnSpPr>
            <a:cxnSpLocks noGrp="1" noRot="1" noMove="1" noResize="1" noEditPoints="1" noAdjustHandles="1" noChangeArrowheads="1" noChangeShapeType="1"/>
          </p:cNvCxnSpPr>
          <p:nvPr/>
        </p:nvCxnSpPr>
        <p:spPr>
          <a:xfrm flipH="1">
            <a:off x="4646477" y="4071830"/>
            <a:ext cx="3914774" cy="0"/>
          </a:xfrm>
          <a:prstGeom prst="line">
            <a:avLst/>
          </a:prstGeom>
          <a:noFill/>
          <a:ln>
            <a:solidFill>
              <a:srgbClr val="4FA4B3"/>
            </a:solidFill>
            <a:prstDash val="sysDot"/>
          </a:ln>
        </p:spPr>
        <p:style>
          <a:lnRef idx="2">
            <a:schemeClr val="accent1">
              <a:shade val="15000"/>
            </a:schemeClr>
          </a:lnRef>
          <a:fillRef idx="1">
            <a:schemeClr val="accent1"/>
          </a:fillRef>
          <a:effectRef idx="0">
            <a:schemeClr val="accent1"/>
          </a:effectRef>
          <a:fontRef idx="minor">
            <a:schemeClr val="lt1"/>
          </a:fontRef>
        </p:style>
      </p:cxnSp>
      <p:pic>
        <p:nvPicPr>
          <p:cNvPr id="3" name="Imagem 2" descr="Uma imagem contendo animal&#10;&#10;O conteúdo gerado por IA pode estar incorreto.">
            <a:extLst>
              <a:ext uri="{FF2B5EF4-FFF2-40B4-BE49-F238E27FC236}">
                <a16:creationId xmlns:a16="http://schemas.microsoft.com/office/drawing/2014/main" id="{B253F82E-4E70-E327-8785-3D7D4EC38109}"/>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9535" y="-28459"/>
            <a:ext cx="12171957" cy="6883495"/>
          </a:xfrm>
          <a:prstGeom prst="rect">
            <a:avLst/>
          </a:prstGeom>
          <a:gradFill flip="none" rotWithShape="1">
            <a:gsLst>
              <a:gs pos="0">
                <a:schemeClr val="accent5">
                  <a:lumMod val="75000"/>
                </a:schemeClr>
              </a:gs>
              <a:gs pos="100000">
                <a:schemeClr val="accent2"/>
              </a:gs>
            </a:gsLst>
            <a:lin ang="5400000" scaled="1"/>
            <a:tileRect/>
          </a:gradFill>
          <a:ln w="2360" cap="flat">
            <a:noFill/>
            <a:prstDash val="solid"/>
            <a:miter/>
          </a:ln>
        </p:spPr>
      </p:pic>
      <p:pic>
        <p:nvPicPr>
          <p:cNvPr id="24" name="Imagem 23">
            <a:extLst>
              <a:ext uri="{FF2B5EF4-FFF2-40B4-BE49-F238E27FC236}">
                <a16:creationId xmlns:a16="http://schemas.microsoft.com/office/drawing/2014/main" id="{D1464F5A-47CE-95EE-4A1B-510497050FE5}"/>
              </a:ext>
            </a:extLst>
          </p:cNvPr>
          <p:cNvPicPr>
            <a:picLocks noGrp="1" noRot="1" noChangeAspect="1" noMove="1" noResize="1" noEditPoints="1" noAdjustHandles="1" noChangeArrowheads="1" noChangeShapeType="1" noCrop="1"/>
          </p:cNvPicPr>
          <p:nvPr/>
        </p:nvPicPr>
        <p:blipFill>
          <a:blip r:embed="rId4" cstate="screen">
            <a:extLst>
              <a:ext uri="{28A0092B-C50C-407E-A947-70E740481C1C}">
                <a14:useLocalDpi xmlns:a14="http://schemas.microsoft.com/office/drawing/2010/main"/>
              </a:ext>
            </a:extLst>
          </a:blip>
          <a:srcRect l="29421" t="13945" r="-974" b="30730"/>
          <a:stretch>
            <a:fillRect/>
          </a:stretch>
        </p:blipFill>
        <p:spPr>
          <a:xfrm>
            <a:off x="-11481" y="-37603"/>
            <a:ext cx="7966602" cy="6895603"/>
          </a:xfrm>
          <a:prstGeom prst="rect">
            <a:avLst/>
          </a:prstGeom>
        </p:spPr>
      </p:pic>
      <p:pic>
        <p:nvPicPr>
          <p:cNvPr id="13" name="Imagem 12">
            <a:extLst>
              <a:ext uri="{FF2B5EF4-FFF2-40B4-BE49-F238E27FC236}">
                <a16:creationId xmlns:a16="http://schemas.microsoft.com/office/drawing/2014/main" id="{6BC28191-C06C-96B9-8D2A-2F9F21FD5E2A}"/>
              </a:ext>
            </a:extLst>
          </p:cNvPr>
          <p:cNvPicPr>
            <a:picLocks noChangeAspect="1"/>
          </p:cNvPicPr>
          <p:nvPr/>
        </p:nvPicPr>
        <p:blipFill>
          <a:blip r:embed="rId5" cstate="screen">
            <a:alphaModFix amt="50000"/>
            <a:extLst>
              <a:ext uri="{28A0092B-C50C-407E-A947-70E740481C1C}">
                <a14:useLocalDpi xmlns:a14="http://schemas.microsoft.com/office/drawing/2010/main"/>
              </a:ext>
            </a:extLst>
          </a:blip>
          <a:srcRect/>
          <a:stretch>
            <a:fillRect/>
          </a:stretch>
        </p:blipFill>
        <p:spPr>
          <a:xfrm rot="10800000">
            <a:off x="10507" y="-49712"/>
            <a:ext cx="12192001" cy="2451451"/>
          </a:xfrm>
          <a:prstGeom prst="rect">
            <a:avLst/>
          </a:prstGeom>
        </p:spPr>
      </p:pic>
      <p:sp>
        <p:nvSpPr>
          <p:cNvPr id="54" name="Título 16">
            <a:extLst>
              <a:ext uri="{FF2B5EF4-FFF2-40B4-BE49-F238E27FC236}">
                <a16:creationId xmlns:a16="http://schemas.microsoft.com/office/drawing/2014/main" id="{00D461EA-DD4C-FF5A-2DC7-3669DDBE76CB}"/>
              </a:ext>
            </a:extLst>
          </p:cNvPr>
          <p:cNvSpPr txBox="1">
            <a:spLocks noGrp="1" noRot="1" noMove="1" noResize="1" noEditPoints="1" noAdjustHandles="1" noChangeArrowheads="1" noChangeShapeType="1"/>
          </p:cNvSpPr>
          <p:nvPr/>
        </p:nvSpPr>
        <p:spPr>
          <a:xfrm>
            <a:off x="508003" y="371948"/>
            <a:ext cx="7658097" cy="1000056"/>
          </a:xfrm>
          <a:prstGeom prst="rect">
            <a:avLst/>
          </a:prstGeom>
        </p:spPr>
        <p:txBody>
          <a:bodyPr>
            <a:noAutofit/>
          </a:bodyPr>
          <a:lstStyle>
            <a:lvl1pPr algn="l" defTabSz="736656" rtl="0" eaLnBrk="1" latinLnBrk="0" hangingPunct="1">
              <a:lnSpc>
                <a:spcPts val="3600"/>
              </a:lnSpc>
              <a:spcBef>
                <a:spcPct val="0"/>
              </a:spcBef>
              <a:buNone/>
              <a:defRPr sz="3600" b="1" kern="1200">
                <a:solidFill>
                  <a:schemeClr val="accent1"/>
                </a:solidFill>
                <a:latin typeface="+mj-lt"/>
                <a:ea typeface="+mj-ea"/>
                <a:cs typeface="+mj-cs"/>
              </a:defRPr>
            </a:lvl1pPr>
          </a:lstStyle>
          <a:p>
            <a:pPr marL="0" marR="0" lvl="0" indent="0" algn="l" defTabSz="736656" rtl="0" eaLnBrk="1" fontAlgn="auto" latinLnBrk="0" hangingPunct="1">
              <a:lnSpc>
                <a:spcPct val="100000"/>
              </a:lnSpc>
              <a:spcBef>
                <a:spcPct val="0"/>
              </a:spcBef>
              <a:spcAft>
                <a:spcPts val="0"/>
              </a:spcAft>
              <a:buClrTx/>
              <a:buSzTx/>
              <a:buFontTx/>
              <a:buNone/>
              <a:tabLst/>
              <a:defRPr/>
            </a:pPr>
            <a:r>
              <a:rPr kumimoji="0" lang="pt-BR" sz="2000" b="0" i="0" u="none" strike="noStrike" kern="1200" cap="none" spc="0" normalizeH="0" baseline="0" noProof="0" dirty="0">
                <a:ln>
                  <a:noFill/>
                </a:ln>
                <a:solidFill>
                  <a:prstClr val="white"/>
                </a:solidFill>
                <a:effectLst>
                  <a:outerShdw blurRad="50800" dist="38100" dir="8100000" algn="tr" rotWithShape="0">
                    <a:prstClr val="black">
                      <a:alpha val="40000"/>
                    </a:prstClr>
                  </a:outerShdw>
                </a:effectLst>
                <a:uLnTx/>
                <a:uFillTx/>
                <a:latin typeface="GT Walsheim LC Light" pitchFamily="2" charset="0"/>
                <a:cs typeface="GT Walsheim LC Light" pitchFamily="2" charset="0"/>
              </a:rPr>
              <a:t>A Parte Testada no MLT</a:t>
            </a:r>
          </a:p>
        </p:txBody>
      </p:sp>
      <p:sp>
        <p:nvSpPr>
          <p:cNvPr id="58" name="Elipse 57">
            <a:extLst>
              <a:ext uri="{FF2B5EF4-FFF2-40B4-BE49-F238E27FC236}">
                <a16:creationId xmlns:a16="http://schemas.microsoft.com/office/drawing/2014/main" id="{D8381919-DE58-07B4-16C9-8A7F08E732F6}"/>
              </a:ext>
            </a:extLst>
          </p:cNvPr>
          <p:cNvSpPr>
            <a:spLocks noGrp="1" noRot="1" noMove="1" noResize="1" noEditPoints="1" noAdjustHandles="1" noChangeArrowheads="1" noChangeShapeType="1"/>
          </p:cNvSpPr>
          <p:nvPr/>
        </p:nvSpPr>
        <p:spPr>
          <a:xfrm>
            <a:off x="3686508" y="3348781"/>
            <a:ext cx="1375604" cy="1375604"/>
          </a:xfrm>
          <a:prstGeom prst="ellipse">
            <a:avLst/>
          </a:prstGeom>
          <a:noFill/>
          <a:ln>
            <a:solidFill>
              <a:srgbClr val="4FA4B3"/>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59" name="Elipse 58">
            <a:extLst>
              <a:ext uri="{FF2B5EF4-FFF2-40B4-BE49-F238E27FC236}">
                <a16:creationId xmlns:a16="http://schemas.microsoft.com/office/drawing/2014/main" id="{31CA3C13-BED3-95BE-574D-860B09824FB3}"/>
              </a:ext>
            </a:extLst>
          </p:cNvPr>
          <p:cNvSpPr>
            <a:spLocks noGrp="1" noRot="1" noMove="1" noResize="1" noEditPoints="1" noAdjustHandles="1" noChangeArrowheads="1" noChangeShapeType="1"/>
          </p:cNvSpPr>
          <p:nvPr/>
        </p:nvSpPr>
        <p:spPr>
          <a:xfrm>
            <a:off x="2229306" y="1986254"/>
            <a:ext cx="4290009" cy="4100659"/>
          </a:xfrm>
          <a:prstGeom prst="ellipse">
            <a:avLst/>
          </a:prstGeom>
          <a:noFill/>
          <a:ln>
            <a:solidFill>
              <a:srgbClr val="4FA4B3">
                <a:alpha val="50196"/>
              </a:srgb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69" name="TextBox 9">
            <a:extLst>
              <a:ext uri="{FF2B5EF4-FFF2-40B4-BE49-F238E27FC236}">
                <a16:creationId xmlns:a16="http://schemas.microsoft.com/office/drawing/2014/main" id="{FBF37787-BECC-DA8C-0721-89F3AFBE0D86}"/>
              </a:ext>
            </a:extLst>
          </p:cNvPr>
          <p:cNvSpPr txBox="1">
            <a:spLocks noGrp="1" noRot="1" noMove="1" noResize="1" noEditPoints="1" noAdjustHandles="1" noChangeArrowheads="1" noChangeShapeType="1"/>
          </p:cNvSpPr>
          <p:nvPr/>
        </p:nvSpPr>
        <p:spPr>
          <a:xfrm>
            <a:off x="508004" y="934411"/>
            <a:ext cx="7945870" cy="646331"/>
          </a:xfrm>
          <a:prstGeom prst="rect">
            <a:avLst/>
          </a:prstGeom>
          <a:noFill/>
        </p:spPr>
        <p:txBody>
          <a:bodyPr wrap="square" rtlCol="0">
            <a:spAutoFit/>
          </a:bodyPr>
          <a:lstStyle/>
          <a:p>
            <a:pPr lvl="0">
              <a:spcBef>
                <a:spcPct val="0"/>
              </a:spcBef>
              <a:spcAft>
                <a:spcPts val="0"/>
              </a:spcAft>
              <a:defRPr/>
            </a:pPr>
            <a:r>
              <a:rPr lang="pt-BR" sz="1800" b="1" noProof="0" dirty="0">
                <a:solidFill>
                  <a:schemeClr val="accent2"/>
                </a:solidFill>
                <a:latin typeface="GT Walsheim LC Light" pitchFamily="2" charset="0"/>
                <a:cs typeface="GT Walsheim LC Light" pitchFamily="2" charset="0"/>
              </a:rPr>
              <a:t>Análise estratégica da entidade testada no Método da Margem Líquida da Transação.</a:t>
            </a:r>
          </a:p>
        </p:txBody>
      </p:sp>
      <p:cxnSp>
        <p:nvCxnSpPr>
          <p:cNvPr id="70" name="Conector reto 69">
            <a:extLst>
              <a:ext uri="{FF2B5EF4-FFF2-40B4-BE49-F238E27FC236}">
                <a16:creationId xmlns:a16="http://schemas.microsoft.com/office/drawing/2014/main" id="{A2DE255D-38C7-86CE-C029-249EACC4DA22}"/>
              </a:ext>
            </a:extLst>
          </p:cNvPr>
          <p:cNvCxnSpPr>
            <a:cxnSpLocks noGrp="1" noRot="1" noMove="1" noResize="1" noEditPoints="1" noAdjustHandles="1" noChangeArrowheads="1" noChangeShapeType="1"/>
          </p:cNvCxnSpPr>
          <p:nvPr/>
        </p:nvCxnSpPr>
        <p:spPr>
          <a:xfrm flipH="1">
            <a:off x="4499591" y="4070530"/>
            <a:ext cx="4497935" cy="0"/>
          </a:xfrm>
          <a:prstGeom prst="line">
            <a:avLst/>
          </a:prstGeom>
          <a:noFill/>
          <a:ln>
            <a:solidFill>
              <a:srgbClr val="4FA4B3">
                <a:alpha val="50196"/>
              </a:srgbClr>
            </a:solidFill>
            <a:prstDash val="sysDot"/>
          </a:ln>
        </p:spPr>
        <p:style>
          <a:lnRef idx="2">
            <a:schemeClr val="accent1">
              <a:shade val="15000"/>
            </a:schemeClr>
          </a:lnRef>
          <a:fillRef idx="1">
            <a:schemeClr val="accent1"/>
          </a:fillRef>
          <a:effectRef idx="0">
            <a:schemeClr val="accent1"/>
          </a:effectRef>
          <a:fontRef idx="minor">
            <a:schemeClr val="lt1"/>
          </a:fontRef>
        </p:style>
      </p:cxnSp>
      <p:sp>
        <p:nvSpPr>
          <p:cNvPr id="57" name="Elipse 56">
            <a:extLst>
              <a:ext uri="{FF2B5EF4-FFF2-40B4-BE49-F238E27FC236}">
                <a16:creationId xmlns:a16="http://schemas.microsoft.com/office/drawing/2014/main" id="{2CAA6405-92D9-1065-9111-57C7DCE26823}"/>
              </a:ext>
            </a:extLst>
          </p:cNvPr>
          <p:cNvSpPr>
            <a:spLocks noGrp="1" noRot="1" noMove="1" noResize="1" noEditPoints="1" noAdjustHandles="1" noChangeArrowheads="1" noChangeShapeType="1"/>
          </p:cNvSpPr>
          <p:nvPr/>
        </p:nvSpPr>
        <p:spPr>
          <a:xfrm>
            <a:off x="1932791" y="1680576"/>
            <a:ext cx="4883038" cy="4712015"/>
          </a:xfrm>
          <a:prstGeom prst="ellipse">
            <a:avLst/>
          </a:prstGeom>
          <a:noFill/>
          <a:ln>
            <a:solidFill>
              <a:srgbClr val="4FA4B3">
                <a:alpha val="50196"/>
              </a:srgb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grpSp>
        <p:nvGrpSpPr>
          <p:cNvPr id="14" name="Agrupar 13">
            <a:extLst>
              <a:ext uri="{FF2B5EF4-FFF2-40B4-BE49-F238E27FC236}">
                <a16:creationId xmlns:a16="http://schemas.microsoft.com/office/drawing/2014/main" id="{F98F33C2-6EA1-3952-7A24-99605A9D5505}"/>
              </a:ext>
            </a:extLst>
          </p:cNvPr>
          <p:cNvGrpSpPr>
            <a:grpSpLocks/>
          </p:cNvGrpSpPr>
          <p:nvPr/>
        </p:nvGrpSpPr>
        <p:grpSpPr>
          <a:xfrm flipV="1">
            <a:off x="4596614" y="2084237"/>
            <a:ext cx="3642497" cy="1781663"/>
            <a:chOff x="4661752" y="1955410"/>
            <a:chExt cx="3914774" cy="1827951"/>
          </a:xfrm>
        </p:grpSpPr>
        <p:sp>
          <p:nvSpPr>
            <p:cNvPr id="15" name="Retângulo: Cantos Arredondados 14">
              <a:extLst>
                <a:ext uri="{FF2B5EF4-FFF2-40B4-BE49-F238E27FC236}">
                  <a16:creationId xmlns:a16="http://schemas.microsoft.com/office/drawing/2014/main" id="{BA96AB13-DE05-DB2D-F0F7-0084A37A3876}"/>
                </a:ext>
              </a:extLst>
            </p:cNvPr>
            <p:cNvSpPr>
              <a:spLocks/>
            </p:cNvSpPr>
            <p:nvPr/>
          </p:nvSpPr>
          <p:spPr>
            <a:xfrm>
              <a:off x="4661752" y="1955410"/>
              <a:ext cx="2688224" cy="1827951"/>
            </a:xfrm>
            <a:prstGeom prst="roundRect">
              <a:avLst>
                <a:gd name="adj" fmla="val 9403"/>
              </a:avLst>
            </a:prstGeom>
            <a:solidFill>
              <a:srgbClr val="2511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21" name="Retângulo: Cantos Arredondados 20">
              <a:extLst>
                <a:ext uri="{FF2B5EF4-FFF2-40B4-BE49-F238E27FC236}">
                  <a16:creationId xmlns:a16="http://schemas.microsoft.com/office/drawing/2014/main" id="{741204FD-71B5-9090-AFB0-F7B73EE0F4E4}"/>
                </a:ext>
              </a:extLst>
            </p:cNvPr>
            <p:cNvSpPr>
              <a:spLocks/>
            </p:cNvSpPr>
            <p:nvPr/>
          </p:nvSpPr>
          <p:spPr>
            <a:xfrm>
              <a:off x="6060078" y="1955410"/>
              <a:ext cx="2516448" cy="1827951"/>
            </a:xfrm>
            <a:prstGeom prst="roundRect">
              <a:avLst>
                <a:gd name="adj" fmla="val 34935"/>
              </a:avLst>
            </a:prstGeom>
            <a:solidFill>
              <a:srgbClr val="2511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25" name="Retângulo: Cantos Arredondados 24">
              <a:extLst>
                <a:ext uri="{FF2B5EF4-FFF2-40B4-BE49-F238E27FC236}">
                  <a16:creationId xmlns:a16="http://schemas.microsoft.com/office/drawing/2014/main" id="{3E9A54C0-31DD-42C2-391A-0FD917BB9033}"/>
                </a:ext>
              </a:extLst>
            </p:cNvPr>
            <p:cNvSpPr>
              <a:spLocks/>
            </p:cNvSpPr>
            <p:nvPr/>
          </p:nvSpPr>
          <p:spPr>
            <a:xfrm>
              <a:off x="5888302" y="1955410"/>
              <a:ext cx="2688224" cy="1057871"/>
            </a:xfrm>
            <a:prstGeom prst="roundRect">
              <a:avLst>
                <a:gd name="adj" fmla="val 15706"/>
              </a:avLst>
            </a:prstGeom>
            <a:solidFill>
              <a:srgbClr val="2511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grpSp>
      <p:sp>
        <p:nvSpPr>
          <p:cNvPr id="26" name="CaixaDeTexto 25">
            <a:extLst>
              <a:ext uri="{FF2B5EF4-FFF2-40B4-BE49-F238E27FC236}">
                <a16:creationId xmlns:a16="http://schemas.microsoft.com/office/drawing/2014/main" id="{DA5A1746-6292-FAD1-CBCA-1020025B943B}"/>
              </a:ext>
            </a:extLst>
          </p:cNvPr>
          <p:cNvSpPr txBox="1">
            <a:spLocks/>
          </p:cNvSpPr>
          <p:nvPr/>
        </p:nvSpPr>
        <p:spPr>
          <a:xfrm>
            <a:off x="4642542" y="2302474"/>
            <a:ext cx="3409072" cy="1418337"/>
          </a:xfrm>
          <a:prstGeom prst="rect">
            <a:avLst/>
          </a:prstGeom>
          <a:noFill/>
        </p:spPr>
        <p:txBody>
          <a:bodyPr wrap="square">
            <a:spAutoFit/>
          </a:bodyPr>
          <a:lstStyle/>
          <a:p>
            <a:pPr marL="0" marR="0" lvl="0" indent="0" algn="l" defTabSz="946862" rtl="0" eaLnBrk="1" fontAlgn="auto" latinLnBrk="0" hangingPunct="1">
              <a:lnSpc>
                <a:spcPts val="1500"/>
              </a:lnSpc>
              <a:spcBef>
                <a:spcPts val="0"/>
              </a:spcBef>
              <a:spcAft>
                <a:spcPts val="800"/>
              </a:spcAft>
              <a:buClrTx/>
              <a:buSzTx/>
              <a:buFont typeface="Arial" panose="020B0604020202020204" pitchFamily="34" charset="0"/>
              <a:buNone/>
              <a:tabLst/>
              <a:defRPr/>
            </a:pPr>
            <a:r>
              <a:rPr kumimoji="0" lang="pt-BR" sz="1700" b="1" i="0" u="none" strike="noStrike" kern="100" cap="none" spc="0" normalizeH="0" baseline="0" noProof="0" dirty="0">
                <a:ln>
                  <a:noFill/>
                </a:ln>
                <a:solidFill>
                  <a:prstClr val="white"/>
                </a:solidFill>
                <a:effectLst/>
                <a:uLnTx/>
                <a:uFillTx/>
                <a:latin typeface="GT Walsheim LC Black" pitchFamily="2" charset="0"/>
                <a:ea typeface="+mn-ea"/>
                <a:cs typeface="GT Walsheim LC Black" pitchFamily="2" charset="0"/>
              </a:rPr>
              <a:t>  Critérios (Art. 46)</a:t>
            </a:r>
          </a:p>
          <a:p>
            <a:pPr marL="285750" marR="0" lvl="0" indent="-285750" algn="l" defTabSz="946862"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pt-BR" sz="1300" b="0" i="0" u="none" strike="noStrike" kern="100" cap="none" spc="0" normalizeH="0" baseline="0" noProof="0" dirty="0">
                <a:ln>
                  <a:noFill/>
                </a:ln>
                <a:solidFill>
                  <a:prstClr val="white"/>
                </a:solidFill>
                <a:effectLst/>
                <a:uLnTx/>
                <a:uFillTx/>
                <a:latin typeface="GT Walsheim LC" pitchFamily="2" charset="0"/>
                <a:ea typeface="+mn-ea"/>
                <a:cs typeface="GT Walsheim LC" pitchFamily="2" charset="0"/>
              </a:rPr>
              <a:t>Método aplicável de forma apropriada</a:t>
            </a:r>
          </a:p>
          <a:p>
            <a:pPr marL="285750" marR="0" lvl="0" indent="-285750" algn="l" defTabSz="946862"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pt-BR" sz="1300" b="0" i="0" u="none" strike="noStrike" kern="100" cap="none" spc="0" normalizeH="0" baseline="0" noProof="0" dirty="0">
                <a:ln>
                  <a:noFill/>
                </a:ln>
                <a:solidFill>
                  <a:prstClr val="white"/>
                </a:solidFill>
                <a:effectLst/>
                <a:uLnTx/>
                <a:uFillTx/>
                <a:latin typeface="GT Walsheim LC" pitchFamily="2" charset="0"/>
                <a:ea typeface="+mn-ea"/>
                <a:cs typeface="GT Walsheim LC" pitchFamily="2" charset="0"/>
              </a:rPr>
              <a:t>Dados confiáveis disponíveis</a:t>
            </a:r>
          </a:p>
          <a:p>
            <a:pPr marL="285750" marR="0" lvl="0" indent="-285750" algn="l" defTabSz="946862"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pt-BR" sz="1300" b="0" i="0" u="none" strike="noStrike" kern="100" cap="none" spc="0" normalizeH="0" baseline="0" noProof="0" dirty="0">
                <a:ln>
                  <a:noFill/>
                </a:ln>
                <a:solidFill>
                  <a:prstClr val="white"/>
                </a:solidFill>
                <a:effectLst/>
                <a:uLnTx/>
                <a:uFillTx/>
                <a:latin typeface="GT Walsheim LC" pitchFamily="2" charset="0"/>
                <a:ea typeface="+mn-ea"/>
                <a:cs typeface="GT Walsheim LC" pitchFamily="2" charset="0"/>
              </a:rPr>
              <a:t>Perfil funcional menos complexo</a:t>
            </a:r>
          </a:p>
          <a:p>
            <a:pPr marL="285750" marR="0" lvl="0" indent="-285750" algn="l" defTabSz="946862"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pt-BR" sz="1300" b="0" i="0" u="none" strike="noStrike" kern="100" cap="none" spc="0" normalizeH="0" baseline="0" noProof="0" dirty="0">
                <a:ln>
                  <a:noFill/>
                </a:ln>
                <a:solidFill>
                  <a:prstClr val="white"/>
                </a:solidFill>
                <a:effectLst/>
                <a:uLnTx/>
                <a:uFillTx/>
                <a:latin typeface="GT Walsheim LC" pitchFamily="2" charset="0"/>
                <a:ea typeface="+mn-ea"/>
                <a:cs typeface="GT Walsheim LC" pitchFamily="2" charset="0"/>
              </a:rPr>
              <a:t>Funções, riscos e ativos documentados</a:t>
            </a:r>
          </a:p>
        </p:txBody>
      </p:sp>
      <p:grpSp>
        <p:nvGrpSpPr>
          <p:cNvPr id="27" name="Agrupar 26">
            <a:extLst>
              <a:ext uri="{FF2B5EF4-FFF2-40B4-BE49-F238E27FC236}">
                <a16:creationId xmlns:a16="http://schemas.microsoft.com/office/drawing/2014/main" id="{B5240E07-DCBB-7637-816C-A1769EEAD16F}"/>
              </a:ext>
            </a:extLst>
          </p:cNvPr>
          <p:cNvGrpSpPr>
            <a:grpSpLocks noGrp="1" noUngrp="1" noRot="1" noMove="1" noResize="1"/>
          </p:cNvGrpSpPr>
          <p:nvPr/>
        </p:nvGrpSpPr>
        <p:grpSpPr>
          <a:xfrm>
            <a:off x="4596614" y="4215925"/>
            <a:ext cx="3642497" cy="1639335"/>
            <a:chOff x="5908546" y="1937683"/>
            <a:chExt cx="3914774" cy="1827951"/>
          </a:xfrm>
        </p:grpSpPr>
        <p:sp>
          <p:nvSpPr>
            <p:cNvPr id="28" name="Retângulo: Cantos Arredondados 27">
              <a:extLst>
                <a:ext uri="{FF2B5EF4-FFF2-40B4-BE49-F238E27FC236}">
                  <a16:creationId xmlns:a16="http://schemas.microsoft.com/office/drawing/2014/main" id="{7F9F7AE7-21B2-633E-388A-3561B11EFD89}"/>
                </a:ext>
              </a:extLst>
            </p:cNvPr>
            <p:cNvSpPr>
              <a:spLocks noGrp="1" noRot="1" noMove="1" noResize="1" noEditPoints="1" noAdjustHandles="1" noChangeArrowheads="1" noChangeShapeType="1"/>
            </p:cNvSpPr>
            <p:nvPr/>
          </p:nvSpPr>
          <p:spPr>
            <a:xfrm>
              <a:off x="5908546" y="1937683"/>
              <a:ext cx="2688224" cy="1827951"/>
            </a:xfrm>
            <a:prstGeom prst="roundRect">
              <a:avLst>
                <a:gd name="adj" fmla="val 9403"/>
              </a:avLst>
            </a:prstGeom>
            <a:solidFill>
              <a:srgbClr val="2511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29" name="Retângulo: Cantos Arredondados 28">
              <a:extLst>
                <a:ext uri="{FF2B5EF4-FFF2-40B4-BE49-F238E27FC236}">
                  <a16:creationId xmlns:a16="http://schemas.microsoft.com/office/drawing/2014/main" id="{52A700F7-09F7-78EA-9F81-15F4A2212599}"/>
                </a:ext>
              </a:extLst>
            </p:cNvPr>
            <p:cNvSpPr>
              <a:spLocks noGrp="1" noRot="1" noMove="1" noResize="1" noEditPoints="1" noAdjustHandles="1" noChangeArrowheads="1" noChangeShapeType="1"/>
            </p:cNvSpPr>
            <p:nvPr/>
          </p:nvSpPr>
          <p:spPr>
            <a:xfrm>
              <a:off x="7306872" y="1937683"/>
              <a:ext cx="2516448" cy="1827951"/>
            </a:xfrm>
            <a:prstGeom prst="roundRect">
              <a:avLst>
                <a:gd name="adj" fmla="val 34935"/>
              </a:avLst>
            </a:prstGeom>
            <a:solidFill>
              <a:srgbClr val="2511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30" name="Retângulo: Cantos Arredondados 29">
              <a:extLst>
                <a:ext uri="{FF2B5EF4-FFF2-40B4-BE49-F238E27FC236}">
                  <a16:creationId xmlns:a16="http://schemas.microsoft.com/office/drawing/2014/main" id="{A5438B08-603E-06A9-9A57-D837B47134C4}"/>
                </a:ext>
              </a:extLst>
            </p:cNvPr>
            <p:cNvSpPr>
              <a:spLocks noGrp="1" noRot="1" noMove="1" noResize="1" noEditPoints="1" noAdjustHandles="1" noChangeArrowheads="1" noChangeShapeType="1"/>
            </p:cNvSpPr>
            <p:nvPr/>
          </p:nvSpPr>
          <p:spPr>
            <a:xfrm>
              <a:off x="7135096" y="1937683"/>
              <a:ext cx="2688224" cy="1057871"/>
            </a:xfrm>
            <a:prstGeom prst="roundRect">
              <a:avLst>
                <a:gd name="adj" fmla="val 15706"/>
              </a:avLst>
            </a:prstGeom>
            <a:solidFill>
              <a:srgbClr val="2511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grpSp>
      <p:sp>
        <p:nvSpPr>
          <p:cNvPr id="31" name="CaixaDeTexto 30">
            <a:extLst>
              <a:ext uri="{FF2B5EF4-FFF2-40B4-BE49-F238E27FC236}">
                <a16:creationId xmlns:a16="http://schemas.microsoft.com/office/drawing/2014/main" id="{4495E618-E620-95B0-F5D6-7178B0F70414}"/>
              </a:ext>
            </a:extLst>
          </p:cNvPr>
          <p:cNvSpPr txBox="1">
            <a:spLocks noGrp="1" noRot="1" noMove="1" noResize="1" noEditPoints="1" noAdjustHandles="1" noChangeArrowheads="1" noChangeShapeType="1"/>
          </p:cNvSpPr>
          <p:nvPr/>
        </p:nvSpPr>
        <p:spPr>
          <a:xfrm>
            <a:off x="4702359" y="4269951"/>
            <a:ext cx="3613655" cy="1029449"/>
          </a:xfrm>
          <a:prstGeom prst="rect">
            <a:avLst/>
          </a:prstGeom>
          <a:noFill/>
        </p:spPr>
        <p:txBody>
          <a:bodyPr wrap="square">
            <a:spAutoFit/>
          </a:bodyPr>
          <a:lstStyle/>
          <a:p>
            <a:pPr marL="0" marR="0" lvl="0" indent="0" algn="l" defTabSz="946862"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pt-BR" sz="1700" b="1" i="0" u="none" strike="noStrike" kern="100" cap="none" spc="0" normalizeH="0" baseline="0" noProof="0" dirty="0">
                <a:ln>
                  <a:noFill/>
                </a:ln>
                <a:solidFill>
                  <a:prstClr val="white"/>
                </a:solidFill>
                <a:effectLst/>
                <a:uLnTx/>
                <a:uFillTx/>
                <a:latin typeface="GT Walsheim LC Black" pitchFamily="2" charset="0"/>
                <a:ea typeface="+mn-ea"/>
                <a:cs typeface="GT Walsheim LC Black" pitchFamily="2" charset="0"/>
              </a:rPr>
              <a:t>Obrigações (Art. 59)</a:t>
            </a:r>
          </a:p>
          <a:p>
            <a:pPr marL="0" marR="0" lvl="0" indent="0" algn="l" defTabSz="946862" rtl="0" eaLnBrk="1" fontAlgn="auto" latinLnBrk="0" hangingPunct="1">
              <a:lnSpc>
                <a:spcPct val="115000"/>
              </a:lnSpc>
              <a:spcBef>
                <a:spcPts val="0"/>
              </a:spcBef>
              <a:spcAft>
                <a:spcPts val="800"/>
              </a:spcAft>
              <a:buClrTx/>
              <a:buSzTx/>
              <a:buFont typeface="Arial" panose="020B0604020202020204" pitchFamily="34" charset="0"/>
              <a:buNone/>
              <a:tabLst/>
              <a:defRPr/>
            </a:pPr>
            <a:r>
              <a:rPr kumimoji="0" lang="pt-BR" sz="1300" b="0" i="0" u="none" strike="noStrike" kern="100" cap="none" spc="0" normalizeH="0" baseline="0" noProof="0" dirty="0">
                <a:ln>
                  <a:noFill/>
                </a:ln>
                <a:solidFill>
                  <a:prstClr val="white"/>
                </a:solidFill>
                <a:effectLst/>
                <a:uLnTx/>
                <a:uFillTx/>
                <a:latin typeface="GT Walsheim LC" pitchFamily="2" charset="0"/>
                <a:ea typeface="+mn-ea"/>
                <a:cs typeface="GT Walsheim LC" pitchFamily="2" charset="0"/>
              </a:rPr>
              <a:t>Demonstrar funções, riscos, ativos, seleção apropriada e justificativas técnicas. Falha resulta em ajustes primários pela RFB.</a:t>
            </a:r>
          </a:p>
        </p:txBody>
      </p:sp>
      <p:grpSp>
        <p:nvGrpSpPr>
          <p:cNvPr id="32" name="Agrupar 31">
            <a:extLst>
              <a:ext uri="{FF2B5EF4-FFF2-40B4-BE49-F238E27FC236}">
                <a16:creationId xmlns:a16="http://schemas.microsoft.com/office/drawing/2014/main" id="{846720CB-E857-98C3-2300-8B4AF424B2DC}"/>
              </a:ext>
            </a:extLst>
          </p:cNvPr>
          <p:cNvGrpSpPr>
            <a:grpSpLocks noGrp="1" noUngrp="1" noRot="1" noMove="1" noResize="1"/>
          </p:cNvGrpSpPr>
          <p:nvPr/>
        </p:nvGrpSpPr>
        <p:grpSpPr>
          <a:xfrm flipV="1">
            <a:off x="518241" y="2096349"/>
            <a:ext cx="3629254" cy="1769554"/>
            <a:chOff x="4702594" y="2640561"/>
            <a:chExt cx="3914774" cy="1827951"/>
          </a:xfrm>
        </p:grpSpPr>
        <p:sp>
          <p:nvSpPr>
            <p:cNvPr id="33" name="Retângulo: Cantos Arredondados 32">
              <a:extLst>
                <a:ext uri="{FF2B5EF4-FFF2-40B4-BE49-F238E27FC236}">
                  <a16:creationId xmlns:a16="http://schemas.microsoft.com/office/drawing/2014/main" id="{5D957E24-A9B3-3719-EDD6-28D4AFFE36E9}"/>
                </a:ext>
              </a:extLst>
            </p:cNvPr>
            <p:cNvSpPr>
              <a:spLocks noGrp="1" noRot="1" noMove="1" noResize="1" noEditPoints="1" noAdjustHandles="1" noChangeArrowheads="1" noChangeShapeType="1"/>
            </p:cNvSpPr>
            <p:nvPr/>
          </p:nvSpPr>
          <p:spPr>
            <a:xfrm>
              <a:off x="4702594" y="2640561"/>
              <a:ext cx="2688224" cy="1827951"/>
            </a:xfrm>
            <a:prstGeom prst="roundRect">
              <a:avLst>
                <a:gd name="adj" fmla="val 9403"/>
              </a:avLst>
            </a:prstGeom>
            <a:solidFill>
              <a:srgbClr val="2511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34" name="Retângulo: Cantos Arredondados 33">
              <a:extLst>
                <a:ext uri="{FF2B5EF4-FFF2-40B4-BE49-F238E27FC236}">
                  <a16:creationId xmlns:a16="http://schemas.microsoft.com/office/drawing/2014/main" id="{923D92CE-5137-68E9-65AE-A81E993BA02C}"/>
                </a:ext>
              </a:extLst>
            </p:cNvPr>
            <p:cNvSpPr>
              <a:spLocks noGrp="1" noRot="1" noMove="1" noResize="1" noEditPoints="1" noAdjustHandles="1" noChangeArrowheads="1" noChangeShapeType="1"/>
            </p:cNvSpPr>
            <p:nvPr/>
          </p:nvSpPr>
          <p:spPr>
            <a:xfrm>
              <a:off x="6100920" y="2640561"/>
              <a:ext cx="2516448" cy="1827951"/>
            </a:xfrm>
            <a:prstGeom prst="roundRect">
              <a:avLst>
                <a:gd name="adj" fmla="val 34935"/>
              </a:avLst>
            </a:prstGeom>
            <a:solidFill>
              <a:srgbClr val="2511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35" name="Retângulo: Cantos Arredondados 34">
              <a:extLst>
                <a:ext uri="{FF2B5EF4-FFF2-40B4-BE49-F238E27FC236}">
                  <a16:creationId xmlns:a16="http://schemas.microsoft.com/office/drawing/2014/main" id="{5A6F543F-AED9-132D-0204-B9C7954BA7A8}"/>
                </a:ext>
              </a:extLst>
            </p:cNvPr>
            <p:cNvSpPr>
              <a:spLocks noGrp="1" noRot="1" noMove="1" noResize="1" noEditPoints="1" noAdjustHandles="1" noChangeArrowheads="1" noChangeShapeType="1"/>
            </p:cNvSpPr>
            <p:nvPr/>
          </p:nvSpPr>
          <p:spPr>
            <a:xfrm>
              <a:off x="5929144" y="2640561"/>
              <a:ext cx="2688224" cy="1057871"/>
            </a:xfrm>
            <a:prstGeom prst="roundRect">
              <a:avLst>
                <a:gd name="adj" fmla="val 15706"/>
              </a:avLst>
            </a:prstGeom>
            <a:solidFill>
              <a:srgbClr val="2511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grpSp>
      <p:sp>
        <p:nvSpPr>
          <p:cNvPr id="40" name="CaixaDeTexto 39">
            <a:extLst>
              <a:ext uri="{FF2B5EF4-FFF2-40B4-BE49-F238E27FC236}">
                <a16:creationId xmlns:a16="http://schemas.microsoft.com/office/drawing/2014/main" id="{77FC43D4-45A6-D20F-908C-761B233A8AEE}"/>
              </a:ext>
            </a:extLst>
          </p:cNvPr>
          <p:cNvSpPr txBox="1">
            <a:spLocks noGrp="1" noRot="1" noMove="1" noResize="1" noEditPoints="1" noAdjustHandles="1" noChangeArrowheads="1" noChangeShapeType="1"/>
          </p:cNvSpPr>
          <p:nvPr/>
        </p:nvSpPr>
        <p:spPr>
          <a:xfrm>
            <a:off x="681183" y="2302474"/>
            <a:ext cx="3329773" cy="1156727"/>
          </a:xfrm>
          <a:prstGeom prst="rect">
            <a:avLst/>
          </a:prstGeom>
          <a:noFill/>
        </p:spPr>
        <p:txBody>
          <a:bodyPr wrap="square">
            <a:spAutoFit/>
          </a:bodyPr>
          <a:lstStyle/>
          <a:p>
            <a:pPr marL="0" marR="0" lvl="0" indent="0" algn="l" defTabSz="946862" rtl="0" eaLnBrk="1" fontAlgn="auto" latinLnBrk="0" hangingPunct="1">
              <a:lnSpc>
                <a:spcPts val="1500"/>
              </a:lnSpc>
              <a:spcBef>
                <a:spcPts val="0"/>
              </a:spcBef>
              <a:spcAft>
                <a:spcPts val="800"/>
              </a:spcAft>
              <a:buClrTx/>
              <a:buSzTx/>
              <a:buFont typeface="Arial" panose="020B0604020202020204" pitchFamily="34" charset="0"/>
              <a:buNone/>
              <a:tabLst/>
              <a:defRPr/>
            </a:pPr>
            <a:r>
              <a:rPr kumimoji="0" lang="pt-BR" sz="1700" b="1" i="0" u="none" strike="noStrike" kern="100" cap="none" spc="0" normalizeH="0" baseline="0" noProof="0" dirty="0">
                <a:ln>
                  <a:noFill/>
                </a:ln>
                <a:solidFill>
                  <a:prstClr val="white"/>
                </a:solidFill>
                <a:effectLst/>
                <a:uLnTx/>
                <a:uFillTx/>
                <a:latin typeface="GT Walsheim LC Black" pitchFamily="2" charset="0"/>
                <a:ea typeface="Aptos" panose="020B0004020202020204" pitchFamily="34" charset="0"/>
                <a:cs typeface="GT Walsheim LC Black" pitchFamily="2" charset="0"/>
              </a:rPr>
              <a:t>O que é Parte Testada?</a:t>
            </a:r>
          </a:p>
          <a:p>
            <a:pPr marL="0" marR="0" lvl="0" indent="0" algn="l" defTabSz="946862" rtl="0" eaLnBrk="1" fontAlgn="auto" latinLnBrk="0" hangingPunct="1">
              <a:lnSpc>
                <a:spcPts val="1500"/>
              </a:lnSpc>
              <a:spcBef>
                <a:spcPts val="0"/>
              </a:spcBef>
              <a:spcAft>
                <a:spcPts val="800"/>
              </a:spcAft>
              <a:buClrTx/>
              <a:buSzTx/>
              <a:buFont typeface="Arial" panose="020B0604020202020204" pitchFamily="34" charset="0"/>
              <a:buNone/>
              <a:tabLst/>
              <a:defRPr/>
            </a:pPr>
            <a:r>
              <a:rPr kumimoji="0" lang="pt-BR" sz="1300" b="0" i="0" u="none" strike="noStrike" kern="100" cap="none" spc="0" normalizeH="0" baseline="0" noProof="0" dirty="0">
                <a:ln>
                  <a:noFill/>
                </a:ln>
                <a:solidFill>
                  <a:prstClr val="white"/>
                </a:solidFill>
                <a:effectLst/>
                <a:uLnTx/>
                <a:uFillTx/>
                <a:latin typeface="GT Walsheim LC" pitchFamily="2" charset="0"/>
                <a:ea typeface="Aptos" panose="020B0004020202020204" pitchFamily="34" charset="0"/>
                <a:cs typeface="GT Walsheim LC" pitchFamily="2" charset="0"/>
              </a:rPr>
              <a:t>Entidade cuja margem líquida será comparada com partes não relacionadas. Crítica no MLT pois determina o indicador de rentabilidade e o denominador.</a:t>
            </a:r>
          </a:p>
        </p:txBody>
      </p:sp>
      <p:grpSp>
        <p:nvGrpSpPr>
          <p:cNvPr id="36" name="Agrupar 35">
            <a:extLst>
              <a:ext uri="{FF2B5EF4-FFF2-40B4-BE49-F238E27FC236}">
                <a16:creationId xmlns:a16="http://schemas.microsoft.com/office/drawing/2014/main" id="{FF58295A-015A-8175-5CF5-A37680F92E98}"/>
              </a:ext>
            </a:extLst>
          </p:cNvPr>
          <p:cNvGrpSpPr>
            <a:grpSpLocks noGrp="1" noUngrp="1" noRot="1" noMove="1" noResize="1"/>
          </p:cNvGrpSpPr>
          <p:nvPr/>
        </p:nvGrpSpPr>
        <p:grpSpPr>
          <a:xfrm>
            <a:off x="518241" y="4205764"/>
            <a:ext cx="3629254" cy="1649497"/>
            <a:chOff x="4503673" y="2732217"/>
            <a:chExt cx="3914774" cy="1827951"/>
          </a:xfrm>
        </p:grpSpPr>
        <p:sp>
          <p:nvSpPr>
            <p:cNvPr id="37" name="Retângulo: Cantos Arredondados 36">
              <a:extLst>
                <a:ext uri="{FF2B5EF4-FFF2-40B4-BE49-F238E27FC236}">
                  <a16:creationId xmlns:a16="http://schemas.microsoft.com/office/drawing/2014/main" id="{ABD0FDD8-055E-C15F-995B-6D54D94C8EAA}"/>
                </a:ext>
              </a:extLst>
            </p:cNvPr>
            <p:cNvSpPr>
              <a:spLocks noGrp="1" noRot="1" noMove="1" noResize="1" noEditPoints="1" noAdjustHandles="1" noChangeArrowheads="1" noChangeShapeType="1"/>
            </p:cNvSpPr>
            <p:nvPr/>
          </p:nvSpPr>
          <p:spPr>
            <a:xfrm>
              <a:off x="4503673" y="2732217"/>
              <a:ext cx="2688224" cy="1827951"/>
            </a:xfrm>
            <a:prstGeom prst="roundRect">
              <a:avLst>
                <a:gd name="adj" fmla="val 9403"/>
              </a:avLst>
            </a:prstGeom>
            <a:solidFill>
              <a:srgbClr val="2511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38" name="Retângulo: Cantos Arredondados 37">
              <a:extLst>
                <a:ext uri="{FF2B5EF4-FFF2-40B4-BE49-F238E27FC236}">
                  <a16:creationId xmlns:a16="http://schemas.microsoft.com/office/drawing/2014/main" id="{2F3D0F2D-6FE0-3E57-712A-A00C3FF01C21}"/>
                </a:ext>
              </a:extLst>
            </p:cNvPr>
            <p:cNvSpPr>
              <a:spLocks noGrp="1" noRot="1" noMove="1" noResize="1" noEditPoints="1" noAdjustHandles="1" noChangeArrowheads="1" noChangeShapeType="1"/>
            </p:cNvSpPr>
            <p:nvPr/>
          </p:nvSpPr>
          <p:spPr>
            <a:xfrm>
              <a:off x="5901999" y="2732217"/>
              <a:ext cx="2516448" cy="1827951"/>
            </a:xfrm>
            <a:prstGeom prst="roundRect">
              <a:avLst>
                <a:gd name="adj" fmla="val 34935"/>
              </a:avLst>
            </a:prstGeom>
            <a:solidFill>
              <a:srgbClr val="2511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39" name="Retângulo: Cantos Arredondados 38">
              <a:extLst>
                <a:ext uri="{FF2B5EF4-FFF2-40B4-BE49-F238E27FC236}">
                  <a16:creationId xmlns:a16="http://schemas.microsoft.com/office/drawing/2014/main" id="{45935216-FE31-2692-C293-C419350006BE}"/>
                </a:ext>
              </a:extLst>
            </p:cNvPr>
            <p:cNvSpPr>
              <a:spLocks noGrp="1" noRot="1" noMove="1" noResize="1" noEditPoints="1" noAdjustHandles="1" noChangeArrowheads="1" noChangeShapeType="1"/>
            </p:cNvSpPr>
            <p:nvPr/>
          </p:nvSpPr>
          <p:spPr>
            <a:xfrm>
              <a:off x="5730223" y="2732217"/>
              <a:ext cx="2688224" cy="1057871"/>
            </a:xfrm>
            <a:prstGeom prst="roundRect">
              <a:avLst>
                <a:gd name="adj" fmla="val 15706"/>
              </a:avLst>
            </a:prstGeom>
            <a:solidFill>
              <a:srgbClr val="2511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grpSp>
      <p:sp>
        <p:nvSpPr>
          <p:cNvPr id="41" name="CaixaDeTexto 40">
            <a:extLst>
              <a:ext uri="{FF2B5EF4-FFF2-40B4-BE49-F238E27FC236}">
                <a16:creationId xmlns:a16="http://schemas.microsoft.com/office/drawing/2014/main" id="{5282E932-2165-1979-FCA0-C0DD365B8074}"/>
              </a:ext>
            </a:extLst>
          </p:cNvPr>
          <p:cNvSpPr txBox="1">
            <a:spLocks noGrp="1" noRot="1" noMove="1" noResize="1" noEditPoints="1" noAdjustHandles="1" noChangeArrowheads="1" noChangeShapeType="1"/>
          </p:cNvSpPr>
          <p:nvPr/>
        </p:nvSpPr>
        <p:spPr>
          <a:xfrm>
            <a:off x="660062" y="4293728"/>
            <a:ext cx="3437545" cy="1418337"/>
          </a:xfrm>
          <a:prstGeom prst="rect">
            <a:avLst/>
          </a:prstGeom>
          <a:noFill/>
        </p:spPr>
        <p:txBody>
          <a:bodyPr wrap="square">
            <a:spAutoFit/>
          </a:bodyPr>
          <a:lstStyle/>
          <a:p>
            <a:pPr marL="0" marR="0" lvl="0" indent="0" algn="l" defTabSz="946862" rtl="0" eaLnBrk="1" fontAlgn="auto" latinLnBrk="0" hangingPunct="1">
              <a:lnSpc>
                <a:spcPts val="1500"/>
              </a:lnSpc>
              <a:spcBef>
                <a:spcPts val="0"/>
              </a:spcBef>
              <a:spcAft>
                <a:spcPts val="800"/>
              </a:spcAft>
              <a:buClrTx/>
              <a:buSzTx/>
              <a:buFont typeface="Arial" panose="020B0604020202020204" pitchFamily="34" charset="0"/>
              <a:buNone/>
              <a:tabLst/>
              <a:defRPr/>
            </a:pPr>
            <a:r>
              <a:rPr kumimoji="0" lang="pt-BR" sz="1700" b="1" i="0" u="none" strike="noStrike" kern="100" cap="none" spc="0" normalizeH="0" baseline="0" noProof="0" dirty="0">
                <a:ln>
                  <a:noFill/>
                </a:ln>
                <a:solidFill>
                  <a:prstClr val="white"/>
                </a:solidFill>
                <a:effectLst/>
                <a:uLnTx/>
                <a:uFillTx/>
                <a:latin typeface="GT Walsheim LC Black" pitchFamily="2" charset="0"/>
                <a:ea typeface="+mn-ea"/>
                <a:cs typeface="GT Walsheim LC Black" pitchFamily="2" charset="0"/>
              </a:rPr>
              <a:t>Indicadores de Rentabilidade</a:t>
            </a:r>
          </a:p>
          <a:p>
            <a:pPr marL="285750" marR="0" lvl="0" indent="-285750" algn="l" defTabSz="946862"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pt-BR" sz="1300" b="0" i="0" u="none" strike="noStrike" kern="100" cap="none" spc="0" normalizeH="0" baseline="0" noProof="0" dirty="0">
                <a:ln>
                  <a:noFill/>
                </a:ln>
                <a:solidFill>
                  <a:prstClr val="white"/>
                </a:solidFill>
                <a:effectLst/>
                <a:uLnTx/>
                <a:uFillTx/>
                <a:latin typeface="GT Walsheim LC" pitchFamily="2" charset="0"/>
                <a:ea typeface="+mn-ea"/>
                <a:cs typeface="GT Walsheim LC" pitchFamily="2" charset="0"/>
              </a:rPr>
              <a:t>Receita Líquida (revenda)</a:t>
            </a:r>
          </a:p>
          <a:p>
            <a:pPr marL="285750" marR="0" lvl="0" indent="-285750" algn="l" defTabSz="946862"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pt-BR" sz="1300" b="0" i="0" u="none" strike="noStrike" kern="100" cap="none" spc="0" normalizeH="0" baseline="0" noProof="0" dirty="0">
                <a:ln>
                  <a:noFill/>
                </a:ln>
                <a:solidFill>
                  <a:prstClr val="white"/>
                </a:solidFill>
                <a:effectLst/>
                <a:uLnTx/>
                <a:uFillTx/>
                <a:latin typeface="GT Walsheim LC" pitchFamily="2" charset="0"/>
                <a:ea typeface="+mn-ea"/>
                <a:cs typeface="GT Walsheim LC" pitchFamily="2" charset="0"/>
              </a:rPr>
              <a:t>Custos Diretos/Indiretos (industrial)</a:t>
            </a:r>
          </a:p>
          <a:p>
            <a:pPr marL="285750" marR="0" lvl="0" indent="-285750" algn="l" defTabSz="946862"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pt-BR" sz="1300" b="0" i="0" u="none" strike="noStrike" kern="100" cap="none" spc="0" normalizeH="0" baseline="0" noProof="0" dirty="0">
                <a:ln>
                  <a:noFill/>
                </a:ln>
                <a:solidFill>
                  <a:prstClr val="white"/>
                </a:solidFill>
                <a:effectLst/>
                <a:uLnTx/>
                <a:uFillTx/>
                <a:latin typeface="GT Walsheim LC" pitchFamily="2" charset="0"/>
                <a:ea typeface="+mn-ea"/>
                <a:cs typeface="GT Walsheim LC" pitchFamily="2" charset="0"/>
              </a:rPr>
              <a:t>Ativo Operacional (capital-intensivo)</a:t>
            </a:r>
          </a:p>
          <a:p>
            <a:pPr marL="285750" marR="0" lvl="0" indent="-285750" algn="l" defTabSz="946862"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pt-BR" sz="1300" b="0" i="0" u="none" strike="noStrike" kern="100" cap="none" spc="0" normalizeH="0" baseline="0" noProof="0" dirty="0">
                <a:ln>
                  <a:noFill/>
                </a:ln>
                <a:solidFill>
                  <a:prstClr val="white"/>
                </a:solidFill>
                <a:effectLst/>
                <a:uLnTx/>
                <a:uFillTx/>
                <a:latin typeface="GT Walsheim LC" pitchFamily="2" charset="0"/>
                <a:ea typeface="+mn-ea"/>
                <a:cs typeface="GT Walsheim LC" pitchFamily="2" charset="0"/>
              </a:rPr>
              <a:t>Outros (quando apropriado)</a:t>
            </a:r>
          </a:p>
        </p:txBody>
      </p:sp>
      <p:pic>
        <p:nvPicPr>
          <p:cNvPr id="103" name="Gráfico 102">
            <a:extLst>
              <a:ext uri="{FF2B5EF4-FFF2-40B4-BE49-F238E27FC236}">
                <a16:creationId xmlns:a16="http://schemas.microsoft.com/office/drawing/2014/main" id="{9A210BC0-9A12-0934-F2C1-03FD7EBC48CB}"/>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6"/>
              </a:ext>
            </a:extLst>
          </a:blip>
          <a:stretch>
            <a:fillRect/>
          </a:stretch>
        </p:blipFill>
        <p:spPr>
          <a:xfrm>
            <a:off x="11582399" y="6313077"/>
            <a:ext cx="372165" cy="372165"/>
          </a:xfrm>
          <a:prstGeom prst="rect">
            <a:avLst/>
          </a:prstGeom>
        </p:spPr>
      </p:pic>
      <p:sp>
        <p:nvSpPr>
          <p:cNvPr id="60" name="Elipse 59">
            <a:extLst>
              <a:ext uri="{FF2B5EF4-FFF2-40B4-BE49-F238E27FC236}">
                <a16:creationId xmlns:a16="http://schemas.microsoft.com/office/drawing/2014/main" id="{79DF566B-1E81-8DE9-A47D-AF0980C391F0}"/>
              </a:ext>
            </a:extLst>
          </p:cNvPr>
          <p:cNvSpPr>
            <a:spLocks noGrp="1" noRot="1" noMove="1" noResize="1" noEditPoints="1" noAdjustHandles="1" noChangeArrowheads="1" noChangeShapeType="1"/>
          </p:cNvSpPr>
          <p:nvPr/>
        </p:nvSpPr>
        <p:spPr>
          <a:xfrm>
            <a:off x="4262221" y="3955694"/>
            <a:ext cx="237370" cy="237370"/>
          </a:xfrm>
          <a:prstGeom prst="ellipse">
            <a:avLst/>
          </a:prstGeom>
          <a:gradFill flip="none" rotWithShape="1">
            <a:gsLst>
              <a:gs pos="0">
                <a:srgbClr val="7334CC"/>
              </a:gs>
              <a:gs pos="100000">
                <a:srgbClr val="4FA4B3"/>
              </a:gs>
            </a:gsLst>
            <a:lin ang="2700000" scaled="1"/>
            <a:tileRect/>
          </a:gradFill>
          <a:ln w="2360" cap="flat">
            <a:noFill/>
            <a:prstDash val="solid"/>
            <a:miter/>
          </a:ln>
        </p:spPr>
        <p:txBody>
          <a:bodyPr wrap="square" rtlCol="0" anchor="ctr">
            <a:noAutofit/>
          </a:bodyPr>
          <a:lstStyle/>
          <a:p>
            <a:pPr marL="0" marR="0" lvl="0" indent="0" algn="l"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black"/>
              </a:solidFill>
              <a:effectLst/>
              <a:uLnTx/>
              <a:uFillTx/>
              <a:latin typeface="Arial"/>
              <a:ea typeface="+mn-ea"/>
              <a:cs typeface="Arial"/>
            </a:endParaRPr>
          </a:p>
        </p:txBody>
      </p:sp>
      <p:cxnSp>
        <p:nvCxnSpPr>
          <p:cNvPr id="11" name="Conector reto 10">
            <a:extLst>
              <a:ext uri="{FF2B5EF4-FFF2-40B4-BE49-F238E27FC236}">
                <a16:creationId xmlns:a16="http://schemas.microsoft.com/office/drawing/2014/main" id="{5942322B-78C8-B6C4-D17C-542167644E88}"/>
              </a:ext>
            </a:extLst>
          </p:cNvPr>
          <p:cNvCxnSpPr>
            <a:cxnSpLocks noGrp="1" noRot="1" noMove="1" noResize="1" noEditPoints="1" noAdjustHandles="1" noChangeArrowheads="1" noChangeShapeType="1"/>
          </p:cNvCxnSpPr>
          <p:nvPr/>
        </p:nvCxnSpPr>
        <p:spPr>
          <a:xfrm>
            <a:off x="4368800" y="4215925"/>
            <a:ext cx="0" cy="2176666"/>
          </a:xfrm>
          <a:prstGeom prst="line">
            <a:avLst/>
          </a:prstGeom>
          <a:noFill/>
          <a:ln>
            <a:solidFill>
              <a:srgbClr val="4FA4B3">
                <a:alpha val="50196"/>
              </a:srgbClr>
            </a:solidFill>
            <a:prstDash val="sysDot"/>
          </a:ln>
        </p:spPr>
        <p:style>
          <a:lnRef idx="2">
            <a:schemeClr val="accent1">
              <a:shade val="15000"/>
            </a:schemeClr>
          </a:lnRef>
          <a:fillRef idx="1">
            <a:schemeClr val="accent1"/>
          </a:fillRef>
          <a:effectRef idx="0">
            <a:schemeClr val="accent1"/>
          </a:effectRef>
          <a:fontRef idx="minor">
            <a:schemeClr val="lt1"/>
          </a:fontRef>
        </p:style>
      </p:cxnSp>
      <p:cxnSp>
        <p:nvCxnSpPr>
          <p:cNvPr id="23" name="Conector reto 22">
            <a:extLst>
              <a:ext uri="{FF2B5EF4-FFF2-40B4-BE49-F238E27FC236}">
                <a16:creationId xmlns:a16="http://schemas.microsoft.com/office/drawing/2014/main" id="{C4AA5D18-7C63-67C6-60C9-A43B7CBC7C45}"/>
              </a:ext>
            </a:extLst>
          </p:cNvPr>
          <p:cNvCxnSpPr>
            <a:cxnSpLocks noGrp="1" noRot="1" noMove="1" noResize="1" noEditPoints="1" noAdjustHandles="1" noChangeArrowheads="1" noChangeShapeType="1"/>
          </p:cNvCxnSpPr>
          <p:nvPr/>
        </p:nvCxnSpPr>
        <p:spPr>
          <a:xfrm flipH="1">
            <a:off x="1932791" y="4070530"/>
            <a:ext cx="2329430" cy="0"/>
          </a:xfrm>
          <a:prstGeom prst="line">
            <a:avLst/>
          </a:prstGeom>
          <a:noFill/>
          <a:ln>
            <a:solidFill>
              <a:srgbClr val="4FA4B3">
                <a:alpha val="50196"/>
              </a:srgbClr>
            </a:solidFill>
            <a:prstDash val="sysDot"/>
          </a:ln>
        </p:spPr>
        <p:style>
          <a:lnRef idx="2">
            <a:schemeClr val="accent1">
              <a:shade val="15000"/>
            </a:schemeClr>
          </a:lnRef>
          <a:fillRef idx="1">
            <a:schemeClr val="accent1"/>
          </a:fillRef>
          <a:effectRef idx="0">
            <a:schemeClr val="accent1"/>
          </a:effectRef>
          <a:fontRef idx="minor">
            <a:schemeClr val="lt1"/>
          </a:fontRef>
        </p:style>
      </p:cxnSp>
      <p:cxnSp>
        <p:nvCxnSpPr>
          <p:cNvPr id="44" name="Conector reto 43">
            <a:extLst>
              <a:ext uri="{FF2B5EF4-FFF2-40B4-BE49-F238E27FC236}">
                <a16:creationId xmlns:a16="http://schemas.microsoft.com/office/drawing/2014/main" id="{29398FD8-6D6B-58D6-5565-FCF89929110D}"/>
              </a:ext>
            </a:extLst>
          </p:cNvPr>
          <p:cNvCxnSpPr>
            <a:cxnSpLocks noGrp="1" noRot="1" noMove="1" noResize="1" noEditPoints="1" noAdjustHandles="1" noChangeArrowheads="1" noChangeShapeType="1"/>
          </p:cNvCxnSpPr>
          <p:nvPr/>
        </p:nvCxnSpPr>
        <p:spPr>
          <a:xfrm>
            <a:off x="4368800" y="1706464"/>
            <a:ext cx="0" cy="2249230"/>
          </a:xfrm>
          <a:prstGeom prst="line">
            <a:avLst/>
          </a:prstGeom>
          <a:noFill/>
          <a:ln>
            <a:solidFill>
              <a:srgbClr val="4FA4B3">
                <a:alpha val="50196"/>
              </a:srgbClr>
            </a:solidFill>
            <a:prstDash val="sysDot"/>
          </a:ln>
        </p:spPr>
        <p:style>
          <a:lnRef idx="2">
            <a:schemeClr val="accent1">
              <a:shade val="15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15898622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01996-8192-DF2F-8D1F-1C5B8C795DE3}"/>
            </a:ext>
          </a:extLst>
        </p:cNvPr>
        <p:cNvGrpSpPr/>
        <p:nvPr/>
      </p:nvGrpSpPr>
      <p:grpSpPr>
        <a:xfrm>
          <a:off x="0" y="0"/>
          <a:ext cx="0" cy="0"/>
          <a:chOff x="0" y="0"/>
          <a:chExt cx="0" cy="0"/>
        </a:xfrm>
      </p:grpSpPr>
      <p:cxnSp>
        <p:nvCxnSpPr>
          <p:cNvPr id="64" name="Conector reto 63">
            <a:extLst>
              <a:ext uri="{FF2B5EF4-FFF2-40B4-BE49-F238E27FC236}">
                <a16:creationId xmlns:a16="http://schemas.microsoft.com/office/drawing/2014/main" id="{8BAAB995-628C-206C-8675-309AD65C695E}"/>
              </a:ext>
            </a:extLst>
          </p:cNvPr>
          <p:cNvCxnSpPr>
            <a:cxnSpLocks noGrp="1" noRot="1" noMove="1" noResize="1" noEditPoints="1" noAdjustHandles="1" noChangeArrowheads="1" noChangeShapeType="1"/>
          </p:cNvCxnSpPr>
          <p:nvPr/>
        </p:nvCxnSpPr>
        <p:spPr>
          <a:xfrm flipH="1">
            <a:off x="4646477" y="4071830"/>
            <a:ext cx="3914774" cy="0"/>
          </a:xfrm>
          <a:prstGeom prst="line">
            <a:avLst/>
          </a:prstGeom>
          <a:noFill/>
          <a:ln>
            <a:solidFill>
              <a:srgbClr val="4FA4B3"/>
            </a:solidFill>
            <a:prstDash val="sysDot"/>
          </a:ln>
        </p:spPr>
        <p:style>
          <a:lnRef idx="2">
            <a:schemeClr val="accent1">
              <a:shade val="15000"/>
            </a:schemeClr>
          </a:lnRef>
          <a:fillRef idx="1">
            <a:schemeClr val="accent1"/>
          </a:fillRef>
          <a:effectRef idx="0">
            <a:schemeClr val="accent1"/>
          </a:effectRef>
          <a:fontRef idx="minor">
            <a:schemeClr val="lt1"/>
          </a:fontRef>
        </p:style>
      </p:cxnSp>
      <p:pic>
        <p:nvPicPr>
          <p:cNvPr id="3" name="Imagem 2" descr="Uma imagem contendo animal&#10;&#10;O conteúdo gerado por IA pode estar incorreto.">
            <a:extLst>
              <a:ext uri="{FF2B5EF4-FFF2-40B4-BE49-F238E27FC236}">
                <a16:creationId xmlns:a16="http://schemas.microsoft.com/office/drawing/2014/main" id="{18E66E56-EB10-C73A-0DBA-944D630841E7}"/>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9535" y="-28459"/>
            <a:ext cx="12171957" cy="6883495"/>
          </a:xfrm>
          <a:prstGeom prst="rect">
            <a:avLst/>
          </a:prstGeom>
          <a:gradFill flip="none" rotWithShape="1">
            <a:gsLst>
              <a:gs pos="0">
                <a:schemeClr val="accent5">
                  <a:lumMod val="75000"/>
                </a:schemeClr>
              </a:gs>
              <a:gs pos="100000">
                <a:schemeClr val="accent2"/>
              </a:gs>
            </a:gsLst>
            <a:lin ang="5400000" scaled="1"/>
            <a:tileRect/>
          </a:gradFill>
          <a:ln w="2360" cap="flat">
            <a:noFill/>
            <a:prstDash val="solid"/>
            <a:miter/>
          </a:ln>
        </p:spPr>
      </p:pic>
      <p:pic>
        <p:nvPicPr>
          <p:cNvPr id="24" name="Imagem 23">
            <a:extLst>
              <a:ext uri="{FF2B5EF4-FFF2-40B4-BE49-F238E27FC236}">
                <a16:creationId xmlns:a16="http://schemas.microsoft.com/office/drawing/2014/main" id="{FEE8BBE0-E510-44D6-E49E-8941C7C01625}"/>
              </a:ext>
            </a:extLst>
          </p:cNvPr>
          <p:cNvPicPr>
            <a:picLocks noGrp="1" noRot="1" noChangeAspect="1" noMove="1" noResize="1" noEditPoints="1" noAdjustHandles="1" noChangeArrowheads="1" noChangeShapeType="1" noCrop="1"/>
          </p:cNvPicPr>
          <p:nvPr/>
        </p:nvPicPr>
        <p:blipFill>
          <a:blip r:embed="rId4" cstate="screen">
            <a:extLst>
              <a:ext uri="{28A0092B-C50C-407E-A947-70E740481C1C}">
                <a14:useLocalDpi xmlns:a14="http://schemas.microsoft.com/office/drawing/2010/main"/>
              </a:ext>
            </a:extLst>
          </a:blip>
          <a:srcRect l="29421" t="13945" r="-974" b="30730"/>
          <a:stretch>
            <a:fillRect/>
          </a:stretch>
        </p:blipFill>
        <p:spPr>
          <a:xfrm>
            <a:off x="-11481" y="-37603"/>
            <a:ext cx="7966602" cy="6895603"/>
          </a:xfrm>
          <a:prstGeom prst="rect">
            <a:avLst/>
          </a:prstGeom>
        </p:spPr>
      </p:pic>
      <p:pic>
        <p:nvPicPr>
          <p:cNvPr id="13" name="Imagem 12">
            <a:extLst>
              <a:ext uri="{FF2B5EF4-FFF2-40B4-BE49-F238E27FC236}">
                <a16:creationId xmlns:a16="http://schemas.microsoft.com/office/drawing/2014/main" id="{8BB39E7B-7EAF-93B4-5B21-1DB87CF2C9CD}"/>
              </a:ext>
            </a:extLst>
          </p:cNvPr>
          <p:cNvPicPr>
            <a:picLocks noChangeAspect="1"/>
          </p:cNvPicPr>
          <p:nvPr/>
        </p:nvPicPr>
        <p:blipFill>
          <a:blip r:embed="rId5" cstate="screen">
            <a:alphaModFix amt="50000"/>
            <a:extLst>
              <a:ext uri="{28A0092B-C50C-407E-A947-70E740481C1C}">
                <a14:useLocalDpi xmlns:a14="http://schemas.microsoft.com/office/drawing/2010/main"/>
              </a:ext>
            </a:extLst>
          </a:blip>
          <a:srcRect/>
          <a:stretch>
            <a:fillRect/>
          </a:stretch>
        </p:blipFill>
        <p:spPr>
          <a:xfrm rot="10800000">
            <a:off x="10507" y="-49712"/>
            <a:ext cx="12192001" cy="2451451"/>
          </a:xfrm>
          <a:prstGeom prst="rect">
            <a:avLst/>
          </a:prstGeom>
        </p:spPr>
      </p:pic>
      <p:sp>
        <p:nvSpPr>
          <p:cNvPr id="54" name="Título 16">
            <a:extLst>
              <a:ext uri="{FF2B5EF4-FFF2-40B4-BE49-F238E27FC236}">
                <a16:creationId xmlns:a16="http://schemas.microsoft.com/office/drawing/2014/main" id="{98421674-FA72-DC80-0753-ADBCAC1CB8BF}"/>
              </a:ext>
            </a:extLst>
          </p:cNvPr>
          <p:cNvSpPr txBox="1">
            <a:spLocks noGrp="1" noRot="1" noMove="1" noResize="1" noEditPoints="1" noAdjustHandles="1" noChangeArrowheads="1" noChangeShapeType="1"/>
          </p:cNvSpPr>
          <p:nvPr/>
        </p:nvSpPr>
        <p:spPr>
          <a:xfrm>
            <a:off x="508003" y="371948"/>
            <a:ext cx="7658097" cy="1000056"/>
          </a:xfrm>
          <a:prstGeom prst="rect">
            <a:avLst/>
          </a:prstGeom>
        </p:spPr>
        <p:txBody>
          <a:bodyPr>
            <a:noAutofit/>
          </a:bodyPr>
          <a:lstStyle>
            <a:lvl1pPr algn="l" defTabSz="736656" rtl="0" eaLnBrk="1" latinLnBrk="0" hangingPunct="1">
              <a:lnSpc>
                <a:spcPts val="3600"/>
              </a:lnSpc>
              <a:spcBef>
                <a:spcPct val="0"/>
              </a:spcBef>
              <a:buNone/>
              <a:defRPr sz="3600" b="1" kern="1200">
                <a:solidFill>
                  <a:schemeClr val="accent1"/>
                </a:solidFill>
                <a:latin typeface="+mj-lt"/>
                <a:ea typeface="+mj-ea"/>
                <a:cs typeface="+mj-cs"/>
              </a:defRPr>
            </a:lvl1pPr>
          </a:lstStyle>
          <a:p>
            <a:pPr marL="0" marR="0" lvl="0" indent="0" algn="l" defTabSz="736656" rtl="0" eaLnBrk="1" fontAlgn="auto" latinLnBrk="0" hangingPunct="1">
              <a:lnSpc>
                <a:spcPct val="100000"/>
              </a:lnSpc>
              <a:spcBef>
                <a:spcPct val="0"/>
              </a:spcBef>
              <a:spcAft>
                <a:spcPts val="0"/>
              </a:spcAft>
              <a:buClrTx/>
              <a:buSzTx/>
              <a:buFontTx/>
              <a:buNone/>
              <a:tabLst/>
              <a:defRPr/>
            </a:pPr>
            <a:r>
              <a:rPr kumimoji="0" lang="pt-BR" sz="2000" b="0" i="0" u="none" strike="noStrike" kern="1200" cap="none" spc="0" normalizeH="0" baseline="0" noProof="0" dirty="0">
                <a:ln>
                  <a:noFill/>
                </a:ln>
                <a:solidFill>
                  <a:prstClr val="white"/>
                </a:solidFill>
                <a:effectLst>
                  <a:outerShdw blurRad="50800" dist="38100" dir="8100000" algn="tr" rotWithShape="0">
                    <a:prstClr val="black">
                      <a:alpha val="40000"/>
                    </a:prstClr>
                  </a:outerShdw>
                </a:effectLst>
                <a:uLnTx/>
                <a:uFillTx/>
                <a:latin typeface="GT Walsheim LC Light" pitchFamily="2" charset="0"/>
                <a:cs typeface="GT Walsheim LC Light" pitchFamily="2" charset="0"/>
              </a:rPr>
              <a:t>A Parte Testada no MLT</a:t>
            </a:r>
          </a:p>
        </p:txBody>
      </p:sp>
      <p:sp>
        <p:nvSpPr>
          <p:cNvPr id="58" name="Elipse 57">
            <a:extLst>
              <a:ext uri="{FF2B5EF4-FFF2-40B4-BE49-F238E27FC236}">
                <a16:creationId xmlns:a16="http://schemas.microsoft.com/office/drawing/2014/main" id="{4B540B04-D6D0-D5C0-DBE7-1E1F23565AF1}"/>
              </a:ext>
            </a:extLst>
          </p:cNvPr>
          <p:cNvSpPr>
            <a:spLocks noGrp="1" noRot="1" noMove="1" noResize="1" noEditPoints="1" noAdjustHandles="1" noChangeArrowheads="1" noChangeShapeType="1"/>
          </p:cNvSpPr>
          <p:nvPr/>
        </p:nvSpPr>
        <p:spPr>
          <a:xfrm>
            <a:off x="3686508" y="3348781"/>
            <a:ext cx="1375604" cy="1375604"/>
          </a:xfrm>
          <a:prstGeom prst="ellipse">
            <a:avLst/>
          </a:prstGeom>
          <a:noFill/>
          <a:ln>
            <a:solidFill>
              <a:srgbClr val="4FA4B3"/>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59" name="Elipse 58">
            <a:extLst>
              <a:ext uri="{FF2B5EF4-FFF2-40B4-BE49-F238E27FC236}">
                <a16:creationId xmlns:a16="http://schemas.microsoft.com/office/drawing/2014/main" id="{2076FDFB-C7F8-A536-C26E-41520BA0E041}"/>
              </a:ext>
            </a:extLst>
          </p:cNvPr>
          <p:cNvSpPr>
            <a:spLocks noGrp="1" noRot="1" noMove="1" noResize="1" noEditPoints="1" noAdjustHandles="1" noChangeArrowheads="1" noChangeShapeType="1"/>
          </p:cNvSpPr>
          <p:nvPr/>
        </p:nvSpPr>
        <p:spPr>
          <a:xfrm>
            <a:off x="2229306" y="1986254"/>
            <a:ext cx="4290009" cy="4100659"/>
          </a:xfrm>
          <a:prstGeom prst="ellipse">
            <a:avLst/>
          </a:prstGeom>
          <a:noFill/>
          <a:ln>
            <a:solidFill>
              <a:srgbClr val="4FA4B3">
                <a:alpha val="50196"/>
              </a:srgb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69" name="TextBox 9">
            <a:extLst>
              <a:ext uri="{FF2B5EF4-FFF2-40B4-BE49-F238E27FC236}">
                <a16:creationId xmlns:a16="http://schemas.microsoft.com/office/drawing/2014/main" id="{BA0AC7E1-B157-6537-42E6-B78D31C6177E}"/>
              </a:ext>
            </a:extLst>
          </p:cNvPr>
          <p:cNvSpPr txBox="1">
            <a:spLocks noGrp="1" noRot="1" noMove="1" noResize="1" noEditPoints="1" noAdjustHandles="1" noChangeArrowheads="1" noChangeShapeType="1"/>
          </p:cNvSpPr>
          <p:nvPr/>
        </p:nvSpPr>
        <p:spPr>
          <a:xfrm>
            <a:off x="508004" y="934411"/>
            <a:ext cx="7945870" cy="646331"/>
          </a:xfrm>
          <a:prstGeom prst="rect">
            <a:avLst/>
          </a:prstGeom>
          <a:noFill/>
        </p:spPr>
        <p:txBody>
          <a:bodyPr wrap="square" rtlCol="0">
            <a:spAutoFit/>
          </a:bodyPr>
          <a:lstStyle/>
          <a:p>
            <a:pPr lvl="0">
              <a:spcBef>
                <a:spcPct val="0"/>
              </a:spcBef>
              <a:spcAft>
                <a:spcPts val="0"/>
              </a:spcAft>
              <a:defRPr/>
            </a:pPr>
            <a:r>
              <a:rPr lang="pt-BR" sz="1800" b="1" noProof="0" dirty="0">
                <a:solidFill>
                  <a:schemeClr val="accent2"/>
                </a:solidFill>
                <a:latin typeface="GT Walsheim LC Light" pitchFamily="2" charset="0"/>
                <a:cs typeface="GT Walsheim LC Light" pitchFamily="2" charset="0"/>
              </a:rPr>
              <a:t>Análise estratégica da entidade testada no Método da Margem Líquida da Transação.</a:t>
            </a:r>
          </a:p>
        </p:txBody>
      </p:sp>
      <p:cxnSp>
        <p:nvCxnSpPr>
          <p:cNvPr id="70" name="Conector reto 69">
            <a:extLst>
              <a:ext uri="{FF2B5EF4-FFF2-40B4-BE49-F238E27FC236}">
                <a16:creationId xmlns:a16="http://schemas.microsoft.com/office/drawing/2014/main" id="{A6804C37-1906-AAF4-3017-732051A8C2C8}"/>
              </a:ext>
            </a:extLst>
          </p:cNvPr>
          <p:cNvCxnSpPr>
            <a:cxnSpLocks noGrp="1" noRot="1" noMove="1" noResize="1" noEditPoints="1" noAdjustHandles="1" noChangeArrowheads="1" noChangeShapeType="1"/>
          </p:cNvCxnSpPr>
          <p:nvPr/>
        </p:nvCxnSpPr>
        <p:spPr>
          <a:xfrm flipH="1">
            <a:off x="4499591" y="4070530"/>
            <a:ext cx="4497935" cy="0"/>
          </a:xfrm>
          <a:prstGeom prst="line">
            <a:avLst/>
          </a:prstGeom>
          <a:noFill/>
          <a:ln>
            <a:solidFill>
              <a:srgbClr val="4FA4B3">
                <a:alpha val="50196"/>
              </a:srgbClr>
            </a:solidFill>
            <a:prstDash val="sysDot"/>
          </a:ln>
        </p:spPr>
        <p:style>
          <a:lnRef idx="2">
            <a:schemeClr val="accent1">
              <a:shade val="15000"/>
            </a:schemeClr>
          </a:lnRef>
          <a:fillRef idx="1">
            <a:schemeClr val="accent1"/>
          </a:fillRef>
          <a:effectRef idx="0">
            <a:schemeClr val="accent1"/>
          </a:effectRef>
          <a:fontRef idx="minor">
            <a:schemeClr val="lt1"/>
          </a:fontRef>
        </p:style>
      </p:cxnSp>
      <p:pic>
        <p:nvPicPr>
          <p:cNvPr id="82" name="Imagem 81">
            <a:extLst>
              <a:ext uri="{FF2B5EF4-FFF2-40B4-BE49-F238E27FC236}">
                <a16:creationId xmlns:a16="http://schemas.microsoft.com/office/drawing/2014/main" id="{C888E9CF-35EC-F3DB-1302-C158799F939A}"/>
              </a:ext>
            </a:extLst>
          </p:cNvPr>
          <p:cNvPicPr>
            <a:picLocks noGrp="1" noRot="1" noChangeAspect="1" noMove="1" noResize="1" noEditPoints="1" noAdjustHandles="1" noChangeArrowheads="1" noChangeShapeType="1" noCrop="1"/>
          </p:cNvPicPr>
          <p:nvPr/>
        </p:nvPicPr>
        <p:blipFill>
          <a:blip r:embed="rId6" cstate="screen">
            <a:extLst>
              <a:ext uri="{28A0092B-C50C-407E-A947-70E740481C1C}">
                <a14:useLocalDpi xmlns:a14="http://schemas.microsoft.com/office/drawing/2010/main"/>
              </a:ext>
            </a:extLst>
          </a:blip>
          <a:srcRect r="17327" b="2792"/>
          <a:stretch>
            <a:fillRect/>
          </a:stretch>
        </p:blipFill>
        <p:spPr>
          <a:xfrm flipV="1">
            <a:off x="8348127" y="-37604"/>
            <a:ext cx="3854381" cy="6895603"/>
          </a:xfrm>
          <a:prstGeom prst="rect">
            <a:avLst/>
          </a:prstGeom>
          <a:noFill/>
          <a:ln>
            <a:noFill/>
          </a:ln>
        </p:spPr>
      </p:pic>
      <p:sp>
        <p:nvSpPr>
          <p:cNvPr id="84" name="CaixaDeTexto 83">
            <a:extLst>
              <a:ext uri="{FF2B5EF4-FFF2-40B4-BE49-F238E27FC236}">
                <a16:creationId xmlns:a16="http://schemas.microsoft.com/office/drawing/2014/main" id="{C4943486-AF5D-CE4F-CD54-3ECD1BC57052}"/>
              </a:ext>
            </a:extLst>
          </p:cNvPr>
          <p:cNvSpPr txBox="1">
            <a:spLocks/>
          </p:cNvSpPr>
          <p:nvPr/>
        </p:nvSpPr>
        <p:spPr>
          <a:xfrm>
            <a:off x="8630167" y="3847533"/>
            <a:ext cx="3307563" cy="1877437"/>
          </a:xfrm>
          <a:prstGeom prst="rect">
            <a:avLst/>
          </a:prstGeom>
          <a:noFill/>
        </p:spPr>
        <p:txBody>
          <a:bodyPr wrap="square">
            <a:spAutoFit/>
          </a:bodyPr>
          <a:lstStyle/>
          <a:p>
            <a:pPr marL="0" marR="0" lvl="0" indent="0" algn="just" defTabSz="1229411" rtl="0" eaLnBrk="1" fontAlgn="auto" latinLnBrk="0" hangingPunct="1">
              <a:lnSpc>
                <a:spcPct val="100000"/>
              </a:lnSpc>
              <a:spcBef>
                <a:spcPts val="0"/>
              </a:spcBef>
              <a:spcAft>
                <a:spcPts val="0"/>
              </a:spcAft>
              <a:buClrTx/>
              <a:buSzTx/>
              <a:buFontTx/>
              <a:buNone/>
              <a:tabLst/>
              <a:defRPr/>
            </a:pPr>
            <a:r>
              <a:rPr kumimoji="0" lang="pt-BR" sz="1800" b="0" i="0" u="none" strike="noStrike" kern="1200" cap="none" spc="0" normalizeH="0" baseline="0" noProof="0" dirty="0">
                <a:ln>
                  <a:noFill/>
                </a:ln>
                <a:solidFill>
                  <a:schemeClr val="accent2"/>
                </a:solidFill>
                <a:effectLst/>
                <a:uLnTx/>
                <a:uFillTx/>
                <a:latin typeface="GT Walsheim LC Bold" pitchFamily="2" charset="0"/>
                <a:ea typeface="+mn-ea"/>
                <a:cs typeface="GT Walsheim LC Bold" pitchFamily="2" charset="0"/>
              </a:rPr>
              <a:t>Art. 56 </a:t>
            </a:r>
            <a:r>
              <a:rPr lang="pt-BR" sz="1400" noProof="0" dirty="0">
                <a:solidFill>
                  <a:prstClr val="white"/>
                </a:solidFill>
                <a:latin typeface="GT Walsheim LC" pitchFamily="2" charset="0"/>
                <a:cs typeface="GT Walsheim LC" pitchFamily="2" charset="0"/>
              </a:rPr>
              <a:t>O contribuinte apresentará o Arquivo Global e o Arquivo Local em Processo Digital, por meio de serviço disponível no Centro Virtual de Atendimento - e-CAC da RFB, em até 3 (três) meses após o prazo assinalado para a transmissão da ECF do ano calendário correspondente.</a:t>
            </a:r>
            <a:endParaRPr kumimoji="0" lang="pt-BR" sz="1400" b="0" i="0" u="none" strike="noStrike" kern="1200" cap="none" spc="-66" normalizeH="0" baseline="0" noProof="0" dirty="0">
              <a:ln>
                <a:noFill/>
              </a:ln>
              <a:solidFill>
                <a:prstClr val="white"/>
              </a:solidFill>
              <a:effectLst/>
              <a:uLnTx/>
              <a:uFillTx/>
              <a:latin typeface="GT Walsheim LC" pitchFamily="2" charset="0"/>
              <a:ea typeface="+mn-ea"/>
              <a:cs typeface="GT Walsheim LC" pitchFamily="2" charset="0"/>
            </a:endParaRPr>
          </a:p>
        </p:txBody>
      </p:sp>
      <p:sp>
        <p:nvSpPr>
          <p:cNvPr id="87" name="CaixaDeTexto 86">
            <a:extLst>
              <a:ext uri="{FF2B5EF4-FFF2-40B4-BE49-F238E27FC236}">
                <a16:creationId xmlns:a16="http://schemas.microsoft.com/office/drawing/2014/main" id="{51E0ED07-D672-D158-73D5-132613C77472}"/>
              </a:ext>
            </a:extLst>
          </p:cNvPr>
          <p:cNvSpPr txBox="1">
            <a:spLocks/>
          </p:cNvSpPr>
          <p:nvPr/>
        </p:nvSpPr>
        <p:spPr>
          <a:xfrm>
            <a:off x="8557860" y="1035028"/>
            <a:ext cx="3314490" cy="2739211"/>
          </a:xfrm>
          <a:prstGeom prst="rect">
            <a:avLst/>
          </a:prstGeom>
          <a:noFill/>
        </p:spPr>
        <p:txBody>
          <a:bodyPr wrap="square">
            <a:spAutoFit/>
          </a:bodyPr>
          <a:lstStyle/>
          <a:p>
            <a:pPr lvl="0" algn="just" defTabSz="1229411">
              <a:spcAft>
                <a:spcPts val="0"/>
              </a:spcAft>
              <a:defRPr/>
            </a:pPr>
            <a:r>
              <a:rPr lang="pt-BR" sz="1800" noProof="0" dirty="0">
                <a:solidFill>
                  <a:schemeClr val="accent2"/>
                </a:solidFill>
                <a:latin typeface="GT Walsheim LC Bold" pitchFamily="2" charset="0"/>
                <a:cs typeface="GT Walsheim LC Bold" pitchFamily="2" charset="0"/>
              </a:rPr>
              <a:t>Art. 46</a:t>
            </a:r>
            <a:r>
              <a:rPr lang="pt-BR" sz="1400" noProof="0" dirty="0">
                <a:solidFill>
                  <a:prstClr val="white"/>
                </a:solidFill>
                <a:latin typeface="GT Walsheim LC" pitchFamily="2" charset="0"/>
                <a:cs typeface="GT Walsheim LC" pitchFamily="2" charset="0"/>
              </a:rPr>
              <a:t> </a:t>
            </a:r>
            <a:r>
              <a:rPr lang="pt-BR" sz="1600" b="1" noProof="0" dirty="0">
                <a:solidFill>
                  <a:prstClr val="white"/>
                </a:solidFill>
                <a:latin typeface="GT Walsheim LC" pitchFamily="2" charset="0"/>
                <a:cs typeface="GT Walsheim LC" pitchFamily="2" charset="0"/>
              </a:rPr>
              <a:t>§ 5º</a:t>
            </a:r>
            <a:r>
              <a:rPr lang="pt-BR" sz="1400" noProof="0" dirty="0">
                <a:solidFill>
                  <a:prstClr val="white"/>
                </a:solidFill>
                <a:latin typeface="GT Walsheim LC" pitchFamily="2" charset="0"/>
                <a:cs typeface="GT Walsheim LC" pitchFamily="2" charset="0"/>
              </a:rPr>
              <a:t> O contribuinte deverá fornecer as informações necessárias para a determinação correta das funções desempenhadas, dos riscos assumidos e dos ativos utilizados pelas partes da transação controlada, de modo a demonstrar a seleção apropriada da parte testada e comprovará as razões e as justificativas para a seleção efetuada.</a:t>
            </a:r>
          </a:p>
          <a:p>
            <a:pPr lvl="0" defTabSz="1229411">
              <a:spcAft>
                <a:spcPts val="0"/>
              </a:spcAft>
              <a:defRPr/>
            </a:pPr>
            <a:endParaRPr lang="pt-BR" sz="1400" noProof="0" dirty="0">
              <a:solidFill>
                <a:prstClr val="white"/>
              </a:solidFill>
              <a:latin typeface="GT Walsheim LC" pitchFamily="2" charset="0"/>
              <a:cs typeface="GT Walsheim LC" pitchFamily="2" charset="0"/>
            </a:endParaRPr>
          </a:p>
          <a:p>
            <a:pPr lvl="0" defTabSz="1229411">
              <a:spcAft>
                <a:spcPts val="0"/>
              </a:spcAft>
              <a:defRPr/>
            </a:pPr>
            <a:endParaRPr kumimoji="0" lang="pt-BR" sz="1400" b="0" i="0" u="none" strike="noStrike" kern="1200" cap="none" spc="0" normalizeH="0" baseline="0" noProof="0" dirty="0">
              <a:ln>
                <a:noFill/>
              </a:ln>
              <a:solidFill>
                <a:schemeClr val="accent2"/>
              </a:solidFill>
              <a:effectLst/>
              <a:uLnTx/>
              <a:uFillTx/>
              <a:latin typeface="GT Walsheim LC Bold" pitchFamily="2" charset="0"/>
              <a:ea typeface="+mn-ea"/>
              <a:cs typeface="GT Walsheim LC Bold" pitchFamily="2" charset="0"/>
            </a:endParaRPr>
          </a:p>
        </p:txBody>
      </p:sp>
      <p:cxnSp>
        <p:nvCxnSpPr>
          <p:cNvPr id="95" name="Conector reto 94">
            <a:extLst>
              <a:ext uri="{FF2B5EF4-FFF2-40B4-BE49-F238E27FC236}">
                <a16:creationId xmlns:a16="http://schemas.microsoft.com/office/drawing/2014/main" id="{8A1CE75F-03E0-B895-4FB6-12AD10AECFA3}"/>
              </a:ext>
            </a:extLst>
          </p:cNvPr>
          <p:cNvCxnSpPr>
            <a:cxnSpLocks/>
          </p:cNvCxnSpPr>
          <p:nvPr/>
        </p:nvCxnSpPr>
        <p:spPr>
          <a:xfrm>
            <a:off x="9063228" y="3633048"/>
            <a:ext cx="2260859" cy="0"/>
          </a:xfrm>
          <a:prstGeom prst="line">
            <a:avLst/>
          </a:prstGeom>
          <a:noFill/>
          <a:ln w="12700" cap="flat" cmpd="sng" algn="ctr">
            <a:solidFill>
              <a:schemeClr val="bg1"/>
            </a:solidFill>
            <a:prstDash val="solid"/>
          </a:ln>
          <a:effectLst/>
        </p:spPr>
      </p:cxnSp>
      <p:sp>
        <p:nvSpPr>
          <p:cNvPr id="66" name="CaixaDeTexto 65">
            <a:extLst>
              <a:ext uri="{FF2B5EF4-FFF2-40B4-BE49-F238E27FC236}">
                <a16:creationId xmlns:a16="http://schemas.microsoft.com/office/drawing/2014/main" id="{8A4D6D30-9037-1CF2-83C6-51CF2FD1E4DB}"/>
              </a:ext>
            </a:extLst>
          </p:cNvPr>
          <p:cNvSpPr txBox="1">
            <a:spLocks/>
          </p:cNvSpPr>
          <p:nvPr/>
        </p:nvSpPr>
        <p:spPr>
          <a:xfrm>
            <a:off x="9285301" y="662363"/>
            <a:ext cx="1788084" cy="338554"/>
          </a:xfrm>
          <a:prstGeom prst="rect">
            <a:avLst/>
          </a:prstGeom>
          <a:noFill/>
        </p:spPr>
        <p:txBody>
          <a:bodyPr wrap="square">
            <a:spAutoFit/>
          </a:bodyPr>
          <a:lstStyle/>
          <a:p>
            <a:pPr lvl="0" algn="ctr" defTabSz="914400">
              <a:spcAft>
                <a:spcPts val="0"/>
              </a:spcAft>
              <a:defRPr/>
            </a:pPr>
            <a:r>
              <a:rPr lang="pt-BR" sz="1600" noProof="0" dirty="0">
                <a:solidFill>
                  <a:prstClr val="white"/>
                </a:solidFill>
                <a:latin typeface="GT Walsheim LC Bold" panose="020B0604020202020204" charset="0"/>
                <a:cs typeface="GT Walsheim LC Bold" panose="020B0604020202020204" charset="0"/>
              </a:rPr>
              <a:t>IN 2161/23</a:t>
            </a:r>
          </a:p>
        </p:txBody>
      </p:sp>
      <p:sp>
        <p:nvSpPr>
          <p:cNvPr id="57" name="Elipse 56">
            <a:extLst>
              <a:ext uri="{FF2B5EF4-FFF2-40B4-BE49-F238E27FC236}">
                <a16:creationId xmlns:a16="http://schemas.microsoft.com/office/drawing/2014/main" id="{599132BE-7D95-CA0D-D7BA-C60B43B328E3}"/>
              </a:ext>
            </a:extLst>
          </p:cNvPr>
          <p:cNvSpPr>
            <a:spLocks noGrp="1" noRot="1" noMove="1" noResize="1" noEditPoints="1" noAdjustHandles="1" noChangeArrowheads="1" noChangeShapeType="1"/>
          </p:cNvSpPr>
          <p:nvPr/>
        </p:nvSpPr>
        <p:spPr>
          <a:xfrm>
            <a:off x="1932791" y="1680576"/>
            <a:ext cx="4883038" cy="4712015"/>
          </a:xfrm>
          <a:prstGeom prst="ellipse">
            <a:avLst/>
          </a:prstGeom>
          <a:noFill/>
          <a:ln>
            <a:solidFill>
              <a:srgbClr val="4FA4B3">
                <a:alpha val="50196"/>
              </a:srgb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grpSp>
        <p:nvGrpSpPr>
          <p:cNvPr id="14" name="Agrupar 13">
            <a:extLst>
              <a:ext uri="{FF2B5EF4-FFF2-40B4-BE49-F238E27FC236}">
                <a16:creationId xmlns:a16="http://schemas.microsoft.com/office/drawing/2014/main" id="{DB839932-6F17-BB48-E791-A2619E505F5D}"/>
              </a:ext>
            </a:extLst>
          </p:cNvPr>
          <p:cNvGrpSpPr>
            <a:grpSpLocks/>
          </p:cNvGrpSpPr>
          <p:nvPr/>
        </p:nvGrpSpPr>
        <p:grpSpPr>
          <a:xfrm flipV="1">
            <a:off x="4596614" y="2084237"/>
            <a:ext cx="3642497" cy="1781663"/>
            <a:chOff x="4661752" y="1955410"/>
            <a:chExt cx="3914774" cy="1827951"/>
          </a:xfrm>
        </p:grpSpPr>
        <p:sp>
          <p:nvSpPr>
            <p:cNvPr id="15" name="Retângulo: Cantos Arredondados 14">
              <a:extLst>
                <a:ext uri="{FF2B5EF4-FFF2-40B4-BE49-F238E27FC236}">
                  <a16:creationId xmlns:a16="http://schemas.microsoft.com/office/drawing/2014/main" id="{3D07FE93-1CA1-7455-2057-508182C30CC8}"/>
                </a:ext>
              </a:extLst>
            </p:cNvPr>
            <p:cNvSpPr>
              <a:spLocks/>
            </p:cNvSpPr>
            <p:nvPr/>
          </p:nvSpPr>
          <p:spPr>
            <a:xfrm>
              <a:off x="4661752" y="1955410"/>
              <a:ext cx="2688224" cy="1827951"/>
            </a:xfrm>
            <a:prstGeom prst="roundRect">
              <a:avLst>
                <a:gd name="adj" fmla="val 9403"/>
              </a:avLst>
            </a:prstGeom>
            <a:solidFill>
              <a:srgbClr val="2511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21" name="Retângulo: Cantos Arredondados 20">
              <a:extLst>
                <a:ext uri="{FF2B5EF4-FFF2-40B4-BE49-F238E27FC236}">
                  <a16:creationId xmlns:a16="http://schemas.microsoft.com/office/drawing/2014/main" id="{34ECEC71-47A4-7568-AF8C-2B1DCCF9C921}"/>
                </a:ext>
              </a:extLst>
            </p:cNvPr>
            <p:cNvSpPr>
              <a:spLocks/>
            </p:cNvSpPr>
            <p:nvPr/>
          </p:nvSpPr>
          <p:spPr>
            <a:xfrm>
              <a:off x="6060078" y="1955410"/>
              <a:ext cx="2516448" cy="1827951"/>
            </a:xfrm>
            <a:prstGeom prst="roundRect">
              <a:avLst>
                <a:gd name="adj" fmla="val 34935"/>
              </a:avLst>
            </a:prstGeom>
            <a:solidFill>
              <a:srgbClr val="2511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25" name="Retângulo: Cantos Arredondados 24">
              <a:extLst>
                <a:ext uri="{FF2B5EF4-FFF2-40B4-BE49-F238E27FC236}">
                  <a16:creationId xmlns:a16="http://schemas.microsoft.com/office/drawing/2014/main" id="{6B2014E2-CE0B-6468-F6FC-38DA308ED94F}"/>
                </a:ext>
              </a:extLst>
            </p:cNvPr>
            <p:cNvSpPr>
              <a:spLocks/>
            </p:cNvSpPr>
            <p:nvPr/>
          </p:nvSpPr>
          <p:spPr>
            <a:xfrm>
              <a:off x="5888302" y="1955410"/>
              <a:ext cx="2688224" cy="1057871"/>
            </a:xfrm>
            <a:prstGeom prst="roundRect">
              <a:avLst>
                <a:gd name="adj" fmla="val 15706"/>
              </a:avLst>
            </a:prstGeom>
            <a:solidFill>
              <a:srgbClr val="2511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grpSp>
      <p:sp>
        <p:nvSpPr>
          <p:cNvPr id="26" name="CaixaDeTexto 25">
            <a:extLst>
              <a:ext uri="{FF2B5EF4-FFF2-40B4-BE49-F238E27FC236}">
                <a16:creationId xmlns:a16="http://schemas.microsoft.com/office/drawing/2014/main" id="{57182252-4CBE-8B0C-7548-EDC8721B94B1}"/>
              </a:ext>
            </a:extLst>
          </p:cNvPr>
          <p:cNvSpPr txBox="1">
            <a:spLocks/>
          </p:cNvSpPr>
          <p:nvPr/>
        </p:nvSpPr>
        <p:spPr>
          <a:xfrm>
            <a:off x="4642542" y="2302474"/>
            <a:ext cx="3409072" cy="1418337"/>
          </a:xfrm>
          <a:prstGeom prst="rect">
            <a:avLst/>
          </a:prstGeom>
          <a:noFill/>
        </p:spPr>
        <p:txBody>
          <a:bodyPr wrap="square">
            <a:spAutoFit/>
          </a:bodyPr>
          <a:lstStyle/>
          <a:p>
            <a:pPr marL="0" marR="0" lvl="0" indent="0" algn="l" defTabSz="946862" rtl="0" eaLnBrk="1" fontAlgn="auto" latinLnBrk="0" hangingPunct="1">
              <a:lnSpc>
                <a:spcPts val="1500"/>
              </a:lnSpc>
              <a:spcBef>
                <a:spcPts val="0"/>
              </a:spcBef>
              <a:spcAft>
                <a:spcPts val="800"/>
              </a:spcAft>
              <a:buClrTx/>
              <a:buSzTx/>
              <a:buFont typeface="Arial" panose="020B0604020202020204" pitchFamily="34" charset="0"/>
              <a:buNone/>
              <a:tabLst/>
              <a:defRPr/>
            </a:pPr>
            <a:r>
              <a:rPr kumimoji="0" lang="pt-BR" sz="1700" b="1" i="0" u="none" strike="noStrike" kern="100" cap="none" spc="0" normalizeH="0" baseline="0" noProof="0" dirty="0">
                <a:ln>
                  <a:noFill/>
                </a:ln>
                <a:solidFill>
                  <a:prstClr val="white"/>
                </a:solidFill>
                <a:effectLst/>
                <a:uLnTx/>
                <a:uFillTx/>
                <a:latin typeface="GT Walsheim LC Black" pitchFamily="2" charset="0"/>
                <a:ea typeface="+mn-ea"/>
                <a:cs typeface="GT Walsheim LC Black" pitchFamily="2" charset="0"/>
              </a:rPr>
              <a:t>  Critérios (Art. 46)</a:t>
            </a:r>
          </a:p>
          <a:p>
            <a:pPr marL="285750" marR="0" lvl="0" indent="-285750" algn="l" defTabSz="946862"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pt-BR" sz="1300" b="0" i="0" u="none" strike="noStrike" kern="100" cap="none" spc="0" normalizeH="0" baseline="0" noProof="0" dirty="0">
                <a:ln>
                  <a:noFill/>
                </a:ln>
                <a:solidFill>
                  <a:prstClr val="white"/>
                </a:solidFill>
                <a:effectLst/>
                <a:uLnTx/>
                <a:uFillTx/>
                <a:latin typeface="GT Walsheim LC" pitchFamily="2" charset="0"/>
                <a:ea typeface="+mn-ea"/>
                <a:cs typeface="GT Walsheim LC" pitchFamily="2" charset="0"/>
              </a:rPr>
              <a:t>Método aplicável de forma apropriada</a:t>
            </a:r>
          </a:p>
          <a:p>
            <a:pPr marL="285750" marR="0" lvl="0" indent="-285750" algn="l" defTabSz="946862"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pt-BR" sz="1300" b="0" i="0" u="none" strike="noStrike" kern="100" cap="none" spc="0" normalizeH="0" baseline="0" noProof="0" dirty="0">
                <a:ln>
                  <a:noFill/>
                </a:ln>
                <a:solidFill>
                  <a:prstClr val="white"/>
                </a:solidFill>
                <a:effectLst/>
                <a:uLnTx/>
                <a:uFillTx/>
                <a:latin typeface="GT Walsheim LC" pitchFamily="2" charset="0"/>
                <a:ea typeface="+mn-ea"/>
                <a:cs typeface="GT Walsheim LC" pitchFamily="2" charset="0"/>
              </a:rPr>
              <a:t>Dados confiáveis disponíveis</a:t>
            </a:r>
          </a:p>
          <a:p>
            <a:pPr marL="285750" marR="0" lvl="0" indent="-285750" algn="l" defTabSz="946862"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pt-BR" sz="1300" b="0" i="0" u="none" strike="noStrike" kern="100" cap="none" spc="0" normalizeH="0" baseline="0" noProof="0" dirty="0">
                <a:ln>
                  <a:noFill/>
                </a:ln>
                <a:solidFill>
                  <a:prstClr val="white"/>
                </a:solidFill>
                <a:effectLst/>
                <a:uLnTx/>
                <a:uFillTx/>
                <a:latin typeface="GT Walsheim LC" pitchFamily="2" charset="0"/>
                <a:ea typeface="+mn-ea"/>
                <a:cs typeface="GT Walsheim LC" pitchFamily="2" charset="0"/>
              </a:rPr>
              <a:t>Perfil funcional menos complexo</a:t>
            </a:r>
          </a:p>
          <a:p>
            <a:pPr marL="285750" marR="0" lvl="0" indent="-285750" algn="l" defTabSz="946862"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pt-BR" sz="1300" b="0" i="0" u="none" strike="noStrike" kern="100" cap="none" spc="0" normalizeH="0" baseline="0" noProof="0" dirty="0">
                <a:ln>
                  <a:noFill/>
                </a:ln>
                <a:solidFill>
                  <a:prstClr val="white"/>
                </a:solidFill>
                <a:effectLst/>
                <a:uLnTx/>
                <a:uFillTx/>
                <a:latin typeface="GT Walsheim LC" pitchFamily="2" charset="0"/>
                <a:ea typeface="+mn-ea"/>
                <a:cs typeface="GT Walsheim LC" pitchFamily="2" charset="0"/>
              </a:rPr>
              <a:t>Funções, riscos e ativos documentados</a:t>
            </a:r>
          </a:p>
        </p:txBody>
      </p:sp>
      <p:grpSp>
        <p:nvGrpSpPr>
          <p:cNvPr id="27" name="Agrupar 26">
            <a:extLst>
              <a:ext uri="{FF2B5EF4-FFF2-40B4-BE49-F238E27FC236}">
                <a16:creationId xmlns:a16="http://schemas.microsoft.com/office/drawing/2014/main" id="{4C776753-11BA-5A73-A0D0-7DCB0207DE6B}"/>
              </a:ext>
            </a:extLst>
          </p:cNvPr>
          <p:cNvGrpSpPr>
            <a:grpSpLocks noGrp="1" noUngrp="1" noRot="1" noMove="1" noResize="1"/>
          </p:cNvGrpSpPr>
          <p:nvPr/>
        </p:nvGrpSpPr>
        <p:grpSpPr>
          <a:xfrm>
            <a:off x="4596614" y="4215925"/>
            <a:ext cx="3642497" cy="1639335"/>
            <a:chOff x="5908546" y="1937683"/>
            <a:chExt cx="3914774" cy="1827951"/>
          </a:xfrm>
        </p:grpSpPr>
        <p:sp>
          <p:nvSpPr>
            <p:cNvPr id="28" name="Retângulo: Cantos Arredondados 27">
              <a:extLst>
                <a:ext uri="{FF2B5EF4-FFF2-40B4-BE49-F238E27FC236}">
                  <a16:creationId xmlns:a16="http://schemas.microsoft.com/office/drawing/2014/main" id="{0C89D5D3-6BB2-5B46-E6B5-5963E4D24ADC}"/>
                </a:ext>
              </a:extLst>
            </p:cNvPr>
            <p:cNvSpPr>
              <a:spLocks noGrp="1" noRot="1" noMove="1" noResize="1" noEditPoints="1" noAdjustHandles="1" noChangeArrowheads="1" noChangeShapeType="1"/>
            </p:cNvSpPr>
            <p:nvPr/>
          </p:nvSpPr>
          <p:spPr>
            <a:xfrm>
              <a:off x="5908546" y="1937683"/>
              <a:ext cx="2688224" cy="1827951"/>
            </a:xfrm>
            <a:prstGeom prst="roundRect">
              <a:avLst>
                <a:gd name="adj" fmla="val 9403"/>
              </a:avLst>
            </a:prstGeom>
            <a:solidFill>
              <a:srgbClr val="2511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29" name="Retângulo: Cantos Arredondados 28">
              <a:extLst>
                <a:ext uri="{FF2B5EF4-FFF2-40B4-BE49-F238E27FC236}">
                  <a16:creationId xmlns:a16="http://schemas.microsoft.com/office/drawing/2014/main" id="{D9688E2F-E296-EB5C-1AEE-C0B108804E00}"/>
                </a:ext>
              </a:extLst>
            </p:cNvPr>
            <p:cNvSpPr>
              <a:spLocks noGrp="1" noRot="1" noMove="1" noResize="1" noEditPoints="1" noAdjustHandles="1" noChangeArrowheads="1" noChangeShapeType="1"/>
            </p:cNvSpPr>
            <p:nvPr/>
          </p:nvSpPr>
          <p:spPr>
            <a:xfrm>
              <a:off x="7306872" y="1937683"/>
              <a:ext cx="2516448" cy="1827951"/>
            </a:xfrm>
            <a:prstGeom prst="roundRect">
              <a:avLst>
                <a:gd name="adj" fmla="val 34935"/>
              </a:avLst>
            </a:prstGeom>
            <a:solidFill>
              <a:srgbClr val="2511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30" name="Retângulo: Cantos Arredondados 29">
              <a:extLst>
                <a:ext uri="{FF2B5EF4-FFF2-40B4-BE49-F238E27FC236}">
                  <a16:creationId xmlns:a16="http://schemas.microsoft.com/office/drawing/2014/main" id="{C508A0F2-280D-E253-416B-7B567BEE6A07}"/>
                </a:ext>
              </a:extLst>
            </p:cNvPr>
            <p:cNvSpPr>
              <a:spLocks noGrp="1" noRot="1" noMove="1" noResize="1" noEditPoints="1" noAdjustHandles="1" noChangeArrowheads="1" noChangeShapeType="1"/>
            </p:cNvSpPr>
            <p:nvPr/>
          </p:nvSpPr>
          <p:spPr>
            <a:xfrm>
              <a:off x="7135096" y="1937683"/>
              <a:ext cx="2688224" cy="1057871"/>
            </a:xfrm>
            <a:prstGeom prst="roundRect">
              <a:avLst>
                <a:gd name="adj" fmla="val 15706"/>
              </a:avLst>
            </a:prstGeom>
            <a:solidFill>
              <a:srgbClr val="2511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grpSp>
      <p:sp>
        <p:nvSpPr>
          <p:cNvPr id="31" name="CaixaDeTexto 30">
            <a:extLst>
              <a:ext uri="{FF2B5EF4-FFF2-40B4-BE49-F238E27FC236}">
                <a16:creationId xmlns:a16="http://schemas.microsoft.com/office/drawing/2014/main" id="{FC807F3B-6CF1-8008-FE26-AD88DA3F249C}"/>
              </a:ext>
            </a:extLst>
          </p:cNvPr>
          <p:cNvSpPr txBox="1">
            <a:spLocks noGrp="1" noRot="1" noMove="1" noResize="1" noEditPoints="1" noAdjustHandles="1" noChangeArrowheads="1" noChangeShapeType="1"/>
          </p:cNvSpPr>
          <p:nvPr/>
        </p:nvSpPr>
        <p:spPr>
          <a:xfrm>
            <a:off x="4702359" y="4269951"/>
            <a:ext cx="3613655" cy="1029449"/>
          </a:xfrm>
          <a:prstGeom prst="rect">
            <a:avLst/>
          </a:prstGeom>
          <a:noFill/>
        </p:spPr>
        <p:txBody>
          <a:bodyPr wrap="square">
            <a:spAutoFit/>
          </a:bodyPr>
          <a:lstStyle/>
          <a:p>
            <a:pPr marL="0" marR="0" lvl="0" indent="0" algn="l" defTabSz="946862"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pt-BR" sz="1700" b="1" i="0" u="none" strike="noStrike" kern="100" cap="none" spc="0" normalizeH="0" baseline="0" noProof="0" dirty="0">
                <a:ln>
                  <a:noFill/>
                </a:ln>
                <a:solidFill>
                  <a:prstClr val="white"/>
                </a:solidFill>
                <a:effectLst/>
                <a:uLnTx/>
                <a:uFillTx/>
                <a:latin typeface="GT Walsheim LC Black" pitchFamily="2" charset="0"/>
                <a:ea typeface="+mn-ea"/>
                <a:cs typeface="GT Walsheim LC Black" pitchFamily="2" charset="0"/>
              </a:rPr>
              <a:t>Obrigações (Art. 59)</a:t>
            </a:r>
          </a:p>
          <a:p>
            <a:pPr marL="0" marR="0" lvl="0" indent="0" algn="l" defTabSz="946862" rtl="0" eaLnBrk="1" fontAlgn="auto" latinLnBrk="0" hangingPunct="1">
              <a:lnSpc>
                <a:spcPct val="115000"/>
              </a:lnSpc>
              <a:spcBef>
                <a:spcPts val="0"/>
              </a:spcBef>
              <a:spcAft>
                <a:spcPts val="800"/>
              </a:spcAft>
              <a:buClrTx/>
              <a:buSzTx/>
              <a:buFont typeface="Arial" panose="020B0604020202020204" pitchFamily="34" charset="0"/>
              <a:buNone/>
              <a:tabLst/>
              <a:defRPr/>
            </a:pPr>
            <a:r>
              <a:rPr kumimoji="0" lang="pt-BR" sz="1300" b="0" i="0" u="none" strike="noStrike" kern="100" cap="none" spc="0" normalizeH="0" baseline="0" noProof="0" dirty="0">
                <a:ln>
                  <a:noFill/>
                </a:ln>
                <a:solidFill>
                  <a:prstClr val="white"/>
                </a:solidFill>
                <a:effectLst/>
                <a:uLnTx/>
                <a:uFillTx/>
                <a:latin typeface="GT Walsheim LC" pitchFamily="2" charset="0"/>
                <a:ea typeface="+mn-ea"/>
                <a:cs typeface="GT Walsheim LC" pitchFamily="2" charset="0"/>
              </a:rPr>
              <a:t>Demonstrar funções, riscos, ativos, seleção apropriada e justificativas técnicas. Falha resulta em ajustes primários pela RFB.</a:t>
            </a:r>
          </a:p>
        </p:txBody>
      </p:sp>
      <p:grpSp>
        <p:nvGrpSpPr>
          <p:cNvPr id="32" name="Agrupar 31">
            <a:extLst>
              <a:ext uri="{FF2B5EF4-FFF2-40B4-BE49-F238E27FC236}">
                <a16:creationId xmlns:a16="http://schemas.microsoft.com/office/drawing/2014/main" id="{7C4F4ED8-5021-9BCD-BE22-0B18FB819363}"/>
              </a:ext>
            </a:extLst>
          </p:cNvPr>
          <p:cNvGrpSpPr>
            <a:grpSpLocks noGrp="1" noUngrp="1" noRot="1" noMove="1" noResize="1"/>
          </p:cNvGrpSpPr>
          <p:nvPr/>
        </p:nvGrpSpPr>
        <p:grpSpPr>
          <a:xfrm flipV="1">
            <a:off x="518241" y="2096349"/>
            <a:ext cx="3629254" cy="1769554"/>
            <a:chOff x="4702594" y="2640561"/>
            <a:chExt cx="3914774" cy="1827951"/>
          </a:xfrm>
        </p:grpSpPr>
        <p:sp>
          <p:nvSpPr>
            <p:cNvPr id="33" name="Retângulo: Cantos Arredondados 32">
              <a:extLst>
                <a:ext uri="{FF2B5EF4-FFF2-40B4-BE49-F238E27FC236}">
                  <a16:creationId xmlns:a16="http://schemas.microsoft.com/office/drawing/2014/main" id="{490A2B24-E732-42D2-DED2-A6D71B61068A}"/>
                </a:ext>
              </a:extLst>
            </p:cNvPr>
            <p:cNvSpPr>
              <a:spLocks noGrp="1" noRot="1" noMove="1" noResize="1" noEditPoints="1" noAdjustHandles="1" noChangeArrowheads="1" noChangeShapeType="1"/>
            </p:cNvSpPr>
            <p:nvPr/>
          </p:nvSpPr>
          <p:spPr>
            <a:xfrm>
              <a:off x="4702594" y="2640561"/>
              <a:ext cx="2688224" cy="1827951"/>
            </a:xfrm>
            <a:prstGeom prst="roundRect">
              <a:avLst>
                <a:gd name="adj" fmla="val 9403"/>
              </a:avLst>
            </a:prstGeom>
            <a:solidFill>
              <a:srgbClr val="2511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34" name="Retângulo: Cantos Arredondados 33">
              <a:extLst>
                <a:ext uri="{FF2B5EF4-FFF2-40B4-BE49-F238E27FC236}">
                  <a16:creationId xmlns:a16="http://schemas.microsoft.com/office/drawing/2014/main" id="{F8960435-E866-06E6-3601-BFCED831D710}"/>
                </a:ext>
              </a:extLst>
            </p:cNvPr>
            <p:cNvSpPr>
              <a:spLocks noGrp="1" noRot="1" noMove="1" noResize="1" noEditPoints="1" noAdjustHandles="1" noChangeArrowheads="1" noChangeShapeType="1"/>
            </p:cNvSpPr>
            <p:nvPr/>
          </p:nvSpPr>
          <p:spPr>
            <a:xfrm>
              <a:off x="6100920" y="2640561"/>
              <a:ext cx="2516448" cy="1827951"/>
            </a:xfrm>
            <a:prstGeom prst="roundRect">
              <a:avLst>
                <a:gd name="adj" fmla="val 34935"/>
              </a:avLst>
            </a:prstGeom>
            <a:solidFill>
              <a:srgbClr val="2511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35" name="Retângulo: Cantos Arredondados 34">
              <a:extLst>
                <a:ext uri="{FF2B5EF4-FFF2-40B4-BE49-F238E27FC236}">
                  <a16:creationId xmlns:a16="http://schemas.microsoft.com/office/drawing/2014/main" id="{AD837451-C7B5-5907-4F6C-9CC9A6D6F668}"/>
                </a:ext>
              </a:extLst>
            </p:cNvPr>
            <p:cNvSpPr>
              <a:spLocks noGrp="1" noRot="1" noMove="1" noResize="1" noEditPoints="1" noAdjustHandles="1" noChangeArrowheads="1" noChangeShapeType="1"/>
            </p:cNvSpPr>
            <p:nvPr/>
          </p:nvSpPr>
          <p:spPr>
            <a:xfrm>
              <a:off x="5929144" y="2640561"/>
              <a:ext cx="2688224" cy="1057871"/>
            </a:xfrm>
            <a:prstGeom prst="roundRect">
              <a:avLst>
                <a:gd name="adj" fmla="val 15706"/>
              </a:avLst>
            </a:prstGeom>
            <a:solidFill>
              <a:srgbClr val="2511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grpSp>
      <p:sp>
        <p:nvSpPr>
          <p:cNvPr id="40" name="CaixaDeTexto 39">
            <a:extLst>
              <a:ext uri="{FF2B5EF4-FFF2-40B4-BE49-F238E27FC236}">
                <a16:creationId xmlns:a16="http://schemas.microsoft.com/office/drawing/2014/main" id="{6A8E45F7-ECC3-D6B1-BECD-E8CAF6F4FB7B}"/>
              </a:ext>
            </a:extLst>
          </p:cNvPr>
          <p:cNvSpPr txBox="1">
            <a:spLocks noGrp="1" noRot="1" noMove="1" noResize="1" noEditPoints="1" noAdjustHandles="1" noChangeArrowheads="1" noChangeShapeType="1"/>
          </p:cNvSpPr>
          <p:nvPr/>
        </p:nvSpPr>
        <p:spPr>
          <a:xfrm>
            <a:off x="681183" y="2302474"/>
            <a:ext cx="3329773" cy="1156727"/>
          </a:xfrm>
          <a:prstGeom prst="rect">
            <a:avLst/>
          </a:prstGeom>
          <a:noFill/>
        </p:spPr>
        <p:txBody>
          <a:bodyPr wrap="square">
            <a:spAutoFit/>
          </a:bodyPr>
          <a:lstStyle/>
          <a:p>
            <a:pPr marL="0" marR="0" lvl="0" indent="0" algn="l" defTabSz="946862" rtl="0" eaLnBrk="1" fontAlgn="auto" latinLnBrk="0" hangingPunct="1">
              <a:lnSpc>
                <a:spcPts val="1500"/>
              </a:lnSpc>
              <a:spcBef>
                <a:spcPts val="0"/>
              </a:spcBef>
              <a:spcAft>
                <a:spcPts val="800"/>
              </a:spcAft>
              <a:buClrTx/>
              <a:buSzTx/>
              <a:buFont typeface="Arial" panose="020B0604020202020204" pitchFamily="34" charset="0"/>
              <a:buNone/>
              <a:tabLst/>
              <a:defRPr/>
            </a:pPr>
            <a:r>
              <a:rPr kumimoji="0" lang="pt-BR" sz="1700" b="1" i="0" u="none" strike="noStrike" kern="100" cap="none" spc="0" normalizeH="0" baseline="0" noProof="0" dirty="0">
                <a:ln>
                  <a:noFill/>
                </a:ln>
                <a:solidFill>
                  <a:prstClr val="white"/>
                </a:solidFill>
                <a:effectLst/>
                <a:uLnTx/>
                <a:uFillTx/>
                <a:latin typeface="GT Walsheim LC Black" pitchFamily="2" charset="0"/>
                <a:ea typeface="Aptos" panose="020B0004020202020204" pitchFamily="34" charset="0"/>
                <a:cs typeface="GT Walsheim LC Black" pitchFamily="2" charset="0"/>
              </a:rPr>
              <a:t>O que é Parte Testada?</a:t>
            </a:r>
          </a:p>
          <a:p>
            <a:pPr marL="0" marR="0" lvl="0" indent="0" algn="l" defTabSz="946862" rtl="0" eaLnBrk="1" fontAlgn="auto" latinLnBrk="0" hangingPunct="1">
              <a:lnSpc>
                <a:spcPts val="1500"/>
              </a:lnSpc>
              <a:spcBef>
                <a:spcPts val="0"/>
              </a:spcBef>
              <a:spcAft>
                <a:spcPts val="800"/>
              </a:spcAft>
              <a:buClrTx/>
              <a:buSzTx/>
              <a:buFont typeface="Arial" panose="020B0604020202020204" pitchFamily="34" charset="0"/>
              <a:buNone/>
              <a:tabLst/>
              <a:defRPr/>
            </a:pPr>
            <a:r>
              <a:rPr kumimoji="0" lang="pt-BR" sz="1300" b="0" i="0" u="none" strike="noStrike" kern="100" cap="none" spc="0" normalizeH="0" baseline="0" noProof="0" dirty="0">
                <a:ln>
                  <a:noFill/>
                </a:ln>
                <a:solidFill>
                  <a:prstClr val="white"/>
                </a:solidFill>
                <a:effectLst/>
                <a:uLnTx/>
                <a:uFillTx/>
                <a:latin typeface="GT Walsheim LC" pitchFamily="2" charset="0"/>
                <a:ea typeface="Aptos" panose="020B0004020202020204" pitchFamily="34" charset="0"/>
                <a:cs typeface="GT Walsheim LC" pitchFamily="2" charset="0"/>
              </a:rPr>
              <a:t>Entidade cuja margem líquida será comparada com partes não relacionadas. Crítica no MLT pois determina o indicador de rentabilidade e o denominador.</a:t>
            </a:r>
          </a:p>
        </p:txBody>
      </p:sp>
      <p:grpSp>
        <p:nvGrpSpPr>
          <p:cNvPr id="36" name="Agrupar 35">
            <a:extLst>
              <a:ext uri="{FF2B5EF4-FFF2-40B4-BE49-F238E27FC236}">
                <a16:creationId xmlns:a16="http://schemas.microsoft.com/office/drawing/2014/main" id="{A9EB4903-7EF2-2C3F-21B6-7F499D0D83DF}"/>
              </a:ext>
            </a:extLst>
          </p:cNvPr>
          <p:cNvGrpSpPr>
            <a:grpSpLocks noGrp="1" noUngrp="1" noRot="1" noMove="1" noResize="1"/>
          </p:cNvGrpSpPr>
          <p:nvPr/>
        </p:nvGrpSpPr>
        <p:grpSpPr>
          <a:xfrm>
            <a:off x="518241" y="4205764"/>
            <a:ext cx="3629254" cy="1649497"/>
            <a:chOff x="4503673" y="2732217"/>
            <a:chExt cx="3914774" cy="1827951"/>
          </a:xfrm>
        </p:grpSpPr>
        <p:sp>
          <p:nvSpPr>
            <p:cNvPr id="37" name="Retângulo: Cantos Arredondados 36">
              <a:extLst>
                <a:ext uri="{FF2B5EF4-FFF2-40B4-BE49-F238E27FC236}">
                  <a16:creationId xmlns:a16="http://schemas.microsoft.com/office/drawing/2014/main" id="{AB83BED8-BF40-F587-7E69-3D44D56E1AF3}"/>
                </a:ext>
              </a:extLst>
            </p:cNvPr>
            <p:cNvSpPr>
              <a:spLocks noGrp="1" noRot="1" noMove="1" noResize="1" noEditPoints="1" noAdjustHandles="1" noChangeArrowheads="1" noChangeShapeType="1"/>
            </p:cNvSpPr>
            <p:nvPr/>
          </p:nvSpPr>
          <p:spPr>
            <a:xfrm>
              <a:off x="4503673" y="2732217"/>
              <a:ext cx="2688224" cy="1827951"/>
            </a:xfrm>
            <a:prstGeom prst="roundRect">
              <a:avLst>
                <a:gd name="adj" fmla="val 9403"/>
              </a:avLst>
            </a:prstGeom>
            <a:solidFill>
              <a:srgbClr val="2511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38" name="Retângulo: Cantos Arredondados 37">
              <a:extLst>
                <a:ext uri="{FF2B5EF4-FFF2-40B4-BE49-F238E27FC236}">
                  <a16:creationId xmlns:a16="http://schemas.microsoft.com/office/drawing/2014/main" id="{F2E266CF-1C82-62FB-BA36-FC9150B9BEC0}"/>
                </a:ext>
              </a:extLst>
            </p:cNvPr>
            <p:cNvSpPr>
              <a:spLocks noGrp="1" noRot="1" noMove="1" noResize="1" noEditPoints="1" noAdjustHandles="1" noChangeArrowheads="1" noChangeShapeType="1"/>
            </p:cNvSpPr>
            <p:nvPr/>
          </p:nvSpPr>
          <p:spPr>
            <a:xfrm>
              <a:off x="5901999" y="2732217"/>
              <a:ext cx="2516448" cy="1827951"/>
            </a:xfrm>
            <a:prstGeom prst="roundRect">
              <a:avLst>
                <a:gd name="adj" fmla="val 34935"/>
              </a:avLst>
            </a:prstGeom>
            <a:solidFill>
              <a:srgbClr val="2511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39" name="Retângulo: Cantos Arredondados 38">
              <a:extLst>
                <a:ext uri="{FF2B5EF4-FFF2-40B4-BE49-F238E27FC236}">
                  <a16:creationId xmlns:a16="http://schemas.microsoft.com/office/drawing/2014/main" id="{B8C2F1F1-82E0-8E0A-F08B-097C90279C0F}"/>
                </a:ext>
              </a:extLst>
            </p:cNvPr>
            <p:cNvSpPr>
              <a:spLocks noGrp="1" noRot="1" noMove="1" noResize="1" noEditPoints="1" noAdjustHandles="1" noChangeArrowheads="1" noChangeShapeType="1"/>
            </p:cNvSpPr>
            <p:nvPr/>
          </p:nvSpPr>
          <p:spPr>
            <a:xfrm>
              <a:off x="5730223" y="2732217"/>
              <a:ext cx="2688224" cy="1057871"/>
            </a:xfrm>
            <a:prstGeom prst="roundRect">
              <a:avLst>
                <a:gd name="adj" fmla="val 15706"/>
              </a:avLst>
            </a:prstGeom>
            <a:solidFill>
              <a:srgbClr val="2511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grpSp>
      <p:sp>
        <p:nvSpPr>
          <p:cNvPr id="41" name="CaixaDeTexto 40">
            <a:extLst>
              <a:ext uri="{FF2B5EF4-FFF2-40B4-BE49-F238E27FC236}">
                <a16:creationId xmlns:a16="http://schemas.microsoft.com/office/drawing/2014/main" id="{E9133A61-20CB-4FC9-E27D-2D0EB9359369}"/>
              </a:ext>
            </a:extLst>
          </p:cNvPr>
          <p:cNvSpPr txBox="1">
            <a:spLocks noGrp="1" noRot="1" noMove="1" noResize="1" noEditPoints="1" noAdjustHandles="1" noChangeArrowheads="1" noChangeShapeType="1"/>
          </p:cNvSpPr>
          <p:nvPr/>
        </p:nvSpPr>
        <p:spPr>
          <a:xfrm>
            <a:off x="660062" y="4293728"/>
            <a:ext cx="3437545" cy="1418337"/>
          </a:xfrm>
          <a:prstGeom prst="rect">
            <a:avLst/>
          </a:prstGeom>
          <a:noFill/>
        </p:spPr>
        <p:txBody>
          <a:bodyPr wrap="square">
            <a:spAutoFit/>
          </a:bodyPr>
          <a:lstStyle/>
          <a:p>
            <a:pPr marL="0" marR="0" lvl="0" indent="0" algn="l" defTabSz="946862" rtl="0" eaLnBrk="1" fontAlgn="auto" latinLnBrk="0" hangingPunct="1">
              <a:lnSpc>
                <a:spcPts val="1500"/>
              </a:lnSpc>
              <a:spcBef>
                <a:spcPts val="0"/>
              </a:spcBef>
              <a:spcAft>
                <a:spcPts val="800"/>
              </a:spcAft>
              <a:buClrTx/>
              <a:buSzTx/>
              <a:buFont typeface="Arial" panose="020B0604020202020204" pitchFamily="34" charset="0"/>
              <a:buNone/>
              <a:tabLst/>
              <a:defRPr/>
            </a:pPr>
            <a:r>
              <a:rPr kumimoji="0" lang="pt-BR" sz="1700" b="1" i="0" u="none" strike="noStrike" kern="100" cap="none" spc="0" normalizeH="0" baseline="0" noProof="0" dirty="0">
                <a:ln>
                  <a:noFill/>
                </a:ln>
                <a:solidFill>
                  <a:prstClr val="white"/>
                </a:solidFill>
                <a:effectLst/>
                <a:uLnTx/>
                <a:uFillTx/>
                <a:latin typeface="GT Walsheim LC Black" pitchFamily="2" charset="0"/>
                <a:ea typeface="+mn-ea"/>
                <a:cs typeface="GT Walsheim LC Black" pitchFamily="2" charset="0"/>
              </a:rPr>
              <a:t>Indicadores de Rentabilidade</a:t>
            </a:r>
          </a:p>
          <a:p>
            <a:pPr marL="285750" marR="0" lvl="0" indent="-285750" algn="l" defTabSz="946862"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pt-BR" sz="1300" b="0" i="0" u="none" strike="noStrike" kern="100" cap="none" spc="0" normalizeH="0" baseline="0" noProof="0" dirty="0">
                <a:ln>
                  <a:noFill/>
                </a:ln>
                <a:solidFill>
                  <a:prstClr val="white"/>
                </a:solidFill>
                <a:effectLst/>
                <a:uLnTx/>
                <a:uFillTx/>
                <a:latin typeface="GT Walsheim LC" pitchFamily="2" charset="0"/>
                <a:ea typeface="+mn-ea"/>
                <a:cs typeface="GT Walsheim LC" pitchFamily="2" charset="0"/>
              </a:rPr>
              <a:t>Receita Líquida (revenda)</a:t>
            </a:r>
          </a:p>
          <a:p>
            <a:pPr marL="285750" marR="0" lvl="0" indent="-285750" algn="l" defTabSz="946862"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pt-BR" sz="1300" b="0" i="0" u="none" strike="noStrike" kern="100" cap="none" spc="0" normalizeH="0" baseline="0" noProof="0" dirty="0">
                <a:ln>
                  <a:noFill/>
                </a:ln>
                <a:solidFill>
                  <a:prstClr val="white"/>
                </a:solidFill>
                <a:effectLst/>
                <a:uLnTx/>
                <a:uFillTx/>
                <a:latin typeface="GT Walsheim LC" pitchFamily="2" charset="0"/>
                <a:ea typeface="+mn-ea"/>
                <a:cs typeface="GT Walsheim LC" pitchFamily="2" charset="0"/>
              </a:rPr>
              <a:t>Custos Diretos/Indiretos (industrial)</a:t>
            </a:r>
          </a:p>
          <a:p>
            <a:pPr marL="285750" marR="0" lvl="0" indent="-285750" algn="l" defTabSz="946862"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pt-BR" sz="1300" b="0" i="0" u="none" strike="noStrike" kern="100" cap="none" spc="0" normalizeH="0" baseline="0" noProof="0" dirty="0">
                <a:ln>
                  <a:noFill/>
                </a:ln>
                <a:solidFill>
                  <a:prstClr val="white"/>
                </a:solidFill>
                <a:effectLst/>
                <a:uLnTx/>
                <a:uFillTx/>
                <a:latin typeface="GT Walsheim LC" pitchFamily="2" charset="0"/>
                <a:ea typeface="+mn-ea"/>
                <a:cs typeface="GT Walsheim LC" pitchFamily="2" charset="0"/>
              </a:rPr>
              <a:t>Ativo Operacional (capital-intensivo)</a:t>
            </a:r>
          </a:p>
          <a:p>
            <a:pPr marL="285750" marR="0" lvl="0" indent="-285750" algn="l" defTabSz="946862"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pt-BR" sz="1300" b="0" i="0" u="none" strike="noStrike" kern="100" cap="none" spc="0" normalizeH="0" baseline="0" noProof="0" dirty="0">
                <a:ln>
                  <a:noFill/>
                </a:ln>
                <a:solidFill>
                  <a:prstClr val="white"/>
                </a:solidFill>
                <a:effectLst/>
                <a:uLnTx/>
                <a:uFillTx/>
                <a:latin typeface="GT Walsheim LC" pitchFamily="2" charset="0"/>
                <a:ea typeface="+mn-ea"/>
                <a:cs typeface="GT Walsheim LC" pitchFamily="2" charset="0"/>
              </a:rPr>
              <a:t>Outros (quando apropriado)</a:t>
            </a:r>
          </a:p>
        </p:txBody>
      </p:sp>
      <p:pic>
        <p:nvPicPr>
          <p:cNvPr id="103" name="Gráfico 102">
            <a:extLst>
              <a:ext uri="{FF2B5EF4-FFF2-40B4-BE49-F238E27FC236}">
                <a16:creationId xmlns:a16="http://schemas.microsoft.com/office/drawing/2014/main" id="{20930024-1538-5888-3849-6A28F5D91D62}"/>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7"/>
              </a:ext>
            </a:extLst>
          </a:blip>
          <a:stretch>
            <a:fillRect/>
          </a:stretch>
        </p:blipFill>
        <p:spPr>
          <a:xfrm>
            <a:off x="11582399" y="6313077"/>
            <a:ext cx="372165" cy="372165"/>
          </a:xfrm>
          <a:prstGeom prst="rect">
            <a:avLst/>
          </a:prstGeom>
        </p:spPr>
      </p:pic>
      <p:sp>
        <p:nvSpPr>
          <p:cNvPr id="60" name="Elipse 59">
            <a:extLst>
              <a:ext uri="{FF2B5EF4-FFF2-40B4-BE49-F238E27FC236}">
                <a16:creationId xmlns:a16="http://schemas.microsoft.com/office/drawing/2014/main" id="{BF955853-2519-67A7-208E-2455BBC3ED8F}"/>
              </a:ext>
            </a:extLst>
          </p:cNvPr>
          <p:cNvSpPr>
            <a:spLocks noGrp="1" noRot="1" noMove="1" noResize="1" noEditPoints="1" noAdjustHandles="1" noChangeArrowheads="1" noChangeShapeType="1"/>
          </p:cNvSpPr>
          <p:nvPr/>
        </p:nvSpPr>
        <p:spPr>
          <a:xfrm>
            <a:off x="4262221" y="3955694"/>
            <a:ext cx="237370" cy="237370"/>
          </a:xfrm>
          <a:prstGeom prst="ellipse">
            <a:avLst/>
          </a:prstGeom>
          <a:gradFill flip="none" rotWithShape="1">
            <a:gsLst>
              <a:gs pos="0">
                <a:srgbClr val="7334CC"/>
              </a:gs>
              <a:gs pos="100000">
                <a:srgbClr val="4FA4B3"/>
              </a:gs>
            </a:gsLst>
            <a:lin ang="2700000" scaled="1"/>
            <a:tileRect/>
          </a:gradFill>
          <a:ln w="2360" cap="flat">
            <a:noFill/>
            <a:prstDash val="solid"/>
            <a:miter/>
          </a:ln>
        </p:spPr>
        <p:txBody>
          <a:bodyPr wrap="square" rtlCol="0" anchor="ctr">
            <a:noAutofit/>
          </a:bodyPr>
          <a:lstStyle/>
          <a:p>
            <a:pPr marL="0" marR="0" lvl="0" indent="0" algn="l"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black"/>
              </a:solidFill>
              <a:effectLst/>
              <a:uLnTx/>
              <a:uFillTx/>
              <a:latin typeface="Arial"/>
              <a:ea typeface="+mn-ea"/>
              <a:cs typeface="Arial"/>
            </a:endParaRPr>
          </a:p>
        </p:txBody>
      </p:sp>
      <p:cxnSp>
        <p:nvCxnSpPr>
          <p:cNvPr id="11" name="Conector reto 10">
            <a:extLst>
              <a:ext uri="{FF2B5EF4-FFF2-40B4-BE49-F238E27FC236}">
                <a16:creationId xmlns:a16="http://schemas.microsoft.com/office/drawing/2014/main" id="{A8A7602B-238F-9417-6607-1056D271E6F4}"/>
              </a:ext>
            </a:extLst>
          </p:cNvPr>
          <p:cNvCxnSpPr>
            <a:cxnSpLocks noGrp="1" noRot="1" noMove="1" noResize="1" noEditPoints="1" noAdjustHandles="1" noChangeArrowheads="1" noChangeShapeType="1"/>
          </p:cNvCxnSpPr>
          <p:nvPr/>
        </p:nvCxnSpPr>
        <p:spPr>
          <a:xfrm>
            <a:off x="4368800" y="4215925"/>
            <a:ext cx="0" cy="2176666"/>
          </a:xfrm>
          <a:prstGeom prst="line">
            <a:avLst/>
          </a:prstGeom>
          <a:noFill/>
          <a:ln>
            <a:solidFill>
              <a:srgbClr val="4FA4B3">
                <a:alpha val="50196"/>
              </a:srgbClr>
            </a:solidFill>
            <a:prstDash val="sysDot"/>
          </a:ln>
        </p:spPr>
        <p:style>
          <a:lnRef idx="2">
            <a:schemeClr val="accent1">
              <a:shade val="15000"/>
            </a:schemeClr>
          </a:lnRef>
          <a:fillRef idx="1">
            <a:schemeClr val="accent1"/>
          </a:fillRef>
          <a:effectRef idx="0">
            <a:schemeClr val="accent1"/>
          </a:effectRef>
          <a:fontRef idx="minor">
            <a:schemeClr val="lt1"/>
          </a:fontRef>
        </p:style>
      </p:cxnSp>
      <p:cxnSp>
        <p:nvCxnSpPr>
          <p:cNvPr id="23" name="Conector reto 22">
            <a:extLst>
              <a:ext uri="{FF2B5EF4-FFF2-40B4-BE49-F238E27FC236}">
                <a16:creationId xmlns:a16="http://schemas.microsoft.com/office/drawing/2014/main" id="{9327411C-A319-DA10-1670-961EBE473AB8}"/>
              </a:ext>
            </a:extLst>
          </p:cNvPr>
          <p:cNvCxnSpPr>
            <a:cxnSpLocks noGrp="1" noRot="1" noMove="1" noResize="1" noEditPoints="1" noAdjustHandles="1" noChangeArrowheads="1" noChangeShapeType="1"/>
          </p:cNvCxnSpPr>
          <p:nvPr/>
        </p:nvCxnSpPr>
        <p:spPr>
          <a:xfrm flipH="1">
            <a:off x="1932791" y="4070530"/>
            <a:ext cx="2329430" cy="0"/>
          </a:xfrm>
          <a:prstGeom prst="line">
            <a:avLst/>
          </a:prstGeom>
          <a:noFill/>
          <a:ln>
            <a:solidFill>
              <a:srgbClr val="4FA4B3">
                <a:alpha val="50196"/>
              </a:srgbClr>
            </a:solidFill>
            <a:prstDash val="sysDot"/>
          </a:ln>
        </p:spPr>
        <p:style>
          <a:lnRef idx="2">
            <a:schemeClr val="accent1">
              <a:shade val="15000"/>
            </a:schemeClr>
          </a:lnRef>
          <a:fillRef idx="1">
            <a:schemeClr val="accent1"/>
          </a:fillRef>
          <a:effectRef idx="0">
            <a:schemeClr val="accent1"/>
          </a:effectRef>
          <a:fontRef idx="minor">
            <a:schemeClr val="lt1"/>
          </a:fontRef>
        </p:style>
      </p:cxnSp>
      <p:cxnSp>
        <p:nvCxnSpPr>
          <p:cNvPr id="44" name="Conector reto 43">
            <a:extLst>
              <a:ext uri="{FF2B5EF4-FFF2-40B4-BE49-F238E27FC236}">
                <a16:creationId xmlns:a16="http://schemas.microsoft.com/office/drawing/2014/main" id="{9CE7A607-DB1B-A88F-6EF6-2A2C355B9C2A}"/>
              </a:ext>
            </a:extLst>
          </p:cNvPr>
          <p:cNvCxnSpPr>
            <a:cxnSpLocks noGrp="1" noRot="1" noMove="1" noResize="1" noEditPoints="1" noAdjustHandles="1" noChangeArrowheads="1" noChangeShapeType="1"/>
          </p:cNvCxnSpPr>
          <p:nvPr/>
        </p:nvCxnSpPr>
        <p:spPr>
          <a:xfrm>
            <a:off x="4368800" y="1706464"/>
            <a:ext cx="0" cy="2249230"/>
          </a:xfrm>
          <a:prstGeom prst="line">
            <a:avLst/>
          </a:prstGeom>
          <a:noFill/>
          <a:ln>
            <a:solidFill>
              <a:srgbClr val="4FA4B3">
                <a:alpha val="50196"/>
              </a:srgbClr>
            </a:solidFill>
            <a:prstDash val="sysDot"/>
          </a:ln>
        </p:spPr>
        <p:style>
          <a:lnRef idx="2">
            <a:schemeClr val="accent1">
              <a:shade val="15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1945485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2"/>
                                        </p:tgtEl>
                                        <p:attrNameLst>
                                          <p:attrName>style.visibility</p:attrName>
                                        </p:attrNameLst>
                                      </p:cBhvr>
                                      <p:to>
                                        <p:strVal val="visible"/>
                                      </p:to>
                                    </p:set>
                                    <p:animEffect transition="in" filter="fade">
                                      <p:cBhvr>
                                        <p:cTn id="7" dur="500"/>
                                        <p:tgtEl>
                                          <p:spTgt spid="8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6"/>
                                        </p:tgtEl>
                                        <p:attrNameLst>
                                          <p:attrName>style.visibility</p:attrName>
                                        </p:attrNameLst>
                                      </p:cBhvr>
                                      <p:to>
                                        <p:strVal val="visible"/>
                                      </p:to>
                                    </p:set>
                                    <p:animEffect transition="in" filter="fade">
                                      <p:cBhvr>
                                        <p:cTn id="10" dur="500"/>
                                        <p:tgtEl>
                                          <p:spTgt spid="6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7"/>
                                        </p:tgtEl>
                                        <p:attrNameLst>
                                          <p:attrName>style.visibility</p:attrName>
                                        </p:attrNameLst>
                                      </p:cBhvr>
                                      <p:to>
                                        <p:strVal val="visible"/>
                                      </p:to>
                                    </p:set>
                                    <p:animEffect transition="in" filter="fade">
                                      <p:cBhvr>
                                        <p:cTn id="13" dur="500"/>
                                        <p:tgtEl>
                                          <p:spTgt spid="87"/>
                                        </p:tgtEl>
                                      </p:cBhvr>
                                    </p:animEffect>
                                  </p:childTnLst>
                                </p:cTn>
                              </p:par>
                              <p:par>
                                <p:cTn id="14" presetID="10" presetClass="entr" presetSubtype="0" fill="hold" nodeType="withEffect">
                                  <p:stCondLst>
                                    <p:cond delay="0"/>
                                  </p:stCondLst>
                                  <p:childTnLst>
                                    <p:set>
                                      <p:cBhvr>
                                        <p:cTn id="15" dur="1" fill="hold">
                                          <p:stCondLst>
                                            <p:cond delay="0"/>
                                          </p:stCondLst>
                                        </p:cTn>
                                        <p:tgtEl>
                                          <p:spTgt spid="95"/>
                                        </p:tgtEl>
                                        <p:attrNameLst>
                                          <p:attrName>style.visibility</p:attrName>
                                        </p:attrNameLst>
                                      </p:cBhvr>
                                      <p:to>
                                        <p:strVal val="visible"/>
                                      </p:to>
                                    </p:set>
                                    <p:animEffect transition="in" filter="fade">
                                      <p:cBhvr>
                                        <p:cTn id="16" dur="500"/>
                                        <p:tgtEl>
                                          <p:spTgt spid="9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4"/>
                                        </p:tgtEl>
                                        <p:attrNameLst>
                                          <p:attrName>style.visibility</p:attrName>
                                        </p:attrNameLst>
                                      </p:cBhvr>
                                      <p:to>
                                        <p:strVal val="visible"/>
                                      </p:to>
                                    </p:set>
                                    <p:animEffect transition="in" filter="fade">
                                      <p:cBhvr>
                                        <p:cTn id="19" dur="500"/>
                                        <p:tgtEl>
                                          <p:spTgt spid="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p:bldP spid="87" grpId="0"/>
      <p:bldP spid="6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5BADC1-FBF5-E616-9008-9A03E17D7805}"/>
            </a:ext>
          </a:extLst>
        </p:cNvPr>
        <p:cNvGrpSpPr/>
        <p:nvPr/>
      </p:nvGrpSpPr>
      <p:grpSpPr>
        <a:xfrm>
          <a:off x="0" y="0"/>
          <a:ext cx="0" cy="0"/>
          <a:chOff x="0" y="0"/>
          <a:chExt cx="0" cy="0"/>
        </a:xfrm>
      </p:grpSpPr>
      <p:sp>
        <p:nvSpPr>
          <p:cNvPr id="2" name="Retângulo 1">
            <a:extLst>
              <a:ext uri="{FF2B5EF4-FFF2-40B4-BE49-F238E27FC236}">
                <a16:creationId xmlns:a16="http://schemas.microsoft.com/office/drawing/2014/main" id="{32E52C93-EB44-4749-1777-166C649B5AE6}"/>
              </a:ext>
            </a:extLst>
          </p:cNvPr>
          <p:cNvSpPr/>
          <p:nvPr/>
        </p:nvSpPr>
        <p:spPr>
          <a:xfrm>
            <a:off x="0" y="3022600"/>
            <a:ext cx="12192000" cy="38354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sz="1200" noProof="0" dirty="0"/>
          </a:p>
        </p:txBody>
      </p:sp>
      <p:pic>
        <p:nvPicPr>
          <p:cNvPr id="6" name="Picture 6">
            <a:extLst>
              <a:ext uri="{FF2B5EF4-FFF2-40B4-BE49-F238E27FC236}">
                <a16:creationId xmlns:a16="http://schemas.microsoft.com/office/drawing/2014/main" id="{0577DDA7-280B-CB82-4D5A-3C1A489E29C3}"/>
              </a:ext>
            </a:extLst>
          </p:cNvPr>
          <p:cNvPicPr>
            <a:picLocks noGrp="1" noRot="1" noChangeAspect="1" noMove="1" noResize="1" noEditPoints="1" noAdjustHandles="1" noChangeArrowheads="1" noChangeShapeType="1" noCrop="1"/>
          </p:cNvPicPr>
          <p:nvPr/>
        </p:nvPicPr>
        <p:blipFill>
          <a:blip r:embed="rId2">
            <a:alphaModFix/>
            <a:duotone>
              <a:schemeClr val="accent5">
                <a:shade val="45000"/>
                <a:satMod val="135000"/>
              </a:schemeClr>
              <a:prstClr val="white"/>
            </a:duotone>
          </a:blip>
          <a:srcRect/>
          <a:stretch/>
        </p:blipFill>
        <p:spPr>
          <a:xfrm>
            <a:off x="953" y="535"/>
            <a:ext cx="12224001" cy="6876000"/>
          </a:xfrm>
          <a:prstGeom prst="rect">
            <a:avLst/>
          </a:prstGeom>
        </p:spPr>
      </p:pic>
      <p:pic>
        <p:nvPicPr>
          <p:cNvPr id="7" name="Gráfico 6">
            <a:extLst>
              <a:ext uri="{FF2B5EF4-FFF2-40B4-BE49-F238E27FC236}">
                <a16:creationId xmlns:a16="http://schemas.microsoft.com/office/drawing/2014/main" id="{DBA0FD33-EC30-D3B3-60DC-D56B74D4818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32276" y="6224588"/>
            <a:ext cx="372165" cy="372165"/>
          </a:xfrm>
          <a:prstGeom prst="rect">
            <a:avLst/>
          </a:prstGeom>
        </p:spPr>
      </p:pic>
      <p:sp>
        <p:nvSpPr>
          <p:cNvPr id="19" name="Título 1">
            <a:extLst>
              <a:ext uri="{FF2B5EF4-FFF2-40B4-BE49-F238E27FC236}">
                <a16:creationId xmlns:a16="http://schemas.microsoft.com/office/drawing/2014/main" id="{8FE87647-1882-3DC3-B93B-E5F6C1D862D5}"/>
              </a:ext>
            </a:extLst>
          </p:cNvPr>
          <p:cNvSpPr txBox="1">
            <a:spLocks/>
          </p:cNvSpPr>
          <p:nvPr/>
        </p:nvSpPr>
        <p:spPr>
          <a:xfrm>
            <a:off x="529073" y="336796"/>
            <a:ext cx="7497327" cy="482783"/>
          </a:xfrm>
          <a:prstGeom prst="rect">
            <a:avLst/>
          </a:prstGeom>
        </p:spPr>
        <p:txBody>
          <a:bodyPr vert="horz" wrap="square" lIns="0" tIns="0" rIns="0" bIns="0" rtlCol="0" anchor="t" anchorCtr="0">
            <a:noAutofit/>
          </a:bodyPr>
          <a:lstStyle>
            <a:lvl1pPr algn="l" defTabSz="736656" rtl="0" eaLnBrk="1" latinLnBrk="0" hangingPunct="1">
              <a:lnSpc>
                <a:spcPct val="85000"/>
              </a:lnSpc>
              <a:spcBef>
                <a:spcPct val="0"/>
              </a:spcBef>
              <a:buNone/>
              <a:defRPr sz="3000" b="1" kern="1200">
                <a:solidFill>
                  <a:schemeClr val="accent1"/>
                </a:solidFill>
                <a:latin typeface="+mj-lt"/>
                <a:ea typeface="+mj-ea"/>
                <a:cs typeface="+mj-cs"/>
              </a:defRPr>
            </a:lvl1pPr>
          </a:lstStyle>
          <a:p>
            <a:pPr marL="0" marR="0" lvl="0" indent="0" algn="l" defTabSz="736656" rtl="0" eaLnBrk="1" fontAlgn="auto" latinLnBrk="0" hangingPunct="1">
              <a:lnSpc>
                <a:spcPct val="85000"/>
              </a:lnSpc>
              <a:spcBef>
                <a:spcPct val="0"/>
              </a:spcBef>
              <a:spcAft>
                <a:spcPts val="0"/>
              </a:spcAft>
              <a:buClrTx/>
              <a:buSzTx/>
              <a:buFontTx/>
              <a:buNone/>
              <a:tabLst/>
              <a:defRPr/>
            </a:pPr>
            <a:r>
              <a:rPr lang="pt-BR" sz="4000" b="0" spc="-50" noProof="0" dirty="0">
                <a:latin typeface="GT Walsheim LC Bold" pitchFamily="2" charset="0"/>
                <a:cs typeface="GT Walsheim LC Bold" pitchFamily="2" charset="0"/>
              </a:rPr>
              <a:t>Indicadores de Rentabilidade</a:t>
            </a:r>
          </a:p>
        </p:txBody>
      </p:sp>
      <p:sp>
        <p:nvSpPr>
          <p:cNvPr id="20" name="TextBox 15">
            <a:extLst>
              <a:ext uri="{FF2B5EF4-FFF2-40B4-BE49-F238E27FC236}">
                <a16:creationId xmlns:a16="http://schemas.microsoft.com/office/drawing/2014/main" id="{FEAC51E4-E5E1-E51B-8B2B-56A660035609}"/>
              </a:ext>
            </a:extLst>
          </p:cNvPr>
          <p:cNvSpPr txBox="1">
            <a:spLocks/>
          </p:cNvSpPr>
          <p:nvPr/>
        </p:nvSpPr>
        <p:spPr>
          <a:xfrm>
            <a:off x="421359" y="1219086"/>
            <a:ext cx="5239211" cy="400110"/>
          </a:xfrm>
          <a:prstGeom prst="rect">
            <a:avLst/>
          </a:prstGeom>
          <a:noFill/>
        </p:spPr>
        <p:txBody>
          <a:bodyPr wrap="square">
            <a:spAutoFit/>
          </a:bodyPr>
          <a:lstStyle/>
          <a:p>
            <a:pPr marL="0" marR="0" lvl="0" indent="0" algn="l" defTabSz="736656" rtl="0" eaLnBrk="1" fontAlgn="auto" latinLnBrk="0" hangingPunct="1">
              <a:lnSpc>
                <a:spcPct val="100000"/>
              </a:lnSpc>
              <a:spcBef>
                <a:spcPts val="0"/>
              </a:spcBef>
              <a:spcAft>
                <a:spcPts val="600"/>
              </a:spcAft>
              <a:buClrTx/>
              <a:buSzTx/>
              <a:buFont typeface="GT Walsheim LC Light" pitchFamily="2" charset="0"/>
              <a:buNone/>
              <a:tabLst/>
              <a:defRPr/>
            </a:pPr>
            <a:r>
              <a:rPr kumimoji="0" lang="pt-BR" sz="2000" b="0" i="0" u="none" strike="noStrike" kern="1200" cap="none" spc="0" normalizeH="0" baseline="0" noProof="0" dirty="0">
                <a:ln>
                  <a:noFill/>
                </a:ln>
                <a:solidFill>
                  <a:schemeClr val="accent2"/>
                </a:solidFill>
                <a:effectLst/>
                <a:uLnTx/>
                <a:uFillTx/>
                <a:latin typeface="GT Walsheim LC Light"/>
                <a:ea typeface="+mn-ea"/>
                <a:cs typeface="+mn-cs"/>
              </a:rPr>
              <a:t>Escolhendo a Métrica Certa</a:t>
            </a:r>
          </a:p>
        </p:txBody>
      </p:sp>
      <p:sp>
        <p:nvSpPr>
          <p:cNvPr id="21" name="Content Placeholder 32">
            <a:extLst>
              <a:ext uri="{FF2B5EF4-FFF2-40B4-BE49-F238E27FC236}">
                <a16:creationId xmlns:a16="http://schemas.microsoft.com/office/drawing/2014/main" id="{4D6D579A-6B8B-8971-9387-66ADFA03F9B4}"/>
              </a:ext>
            </a:extLst>
          </p:cNvPr>
          <p:cNvSpPr txBox="1">
            <a:spLocks/>
          </p:cNvSpPr>
          <p:nvPr/>
        </p:nvSpPr>
        <p:spPr>
          <a:xfrm>
            <a:off x="529073" y="1692419"/>
            <a:ext cx="4763247" cy="435139"/>
          </a:xfrm>
          <a:custGeom>
            <a:avLst/>
            <a:gdLst>
              <a:gd name="connsiteX0" fmla="*/ 0 w 8382000"/>
              <a:gd name="connsiteY0" fmla="*/ 0 h 4530292"/>
              <a:gd name="connsiteX1" fmla="*/ 8382000 w 8382000"/>
              <a:gd name="connsiteY1" fmla="*/ 0 h 4530292"/>
              <a:gd name="connsiteX2" fmla="*/ 8382000 w 8382000"/>
              <a:gd name="connsiteY2" fmla="*/ 4530292 h 4530292"/>
              <a:gd name="connsiteX3" fmla="*/ 0 w 8382000"/>
              <a:gd name="connsiteY3" fmla="*/ 4530292 h 4530292"/>
            </a:gdLst>
            <a:ahLst/>
            <a:cxnLst>
              <a:cxn ang="0">
                <a:pos x="connsiteX0" y="connsiteY0"/>
              </a:cxn>
              <a:cxn ang="0">
                <a:pos x="connsiteX1" y="connsiteY1"/>
              </a:cxn>
              <a:cxn ang="0">
                <a:pos x="connsiteX2" y="connsiteY2"/>
              </a:cxn>
              <a:cxn ang="0">
                <a:pos x="connsiteX3" y="connsiteY3"/>
              </a:cxn>
            </a:cxnLst>
            <a:rect l="l" t="t" r="r" b="b"/>
            <a:pathLst>
              <a:path w="8382000" h="4530292">
                <a:moveTo>
                  <a:pt x="0" y="0"/>
                </a:moveTo>
                <a:lnTo>
                  <a:pt x="8382000" y="0"/>
                </a:lnTo>
                <a:lnTo>
                  <a:pt x="8382000" y="4530292"/>
                </a:lnTo>
                <a:lnTo>
                  <a:pt x="0" y="4530292"/>
                </a:lnTo>
                <a:close/>
              </a:path>
            </a:pathLst>
          </a:custGeom>
        </p:spPr>
        <p:txBody>
          <a:bodyPr lIns="0" tIns="0" rIns="0" bIns="0"/>
          <a:lstStyle>
            <a:lvl1pPr marL="288000" indent="-288000" algn="l" defTabSz="736656" rtl="0" eaLnBrk="1" latinLnBrk="0" hangingPunct="1">
              <a:lnSpc>
                <a:spcPct val="100000"/>
              </a:lnSpc>
              <a:spcBef>
                <a:spcPts val="0"/>
              </a:spcBef>
              <a:spcAft>
                <a:spcPts val="600"/>
              </a:spcAft>
              <a:buFont typeface="GT Walsheim LC Light" pitchFamily="2" charset="0"/>
              <a:buChar char="•"/>
              <a:defRPr sz="2400" b="0" kern="1200">
                <a:solidFill>
                  <a:schemeClr val="tx1"/>
                </a:solidFill>
                <a:latin typeface="+mn-lt"/>
                <a:ea typeface="+mn-ea"/>
                <a:cs typeface="+mn-cs"/>
              </a:defRPr>
            </a:lvl1pPr>
            <a:lvl2pPr marL="576000" indent="-288000" algn="l" defTabSz="736656" rtl="0" eaLnBrk="1" latinLnBrk="0" hangingPunct="1">
              <a:lnSpc>
                <a:spcPct val="100000"/>
              </a:lnSpc>
              <a:spcBef>
                <a:spcPts val="0"/>
              </a:spcBef>
              <a:spcAft>
                <a:spcPts val="600"/>
              </a:spcAft>
              <a:buFont typeface="GT Walsheim LC Light" pitchFamily="2" charset="0"/>
              <a:buChar char="–"/>
              <a:tabLst/>
              <a:defRPr sz="2000" kern="1200">
                <a:solidFill>
                  <a:schemeClr val="tx1"/>
                </a:solidFill>
                <a:latin typeface="+mn-lt"/>
                <a:ea typeface="+mn-ea"/>
                <a:cs typeface="+mn-cs"/>
              </a:defRPr>
            </a:lvl2pPr>
            <a:lvl3pPr marL="864000" indent="-288000" algn="l" defTabSz="901700" rtl="0" eaLnBrk="1" latinLnBrk="0" hangingPunct="1">
              <a:lnSpc>
                <a:spcPct val="100000"/>
              </a:lnSpc>
              <a:spcBef>
                <a:spcPts val="0"/>
              </a:spcBef>
              <a:spcAft>
                <a:spcPts val="600"/>
              </a:spcAft>
              <a:buFont typeface="GT Walsheim LC Light" pitchFamily="2" charset="0"/>
              <a:buChar char="–"/>
              <a:defRPr sz="2000" kern="1200">
                <a:solidFill>
                  <a:schemeClr val="tx1"/>
                </a:solidFill>
                <a:latin typeface="+mn-lt"/>
                <a:ea typeface="+mn-ea"/>
                <a:cs typeface="+mn-cs"/>
              </a:defRPr>
            </a:lvl3pPr>
            <a:lvl4pPr marL="0" indent="0" algn="l" defTabSz="736656" rtl="0" eaLnBrk="1" latinLnBrk="0" hangingPunct="1">
              <a:lnSpc>
                <a:spcPct val="100000"/>
              </a:lnSpc>
              <a:spcBef>
                <a:spcPts val="0"/>
              </a:spcBef>
              <a:spcAft>
                <a:spcPts val="600"/>
              </a:spcAft>
              <a:buFont typeface="GT Walsheim LC Light" pitchFamily="2" charset="0"/>
              <a:buNone/>
              <a:defRPr lang="en-GB" sz="2400" b="0" kern="1200" dirty="0">
                <a:solidFill>
                  <a:schemeClr val="tx1"/>
                </a:solidFill>
                <a:latin typeface="+mn-lt"/>
                <a:ea typeface="+mn-ea"/>
                <a:cs typeface="+mn-cs"/>
              </a:defRPr>
            </a:lvl4pPr>
            <a:lvl5pPr marL="0" indent="0" algn="l" defTabSz="736656" rtl="0" eaLnBrk="1" latinLnBrk="0" hangingPunct="1">
              <a:lnSpc>
                <a:spcPct val="100000"/>
              </a:lnSpc>
              <a:spcBef>
                <a:spcPts val="0"/>
              </a:spcBef>
              <a:spcAft>
                <a:spcPts val="600"/>
              </a:spcAft>
              <a:buFont typeface="GT Walsheim LC Light" pitchFamily="2" charset="0"/>
              <a:buNone/>
              <a:defRPr lang="en-GB" sz="3200" b="1" kern="1200" dirty="0">
                <a:solidFill>
                  <a:schemeClr val="tx1"/>
                </a:solidFill>
                <a:latin typeface="+mn-lt"/>
                <a:ea typeface="+mn-ea"/>
                <a:cs typeface="+mn-cs"/>
              </a:defRPr>
            </a:lvl5pPr>
            <a:lvl6pPr marL="0" indent="0" algn="l" defTabSz="736656" rtl="0" eaLnBrk="1" latinLnBrk="0" hangingPunct="1">
              <a:lnSpc>
                <a:spcPct val="100000"/>
              </a:lnSpc>
              <a:spcBef>
                <a:spcPts val="0"/>
              </a:spcBef>
              <a:spcAft>
                <a:spcPts val="600"/>
              </a:spcAft>
              <a:buFont typeface="GT Walsheim LC Light" pitchFamily="2" charset="0"/>
              <a:buNone/>
              <a:defRPr lang="en-GB" sz="2400" b="1" kern="1200" dirty="0">
                <a:solidFill>
                  <a:schemeClr val="accent1"/>
                </a:solidFill>
                <a:latin typeface="+mn-lt"/>
                <a:ea typeface="+mn-ea"/>
                <a:cs typeface="+mn-cs"/>
              </a:defRPr>
            </a:lvl6pPr>
            <a:lvl7pPr marL="0" indent="0" algn="l" defTabSz="736656" rtl="0" eaLnBrk="1" latinLnBrk="0" hangingPunct="1">
              <a:lnSpc>
                <a:spcPct val="100000"/>
              </a:lnSpc>
              <a:spcBef>
                <a:spcPts val="0"/>
              </a:spcBef>
              <a:spcAft>
                <a:spcPts val="600"/>
              </a:spcAft>
              <a:buFont typeface="GT Walsheim LC Light" pitchFamily="2" charset="0"/>
              <a:buNone/>
              <a:defRPr lang="en-GB" sz="2400" b="1" kern="1200" dirty="0">
                <a:solidFill>
                  <a:schemeClr val="tx1"/>
                </a:solidFill>
                <a:latin typeface="+mn-lt"/>
                <a:ea typeface="+mn-ea"/>
                <a:cs typeface="+mn-cs"/>
              </a:defRPr>
            </a:lvl7pPr>
            <a:lvl8pPr marL="360000" indent="-360000" algn="l" defTabSz="736656" rtl="0" eaLnBrk="1" latinLnBrk="0" hangingPunct="1">
              <a:lnSpc>
                <a:spcPct val="100000"/>
              </a:lnSpc>
              <a:spcBef>
                <a:spcPts val="0"/>
              </a:spcBef>
              <a:spcAft>
                <a:spcPts val="600"/>
              </a:spcAft>
              <a:buFont typeface="+mj-lt"/>
              <a:buAutoNum type="arabicPeriod"/>
              <a:defRPr sz="2400" kern="1200">
                <a:solidFill>
                  <a:schemeClr val="tx1"/>
                </a:solidFill>
                <a:latin typeface="+mn-lt"/>
                <a:ea typeface="+mn-ea"/>
                <a:cs typeface="+mn-cs"/>
              </a:defRPr>
            </a:lvl8pPr>
            <a:lvl9pPr marL="720000" indent="-360000" algn="l" defTabSz="736656" rtl="0" eaLnBrk="1" latinLnBrk="0" hangingPunct="1">
              <a:lnSpc>
                <a:spcPct val="100000"/>
              </a:lnSpc>
              <a:spcBef>
                <a:spcPts val="0"/>
              </a:spcBef>
              <a:spcAft>
                <a:spcPts val="600"/>
              </a:spcAft>
              <a:buFont typeface="+mj-lt"/>
              <a:buAutoNum type="alphaLcPeriod"/>
              <a:tabLst/>
              <a:defRPr sz="2000" b="0" kern="1200">
                <a:solidFill>
                  <a:schemeClr val="tx1"/>
                </a:solidFill>
                <a:latin typeface="+mn-lt"/>
                <a:ea typeface="+mn-ea"/>
                <a:cs typeface="+mn-cs"/>
              </a:defRPr>
            </a:lvl9pPr>
          </a:lstStyle>
          <a:p>
            <a:pPr marL="0" indent="0">
              <a:buNone/>
              <a:defRPr/>
            </a:pPr>
            <a:r>
              <a:rPr kumimoji="0" lang="pt-BR" sz="1200" b="0" i="0" u="none" strike="noStrike" kern="1200" cap="none" spc="0" normalizeH="0" baseline="0" noProof="0" dirty="0">
                <a:ln>
                  <a:noFill/>
                </a:ln>
                <a:effectLst/>
                <a:uLnTx/>
                <a:uFillTx/>
                <a:latin typeface="GT Walsheim LC Light"/>
                <a:ea typeface="+mn-ea"/>
                <a:cs typeface="+mn-cs"/>
              </a:rPr>
              <a:t>O IR correto depende de quem é a parte testada e da natureza da transação.</a:t>
            </a:r>
          </a:p>
        </p:txBody>
      </p:sp>
      <p:sp>
        <p:nvSpPr>
          <p:cNvPr id="22" name="Text 2">
            <a:extLst>
              <a:ext uri="{FF2B5EF4-FFF2-40B4-BE49-F238E27FC236}">
                <a16:creationId xmlns:a16="http://schemas.microsoft.com/office/drawing/2014/main" id="{482EAFC2-705F-EFDC-4FA1-D83C926A262B}"/>
              </a:ext>
            </a:extLst>
          </p:cNvPr>
          <p:cNvSpPr>
            <a:spLocks/>
          </p:cNvSpPr>
          <p:nvPr/>
        </p:nvSpPr>
        <p:spPr>
          <a:xfrm>
            <a:off x="1196181" y="2945805"/>
            <a:ext cx="3000177" cy="295275"/>
          </a:xfrm>
          <a:prstGeom prst="rect">
            <a:avLst/>
          </a:prstGeom>
          <a:noFill/>
          <a:ln/>
        </p:spPr>
        <p:txBody>
          <a:bodyPr wrap="none" lIns="0" tIns="0" rIns="0" bIns="0" rtlCol="0" anchor="t"/>
          <a:lstStyle/>
          <a:p>
            <a:pPr algn="r">
              <a:lnSpc>
                <a:spcPts val="2292"/>
              </a:lnSpc>
            </a:pPr>
            <a:r>
              <a:rPr lang="pt-BR" sz="1833" b="1" noProof="0" dirty="0">
                <a:solidFill>
                  <a:srgbClr val="1E3063"/>
                </a:solidFill>
                <a:latin typeface="GT Walsheim LC Light" panose="020B0604020202020204" charset="0"/>
                <a:ea typeface="Instrument Sans Semi Bold" pitchFamily="34" charset="-122"/>
                <a:cs typeface="GT Walsheim LC Light" panose="020B0604020202020204" charset="0"/>
              </a:rPr>
              <a:t>Margem Operacional (OM)</a:t>
            </a:r>
            <a:endParaRPr lang="pt-BR" sz="1833" noProof="0" dirty="0">
              <a:latin typeface="GT Walsheim LC Light" panose="020B0604020202020204" charset="0"/>
              <a:cs typeface="GT Walsheim LC Light" panose="020B0604020202020204" charset="0"/>
            </a:endParaRPr>
          </a:p>
        </p:txBody>
      </p:sp>
      <p:sp>
        <p:nvSpPr>
          <p:cNvPr id="23" name="Text 3">
            <a:extLst>
              <a:ext uri="{FF2B5EF4-FFF2-40B4-BE49-F238E27FC236}">
                <a16:creationId xmlns:a16="http://schemas.microsoft.com/office/drawing/2014/main" id="{CB791D07-9291-69AE-FA79-00268BB6703B}"/>
              </a:ext>
            </a:extLst>
          </p:cNvPr>
          <p:cNvSpPr>
            <a:spLocks/>
          </p:cNvSpPr>
          <p:nvPr/>
        </p:nvSpPr>
        <p:spPr>
          <a:xfrm>
            <a:off x="661492" y="3354487"/>
            <a:ext cx="3534867" cy="2116932"/>
          </a:xfrm>
          <a:prstGeom prst="rect">
            <a:avLst/>
          </a:prstGeom>
          <a:noFill/>
          <a:ln/>
        </p:spPr>
        <p:txBody>
          <a:bodyPr wrap="square" lIns="0" tIns="0" rIns="0" bIns="0" rtlCol="0" anchor="t"/>
          <a:lstStyle/>
          <a:p>
            <a:pPr algn="r">
              <a:lnSpc>
                <a:spcPts val="2375"/>
              </a:lnSpc>
            </a:pPr>
            <a:r>
              <a:rPr lang="pt-BR" sz="1458" b="1" noProof="0" dirty="0">
                <a:solidFill>
                  <a:srgbClr val="1E3063"/>
                </a:solidFill>
                <a:latin typeface="GT Walsheim LC Light" panose="020B0604020202020204" charset="0"/>
                <a:ea typeface="Instrument Sans Medium" pitchFamily="34" charset="-122"/>
                <a:cs typeface="GT Walsheim LC Light" panose="020B0604020202020204" charset="0"/>
              </a:rPr>
              <a:t>Lucro Operacional ÷ Receita Líquida.</a:t>
            </a:r>
            <a:r>
              <a:rPr lang="pt-BR" sz="1458" noProof="0" dirty="0">
                <a:solidFill>
                  <a:srgbClr val="1E3063"/>
                </a:solidFill>
                <a:latin typeface="GT Walsheim LC Light" panose="020B0604020202020204" charset="0"/>
                <a:ea typeface="Instrument Sans Medium" pitchFamily="34" charset="-122"/>
                <a:cs typeface="GT Walsheim LC Light" panose="020B0604020202020204" charset="0"/>
              </a:rPr>
              <a:t> Este indicador é a base do método MLT para testar a rentabilidade de </a:t>
            </a:r>
            <a:r>
              <a:rPr lang="pt-BR" sz="1458" b="1" noProof="0" dirty="0">
                <a:solidFill>
                  <a:srgbClr val="1E3063"/>
                </a:solidFill>
                <a:latin typeface="GT Walsheim LC Light" panose="020B0604020202020204" charset="0"/>
                <a:ea typeface="Instrument Sans Medium" pitchFamily="34" charset="-122"/>
                <a:cs typeface="GT Walsheim LC Light" panose="020B0604020202020204" charset="0"/>
              </a:rPr>
              <a:t>distribuidores</a:t>
            </a:r>
            <a:r>
              <a:rPr lang="pt-BR" sz="1458" noProof="0" dirty="0">
                <a:solidFill>
                  <a:srgbClr val="1E3063"/>
                </a:solidFill>
                <a:latin typeface="GT Walsheim LC Light" panose="020B0604020202020204" charset="0"/>
                <a:ea typeface="Instrument Sans Medium" pitchFamily="34" charset="-122"/>
                <a:cs typeface="GT Walsheim LC Light" panose="020B0604020202020204" charset="0"/>
              </a:rPr>
              <a:t> e </a:t>
            </a:r>
            <a:r>
              <a:rPr lang="pt-BR" sz="1458" b="1" noProof="0" dirty="0">
                <a:solidFill>
                  <a:srgbClr val="1E3063"/>
                </a:solidFill>
                <a:latin typeface="GT Walsheim LC Light" panose="020B0604020202020204" charset="0"/>
                <a:ea typeface="Instrument Sans Medium" pitchFamily="34" charset="-122"/>
                <a:cs typeface="GT Walsheim LC Light" panose="020B0604020202020204" charset="0"/>
              </a:rPr>
              <a:t>revendedores</a:t>
            </a:r>
            <a:r>
              <a:rPr lang="pt-BR" sz="1458" noProof="0" dirty="0">
                <a:solidFill>
                  <a:srgbClr val="1E3063"/>
                </a:solidFill>
                <a:latin typeface="GT Walsheim LC Light" panose="020B0604020202020204" charset="0"/>
                <a:ea typeface="Instrument Sans Medium" pitchFamily="34" charset="-122"/>
                <a:cs typeface="GT Walsheim LC Light" panose="020B0604020202020204" charset="0"/>
              </a:rPr>
              <a:t>, assegurando que as margens estejam em conformidade com o princípio Arm's Length e a Lei 14.596/23. </a:t>
            </a:r>
            <a:endParaRPr lang="pt-BR" sz="1458" noProof="0" dirty="0">
              <a:latin typeface="GT Walsheim LC Light" panose="020B0604020202020204" charset="0"/>
              <a:cs typeface="GT Walsheim LC Light" panose="020B0604020202020204" charset="0"/>
            </a:endParaRPr>
          </a:p>
        </p:txBody>
      </p:sp>
      <p:pic>
        <p:nvPicPr>
          <p:cNvPr id="24" name="Image 0" descr="preencoded.png">
            <a:extLst>
              <a:ext uri="{FF2B5EF4-FFF2-40B4-BE49-F238E27FC236}">
                <a16:creationId xmlns:a16="http://schemas.microsoft.com/office/drawing/2014/main" id="{81F455B3-722B-7857-D2DD-445756D287EB}"/>
              </a:ext>
            </a:extLst>
          </p:cNvPr>
          <p:cNvPicPr>
            <a:picLocks noChangeAspect="1"/>
          </p:cNvPicPr>
          <p:nvPr/>
        </p:nvPicPr>
        <p:blipFill>
          <a:blip r:embed="rId4"/>
          <a:stretch>
            <a:fillRect/>
          </a:stretch>
        </p:blipFill>
        <p:spPr>
          <a:xfrm>
            <a:off x="4574382" y="2687043"/>
            <a:ext cx="3043238" cy="3043238"/>
          </a:xfrm>
          <a:prstGeom prst="rect">
            <a:avLst/>
          </a:prstGeom>
        </p:spPr>
      </p:pic>
      <p:sp>
        <p:nvSpPr>
          <p:cNvPr id="25" name="Shape 4">
            <a:extLst>
              <a:ext uri="{FF2B5EF4-FFF2-40B4-BE49-F238E27FC236}">
                <a16:creationId xmlns:a16="http://schemas.microsoft.com/office/drawing/2014/main" id="{5607791A-C612-FFD5-BDE7-7D18B8F8C628}"/>
              </a:ext>
            </a:extLst>
          </p:cNvPr>
          <p:cNvSpPr>
            <a:spLocks/>
          </p:cNvSpPr>
          <p:nvPr/>
        </p:nvSpPr>
        <p:spPr>
          <a:xfrm>
            <a:off x="4498698" y="3445371"/>
            <a:ext cx="472480" cy="472480"/>
          </a:xfrm>
          <a:prstGeom prst="roundRect">
            <a:avLst>
              <a:gd name="adj" fmla="val 1611154"/>
            </a:avLst>
          </a:prstGeom>
          <a:solidFill>
            <a:srgbClr val="4F09A6"/>
          </a:solidFill>
          <a:ln/>
        </p:spPr>
        <p:txBody>
          <a:bodyPr/>
          <a:lstStyle/>
          <a:p>
            <a:endParaRPr lang="pt-BR" sz="1500" noProof="0" dirty="0">
              <a:latin typeface="GT Walsheim LC Light" panose="020B0604020202020204" charset="0"/>
              <a:cs typeface="GT Walsheim LC Light" panose="020B0604020202020204" charset="0"/>
            </a:endParaRPr>
          </a:p>
        </p:txBody>
      </p:sp>
      <p:pic>
        <p:nvPicPr>
          <p:cNvPr id="26" name="Image 1" descr="preencoded.png">
            <a:extLst>
              <a:ext uri="{FF2B5EF4-FFF2-40B4-BE49-F238E27FC236}">
                <a16:creationId xmlns:a16="http://schemas.microsoft.com/office/drawing/2014/main" id="{C36D16DB-50B9-46CF-FABB-162D7E4B5B4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628575" y="3575249"/>
            <a:ext cx="212626" cy="212626"/>
          </a:xfrm>
          <a:prstGeom prst="rect">
            <a:avLst/>
          </a:prstGeom>
        </p:spPr>
      </p:pic>
      <p:sp>
        <p:nvSpPr>
          <p:cNvPr id="27" name="Text 5">
            <a:extLst>
              <a:ext uri="{FF2B5EF4-FFF2-40B4-BE49-F238E27FC236}">
                <a16:creationId xmlns:a16="http://schemas.microsoft.com/office/drawing/2014/main" id="{1060741A-7AAC-F85D-2E6D-0D833DF7F5BA}"/>
              </a:ext>
            </a:extLst>
          </p:cNvPr>
          <p:cNvSpPr>
            <a:spLocks/>
          </p:cNvSpPr>
          <p:nvPr/>
        </p:nvSpPr>
        <p:spPr>
          <a:xfrm>
            <a:off x="7995642" y="2949377"/>
            <a:ext cx="3534867" cy="590550"/>
          </a:xfrm>
          <a:prstGeom prst="rect">
            <a:avLst/>
          </a:prstGeom>
          <a:noFill/>
          <a:ln/>
        </p:spPr>
        <p:txBody>
          <a:bodyPr wrap="square" lIns="0" tIns="0" rIns="0" bIns="0" rtlCol="0" anchor="t"/>
          <a:lstStyle/>
          <a:p>
            <a:pPr>
              <a:lnSpc>
                <a:spcPts val="2292"/>
              </a:lnSpc>
            </a:pPr>
            <a:r>
              <a:rPr lang="pt-BR" sz="1833" b="1" noProof="0" dirty="0">
                <a:solidFill>
                  <a:srgbClr val="1E3063"/>
                </a:solidFill>
                <a:latin typeface="GT Walsheim LC Light" panose="020B0604020202020204" charset="0"/>
                <a:ea typeface="Instrument Sans Semi Bold" pitchFamily="34" charset="-122"/>
                <a:cs typeface="GT Walsheim LC Light" panose="020B0604020202020204" charset="0"/>
              </a:rPr>
              <a:t>Markup Operacional Total (MOTC)</a:t>
            </a:r>
            <a:endParaRPr lang="pt-BR" sz="1833" noProof="0" dirty="0">
              <a:latin typeface="GT Walsheim LC Light" panose="020B0604020202020204" charset="0"/>
              <a:cs typeface="GT Walsheim LC Light" panose="020B0604020202020204" charset="0"/>
            </a:endParaRPr>
          </a:p>
        </p:txBody>
      </p:sp>
      <p:sp>
        <p:nvSpPr>
          <p:cNvPr id="28" name="Text 6">
            <a:extLst>
              <a:ext uri="{FF2B5EF4-FFF2-40B4-BE49-F238E27FC236}">
                <a16:creationId xmlns:a16="http://schemas.microsoft.com/office/drawing/2014/main" id="{38CD0CB8-78C2-3FBB-6244-4BAF5106457B}"/>
              </a:ext>
            </a:extLst>
          </p:cNvPr>
          <p:cNvSpPr>
            <a:spLocks/>
          </p:cNvSpPr>
          <p:nvPr/>
        </p:nvSpPr>
        <p:spPr>
          <a:xfrm>
            <a:off x="7995642" y="3653334"/>
            <a:ext cx="3534867" cy="1814513"/>
          </a:xfrm>
          <a:prstGeom prst="rect">
            <a:avLst/>
          </a:prstGeom>
          <a:noFill/>
          <a:ln/>
        </p:spPr>
        <p:txBody>
          <a:bodyPr wrap="square" lIns="0" tIns="0" rIns="0" bIns="0" rtlCol="0" anchor="t"/>
          <a:lstStyle/>
          <a:p>
            <a:pPr>
              <a:lnSpc>
                <a:spcPts val="2375"/>
              </a:lnSpc>
            </a:pPr>
            <a:r>
              <a:rPr lang="pt-BR" sz="1458" noProof="0" dirty="0">
                <a:solidFill>
                  <a:srgbClr val="1E3063"/>
                </a:solidFill>
                <a:latin typeface="GT Walsheim LC Light" panose="020B0604020202020204" charset="0"/>
                <a:ea typeface="Instrument Sans Medium" pitchFamily="34" charset="-122"/>
                <a:cs typeface="GT Walsheim LC Light" panose="020B0604020202020204" charset="0"/>
              </a:rPr>
              <a:t>Lucro Operacional ÷ (Custos + Despesas Operacionais). Utilizado no MLT para testar prestadores de serviços e fabricantes, garantindo que a margem cubra toda a </a:t>
            </a:r>
            <a:r>
              <a:rPr lang="pt-BR" sz="1458" b="1" noProof="0" dirty="0">
                <a:solidFill>
                  <a:srgbClr val="1E3063"/>
                </a:solidFill>
                <a:latin typeface="GT Walsheim LC Light" panose="020B0604020202020204" charset="0"/>
                <a:ea typeface="Instrument Sans Medium" pitchFamily="34" charset="-122"/>
                <a:cs typeface="GT Walsheim LC Light" panose="020B0604020202020204" charset="0"/>
              </a:rPr>
              <a:t>estrutura operacional</a:t>
            </a:r>
            <a:r>
              <a:rPr lang="pt-BR" sz="1458" noProof="0" dirty="0">
                <a:solidFill>
                  <a:srgbClr val="1E3063"/>
                </a:solidFill>
                <a:latin typeface="GT Walsheim LC Light" panose="020B0604020202020204" charset="0"/>
                <a:ea typeface="Instrument Sans Medium" pitchFamily="34" charset="-122"/>
                <a:cs typeface="GT Walsheim LC Light" panose="020B0604020202020204" charset="0"/>
              </a:rPr>
              <a:t> da parte testada.</a:t>
            </a:r>
            <a:endParaRPr lang="pt-BR" sz="1458" noProof="0" dirty="0">
              <a:latin typeface="GT Walsheim LC Light" panose="020B0604020202020204" charset="0"/>
              <a:cs typeface="GT Walsheim LC Light" panose="020B0604020202020204" charset="0"/>
            </a:endParaRPr>
          </a:p>
        </p:txBody>
      </p:sp>
      <p:pic>
        <p:nvPicPr>
          <p:cNvPr id="29" name="Image 2" descr="preencoded.png">
            <a:extLst>
              <a:ext uri="{FF2B5EF4-FFF2-40B4-BE49-F238E27FC236}">
                <a16:creationId xmlns:a16="http://schemas.microsoft.com/office/drawing/2014/main" id="{F01EE478-C159-D433-6297-698DD54D53B4}"/>
              </a:ext>
            </a:extLst>
          </p:cNvPr>
          <p:cNvPicPr>
            <a:picLocks noChangeAspect="1"/>
          </p:cNvPicPr>
          <p:nvPr/>
        </p:nvPicPr>
        <p:blipFill>
          <a:blip r:embed="rId6"/>
          <a:stretch>
            <a:fillRect/>
          </a:stretch>
        </p:blipFill>
        <p:spPr>
          <a:xfrm>
            <a:off x="4574382" y="2687043"/>
            <a:ext cx="3043238" cy="3043238"/>
          </a:xfrm>
          <a:prstGeom prst="rect">
            <a:avLst/>
          </a:prstGeom>
        </p:spPr>
      </p:pic>
      <p:sp>
        <p:nvSpPr>
          <p:cNvPr id="30" name="Shape 7">
            <a:extLst>
              <a:ext uri="{FF2B5EF4-FFF2-40B4-BE49-F238E27FC236}">
                <a16:creationId xmlns:a16="http://schemas.microsoft.com/office/drawing/2014/main" id="{AC44F2B3-0D75-886D-6944-345F3ECC7CD1}"/>
              </a:ext>
            </a:extLst>
          </p:cNvPr>
          <p:cNvSpPr>
            <a:spLocks/>
          </p:cNvSpPr>
          <p:nvPr/>
        </p:nvSpPr>
        <p:spPr>
          <a:xfrm>
            <a:off x="7209929" y="3445371"/>
            <a:ext cx="472480" cy="472480"/>
          </a:xfrm>
          <a:prstGeom prst="roundRect">
            <a:avLst>
              <a:gd name="adj" fmla="val 1611154"/>
            </a:avLst>
          </a:prstGeom>
          <a:solidFill>
            <a:srgbClr val="4F09A6"/>
          </a:solidFill>
          <a:ln/>
        </p:spPr>
        <p:txBody>
          <a:bodyPr/>
          <a:lstStyle/>
          <a:p>
            <a:endParaRPr lang="pt-BR" sz="1500" noProof="0" dirty="0">
              <a:latin typeface="GT Walsheim LC Light" panose="020B0604020202020204" charset="0"/>
              <a:cs typeface="GT Walsheim LC Light" panose="020B0604020202020204" charset="0"/>
            </a:endParaRPr>
          </a:p>
        </p:txBody>
      </p:sp>
      <p:pic>
        <p:nvPicPr>
          <p:cNvPr id="31" name="Image 3" descr="preencoded.png">
            <a:extLst>
              <a:ext uri="{FF2B5EF4-FFF2-40B4-BE49-F238E27FC236}">
                <a16:creationId xmlns:a16="http://schemas.microsoft.com/office/drawing/2014/main" id="{33B7CF03-5643-6678-E8BB-54827D31F60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339807" y="3575249"/>
            <a:ext cx="212626" cy="212626"/>
          </a:xfrm>
          <a:prstGeom prst="rect">
            <a:avLst/>
          </a:prstGeom>
        </p:spPr>
      </p:pic>
      <p:sp>
        <p:nvSpPr>
          <p:cNvPr id="32" name="Text 8">
            <a:extLst>
              <a:ext uri="{FF2B5EF4-FFF2-40B4-BE49-F238E27FC236}">
                <a16:creationId xmlns:a16="http://schemas.microsoft.com/office/drawing/2014/main" id="{080ED611-3C2B-EEE9-8721-B05A3A2D60AD}"/>
              </a:ext>
            </a:extLst>
          </p:cNvPr>
          <p:cNvSpPr>
            <a:spLocks/>
          </p:cNvSpPr>
          <p:nvPr/>
        </p:nvSpPr>
        <p:spPr>
          <a:xfrm>
            <a:off x="661492" y="5942906"/>
            <a:ext cx="10869018" cy="302419"/>
          </a:xfrm>
          <a:prstGeom prst="rect">
            <a:avLst/>
          </a:prstGeom>
          <a:noFill/>
          <a:ln/>
        </p:spPr>
        <p:txBody>
          <a:bodyPr wrap="none" lIns="0" tIns="0" rIns="0" bIns="0" rtlCol="0" anchor="t"/>
          <a:lstStyle/>
          <a:p>
            <a:pPr>
              <a:lnSpc>
                <a:spcPts val="2375"/>
              </a:lnSpc>
            </a:pPr>
            <a:r>
              <a:rPr lang="pt-BR" sz="1458" i="1" noProof="0" dirty="0">
                <a:solidFill>
                  <a:srgbClr val="1E3063"/>
                </a:solidFill>
                <a:latin typeface="GT Walsheim LC Light" panose="020B0604020202020204" charset="0"/>
                <a:ea typeface="Instrument Sans Medium" pitchFamily="34" charset="-122"/>
                <a:cs typeface="GT Walsheim LC Light" panose="020B0604020202020204" charset="0"/>
              </a:rPr>
              <a:t>IN RFB nº 2.161/23 — Art. 42, § 1º, incisos I a IV</a:t>
            </a:r>
            <a:endParaRPr lang="pt-BR" sz="1458" noProof="0" dirty="0">
              <a:latin typeface="GT Walsheim LC Light" panose="020B0604020202020204" charset="0"/>
              <a:cs typeface="GT Walsheim LC Light" panose="020B0604020202020204" charset="0"/>
            </a:endParaRPr>
          </a:p>
        </p:txBody>
      </p:sp>
      <p:sp>
        <p:nvSpPr>
          <p:cNvPr id="3" name="Shape 4">
            <a:extLst>
              <a:ext uri="{FF2B5EF4-FFF2-40B4-BE49-F238E27FC236}">
                <a16:creationId xmlns:a16="http://schemas.microsoft.com/office/drawing/2014/main" id="{F6696701-F16D-8218-7238-A62A48ADADE5}"/>
              </a:ext>
            </a:extLst>
          </p:cNvPr>
          <p:cNvSpPr>
            <a:spLocks/>
          </p:cNvSpPr>
          <p:nvPr/>
        </p:nvSpPr>
        <p:spPr>
          <a:xfrm>
            <a:off x="5317720" y="2911295"/>
            <a:ext cx="63905" cy="63905"/>
          </a:xfrm>
          <a:prstGeom prst="roundRect">
            <a:avLst>
              <a:gd name="adj" fmla="val 1611154"/>
            </a:avLst>
          </a:prstGeom>
          <a:solidFill>
            <a:srgbClr val="4F09A6"/>
          </a:solidFill>
          <a:ln/>
        </p:spPr>
        <p:txBody>
          <a:bodyPr/>
          <a:lstStyle/>
          <a:p>
            <a:endParaRPr lang="pt-BR" sz="1500" noProof="0" dirty="0">
              <a:latin typeface="GT Walsheim LC Light" panose="020B0604020202020204" charset="0"/>
              <a:cs typeface="GT Walsheim LC Light" panose="020B0604020202020204" charset="0"/>
            </a:endParaRPr>
          </a:p>
        </p:txBody>
      </p:sp>
      <p:sp>
        <p:nvSpPr>
          <p:cNvPr id="4" name="Shape 4">
            <a:extLst>
              <a:ext uri="{FF2B5EF4-FFF2-40B4-BE49-F238E27FC236}">
                <a16:creationId xmlns:a16="http://schemas.microsoft.com/office/drawing/2014/main" id="{28A70459-D1BF-F705-ABC5-687E3FB7C87E}"/>
              </a:ext>
            </a:extLst>
          </p:cNvPr>
          <p:cNvSpPr>
            <a:spLocks/>
          </p:cNvSpPr>
          <p:nvPr/>
        </p:nvSpPr>
        <p:spPr>
          <a:xfrm>
            <a:off x="6660536" y="2818625"/>
            <a:ext cx="105370" cy="105370"/>
          </a:xfrm>
          <a:prstGeom prst="roundRect">
            <a:avLst>
              <a:gd name="adj" fmla="val 1611154"/>
            </a:avLst>
          </a:prstGeom>
          <a:solidFill>
            <a:srgbClr val="4F09A6"/>
          </a:solidFill>
          <a:ln/>
        </p:spPr>
        <p:txBody>
          <a:bodyPr/>
          <a:lstStyle/>
          <a:p>
            <a:endParaRPr lang="pt-BR" sz="1500" noProof="0" dirty="0">
              <a:latin typeface="GT Walsheim LC Light" panose="020B0604020202020204" charset="0"/>
              <a:cs typeface="GT Walsheim LC Light" panose="020B0604020202020204" charset="0"/>
            </a:endParaRPr>
          </a:p>
        </p:txBody>
      </p:sp>
    </p:spTree>
    <p:extLst>
      <p:ext uri="{BB962C8B-B14F-4D97-AF65-F5344CB8AC3E}">
        <p14:creationId xmlns:p14="http://schemas.microsoft.com/office/powerpoint/2010/main" val="41114651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C6EFF-281A-533E-065C-B1FE444B6CE2}"/>
            </a:ext>
          </a:extLst>
        </p:cNvPr>
        <p:cNvGrpSpPr/>
        <p:nvPr/>
      </p:nvGrpSpPr>
      <p:grpSpPr>
        <a:xfrm>
          <a:off x="0" y="0"/>
          <a:ext cx="0" cy="0"/>
          <a:chOff x="0" y="0"/>
          <a:chExt cx="0" cy="0"/>
        </a:xfrm>
      </p:grpSpPr>
      <p:sp>
        <p:nvSpPr>
          <p:cNvPr id="2" name="Retângulo 1">
            <a:extLst>
              <a:ext uri="{FF2B5EF4-FFF2-40B4-BE49-F238E27FC236}">
                <a16:creationId xmlns:a16="http://schemas.microsoft.com/office/drawing/2014/main" id="{F487471B-04CF-9BA5-3629-C2556EBA7F19}"/>
              </a:ext>
            </a:extLst>
          </p:cNvPr>
          <p:cNvSpPr/>
          <p:nvPr/>
        </p:nvSpPr>
        <p:spPr>
          <a:xfrm>
            <a:off x="0" y="3022600"/>
            <a:ext cx="12192000" cy="38354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sz="1200" noProof="0" dirty="0"/>
          </a:p>
        </p:txBody>
      </p:sp>
      <p:pic>
        <p:nvPicPr>
          <p:cNvPr id="6" name="Picture 6">
            <a:extLst>
              <a:ext uri="{FF2B5EF4-FFF2-40B4-BE49-F238E27FC236}">
                <a16:creationId xmlns:a16="http://schemas.microsoft.com/office/drawing/2014/main" id="{31F2309A-5468-4502-01A9-B634EB1E88C1}"/>
              </a:ext>
            </a:extLst>
          </p:cNvPr>
          <p:cNvPicPr>
            <a:picLocks noGrp="1" noRot="1" noChangeAspect="1" noMove="1" noResize="1" noEditPoints="1" noAdjustHandles="1" noChangeArrowheads="1" noChangeShapeType="1" noCrop="1"/>
          </p:cNvPicPr>
          <p:nvPr/>
        </p:nvPicPr>
        <p:blipFill>
          <a:blip r:embed="rId2">
            <a:alphaModFix/>
            <a:duotone>
              <a:schemeClr val="accent5">
                <a:shade val="45000"/>
                <a:satMod val="135000"/>
              </a:schemeClr>
              <a:prstClr val="white"/>
            </a:duotone>
          </a:blip>
          <a:srcRect/>
          <a:stretch/>
        </p:blipFill>
        <p:spPr>
          <a:xfrm>
            <a:off x="953" y="535"/>
            <a:ext cx="12224001" cy="6876000"/>
          </a:xfrm>
          <a:prstGeom prst="rect">
            <a:avLst/>
          </a:prstGeom>
        </p:spPr>
      </p:pic>
      <p:pic>
        <p:nvPicPr>
          <p:cNvPr id="7" name="Gráfico 6">
            <a:extLst>
              <a:ext uri="{FF2B5EF4-FFF2-40B4-BE49-F238E27FC236}">
                <a16:creationId xmlns:a16="http://schemas.microsoft.com/office/drawing/2014/main" id="{74141B8C-22D3-9EFE-E349-6A5C16E4CAA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32276" y="6224588"/>
            <a:ext cx="372165" cy="372165"/>
          </a:xfrm>
          <a:prstGeom prst="rect">
            <a:avLst/>
          </a:prstGeom>
        </p:spPr>
      </p:pic>
      <p:sp>
        <p:nvSpPr>
          <p:cNvPr id="3" name="Título 1">
            <a:extLst>
              <a:ext uri="{FF2B5EF4-FFF2-40B4-BE49-F238E27FC236}">
                <a16:creationId xmlns:a16="http://schemas.microsoft.com/office/drawing/2014/main" id="{B0F54BCD-49F4-ACAA-CF24-E1F63EE32CE3}"/>
              </a:ext>
            </a:extLst>
          </p:cNvPr>
          <p:cNvSpPr txBox="1">
            <a:spLocks/>
          </p:cNvSpPr>
          <p:nvPr/>
        </p:nvSpPr>
        <p:spPr>
          <a:xfrm>
            <a:off x="529073" y="336796"/>
            <a:ext cx="11421627" cy="482783"/>
          </a:xfrm>
          <a:prstGeom prst="rect">
            <a:avLst/>
          </a:prstGeom>
        </p:spPr>
        <p:txBody>
          <a:bodyPr vert="horz" wrap="square" lIns="0" tIns="0" rIns="0" bIns="0" rtlCol="0" anchor="t" anchorCtr="0">
            <a:noAutofit/>
          </a:bodyPr>
          <a:lstStyle>
            <a:lvl1pPr algn="l" defTabSz="736656" rtl="0" eaLnBrk="1" latinLnBrk="0" hangingPunct="1">
              <a:lnSpc>
                <a:spcPct val="85000"/>
              </a:lnSpc>
              <a:spcBef>
                <a:spcPct val="0"/>
              </a:spcBef>
              <a:buNone/>
              <a:defRPr sz="3000" b="1" kern="1200">
                <a:solidFill>
                  <a:schemeClr val="accent1"/>
                </a:solidFill>
                <a:latin typeface="+mj-lt"/>
                <a:ea typeface="+mj-ea"/>
                <a:cs typeface="+mj-cs"/>
              </a:defRPr>
            </a:lvl1pPr>
          </a:lstStyle>
          <a:p>
            <a:pPr marL="0" marR="0" lvl="0" indent="0" algn="l" defTabSz="736656" rtl="0" eaLnBrk="1" fontAlgn="auto" latinLnBrk="0" hangingPunct="1">
              <a:lnSpc>
                <a:spcPct val="85000"/>
              </a:lnSpc>
              <a:spcBef>
                <a:spcPct val="0"/>
              </a:spcBef>
              <a:spcAft>
                <a:spcPts val="0"/>
              </a:spcAft>
              <a:buClrTx/>
              <a:buSzTx/>
              <a:buFontTx/>
              <a:buNone/>
              <a:tabLst/>
              <a:defRPr/>
            </a:pPr>
            <a:r>
              <a:rPr lang="pt-BR" sz="4000" b="0" spc="-50" noProof="0" dirty="0">
                <a:latin typeface="GT Walsheim LC Bold" pitchFamily="2" charset="0"/>
                <a:cs typeface="GT Walsheim LC Bold" pitchFamily="2" charset="0"/>
              </a:rPr>
              <a:t>Indicadores de Rentabilidade </a:t>
            </a:r>
          </a:p>
          <a:p>
            <a:pPr marL="0" marR="0" lvl="0" indent="0" defTabSz="736656" rtl="0" eaLnBrk="1" fontAlgn="auto" latinLnBrk="0" hangingPunct="1">
              <a:lnSpc>
                <a:spcPct val="85000"/>
              </a:lnSpc>
              <a:spcBef>
                <a:spcPct val="0"/>
              </a:spcBef>
              <a:spcAft>
                <a:spcPts val="0"/>
              </a:spcAft>
              <a:buClrTx/>
              <a:buSzTx/>
              <a:buFontTx/>
              <a:buNone/>
              <a:tabLst/>
              <a:defRPr/>
            </a:pPr>
            <a:r>
              <a:rPr lang="pt-BR" sz="3200" b="0" spc="-50" noProof="0" dirty="0">
                <a:latin typeface="GT Walsheim LC" panose="020B0604020202020204" charset="0"/>
                <a:cs typeface="GT Walsheim LC" panose="020B0604020202020204" charset="0"/>
              </a:rPr>
              <a:t>IN RFB nº 2.161/23 — Art. 42, § 1º, incisos I a IV</a:t>
            </a:r>
          </a:p>
          <a:p>
            <a:pPr marL="0" marR="0" lvl="0" indent="0" algn="l" defTabSz="736656" rtl="0" eaLnBrk="1" fontAlgn="auto" latinLnBrk="0" hangingPunct="1">
              <a:lnSpc>
                <a:spcPct val="85000"/>
              </a:lnSpc>
              <a:spcBef>
                <a:spcPct val="0"/>
              </a:spcBef>
              <a:spcAft>
                <a:spcPts val="0"/>
              </a:spcAft>
              <a:buClrTx/>
              <a:buSzTx/>
              <a:buFontTx/>
              <a:buNone/>
              <a:tabLst/>
              <a:defRPr/>
            </a:pPr>
            <a:endParaRPr lang="pt-BR" sz="4000" b="0" spc="-50" noProof="0" dirty="0">
              <a:latin typeface="GT Walsheim LC Bold" pitchFamily="2" charset="0"/>
              <a:cs typeface="GT Walsheim LC Bold" pitchFamily="2" charset="0"/>
            </a:endParaRPr>
          </a:p>
        </p:txBody>
      </p:sp>
      <p:sp>
        <p:nvSpPr>
          <p:cNvPr id="4" name="Text 2">
            <a:extLst>
              <a:ext uri="{FF2B5EF4-FFF2-40B4-BE49-F238E27FC236}">
                <a16:creationId xmlns:a16="http://schemas.microsoft.com/office/drawing/2014/main" id="{A0D9F131-8503-7EFE-80F9-9D566F840923}"/>
              </a:ext>
            </a:extLst>
          </p:cNvPr>
          <p:cNvSpPr/>
          <p:nvPr/>
        </p:nvSpPr>
        <p:spPr>
          <a:xfrm>
            <a:off x="1341537" y="2793802"/>
            <a:ext cx="3000177" cy="295275"/>
          </a:xfrm>
          <a:prstGeom prst="rect">
            <a:avLst/>
          </a:prstGeom>
          <a:noFill/>
          <a:ln/>
        </p:spPr>
        <p:txBody>
          <a:bodyPr wrap="none" lIns="0" tIns="0" rIns="0" bIns="0" rtlCol="0" anchor="t"/>
          <a:lstStyle/>
          <a:p>
            <a:pPr algn="r">
              <a:lnSpc>
                <a:spcPts val="2292"/>
              </a:lnSpc>
            </a:pPr>
            <a:r>
              <a:rPr lang="pt-BR" sz="1833" b="1" noProof="0" dirty="0">
                <a:solidFill>
                  <a:srgbClr val="4F2D7F"/>
                </a:solidFill>
                <a:latin typeface="+mj-lt"/>
                <a:ea typeface="Instrument Sans Semi Bold" pitchFamily="34" charset="-122"/>
                <a:cs typeface="Arial" panose="020B0604020202020204" pitchFamily="34" charset="0"/>
              </a:rPr>
              <a:t>Inciso I</a:t>
            </a:r>
            <a:endParaRPr lang="pt-BR" sz="1833" noProof="0" dirty="0">
              <a:solidFill>
                <a:srgbClr val="4F2D7F"/>
              </a:solidFill>
              <a:latin typeface="+mj-lt"/>
              <a:cs typeface="Arial" panose="020B0604020202020204" pitchFamily="34" charset="0"/>
            </a:endParaRPr>
          </a:p>
        </p:txBody>
      </p:sp>
      <p:sp>
        <p:nvSpPr>
          <p:cNvPr id="5" name="Text 3">
            <a:extLst>
              <a:ext uri="{FF2B5EF4-FFF2-40B4-BE49-F238E27FC236}">
                <a16:creationId xmlns:a16="http://schemas.microsoft.com/office/drawing/2014/main" id="{57058B6E-5B95-4CE1-F17E-179EC57BBD9C}"/>
              </a:ext>
            </a:extLst>
          </p:cNvPr>
          <p:cNvSpPr/>
          <p:nvPr/>
        </p:nvSpPr>
        <p:spPr>
          <a:xfrm>
            <a:off x="790574" y="3202484"/>
            <a:ext cx="3551139" cy="604838"/>
          </a:xfrm>
          <a:prstGeom prst="rect">
            <a:avLst/>
          </a:prstGeom>
          <a:noFill/>
          <a:ln/>
        </p:spPr>
        <p:txBody>
          <a:bodyPr wrap="square" lIns="0" tIns="0" rIns="0" bIns="0" rtlCol="0" anchor="t"/>
          <a:lstStyle/>
          <a:p>
            <a:pPr algn="r">
              <a:lnSpc>
                <a:spcPts val="2375"/>
              </a:lnSpc>
            </a:pPr>
            <a:r>
              <a:rPr lang="pt-BR" sz="1458" noProof="0" dirty="0">
                <a:solidFill>
                  <a:srgbClr val="4F2D7F"/>
                </a:solidFill>
                <a:latin typeface="Arial" panose="020B0604020202020204" pitchFamily="34" charset="0"/>
                <a:ea typeface="Instrument Sans Medium" pitchFamily="34" charset="-122"/>
                <a:cs typeface="Arial" panose="020B0604020202020204" pitchFamily="34" charset="0"/>
              </a:rPr>
              <a:t>A </a:t>
            </a:r>
            <a:r>
              <a:rPr lang="pt-BR" sz="1458" b="1" noProof="0" dirty="0">
                <a:solidFill>
                  <a:srgbClr val="4F2D7F"/>
                </a:solidFill>
                <a:latin typeface="Arial" panose="020B0604020202020204" pitchFamily="34" charset="0"/>
                <a:ea typeface="Instrument Sans Medium" pitchFamily="34" charset="-122"/>
                <a:cs typeface="Arial" panose="020B0604020202020204" pitchFamily="34" charset="0"/>
              </a:rPr>
              <a:t>receita líquida da transação</a:t>
            </a:r>
            <a:r>
              <a:rPr lang="pt-BR" sz="1458" noProof="0" dirty="0">
                <a:solidFill>
                  <a:srgbClr val="4F2D7F"/>
                </a:solidFill>
                <a:latin typeface="Arial" panose="020B0604020202020204" pitchFamily="34" charset="0"/>
                <a:ea typeface="Instrument Sans Medium" pitchFamily="34" charset="-122"/>
                <a:cs typeface="Arial" panose="020B0604020202020204" pitchFamily="34" charset="0"/>
              </a:rPr>
              <a:t>, geralmente para os casos de revenda a partes não relacionadas</a:t>
            </a:r>
            <a:endParaRPr lang="pt-BR" sz="1458" noProof="0" dirty="0">
              <a:solidFill>
                <a:srgbClr val="4F2D7F"/>
              </a:solidFill>
              <a:latin typeface="Arial" panose="020B0604020202020204" pitchFamily="34" charset="0"/>
              <a:cs typeface="Arial" panose="020B0604020202020204" pitchFamily="34" charset="0"/>
            </a:endParaRPr>
          </a:p>
        </p:txBody>
      </p:sp>
      <p:sp>
        <p:nvSpPr>
          <p:cNvPr id="8" name="Text 5">
            <a:extLst>
              <a:ext uri="{FF2B5EF4-FFF2-40B4-BE49-F238E27FC236}">
                <a16:creationId xmlns:a16="http://schemas.microsoft.com/office/drawing/2014/main" id="{8752DF15-B821-EA20-0951-BB11ED68CDB9}"/>
              </a:ext>
            </a:extLst>
          </p:cNvPr>
          <p:cNvSpPr/>
          <p:nvPr/>
        </p:nvSpPr>
        <p:spPr>
          <a:xfrm>
            <a:off x="7951887" y="2793802"/>
            <a:ext cx="3159323" cy="295275"/>
          </a:xfrm>
          <a:prstGeom prst="rect">
            <a:avLst/>
          </a:prstGeom>
          <a:noFill/>
          <a:ln/>
        </p:spPr>
        <p:txBody>
          <a:bodyPr wrap="none" lIns="0" tIns="0" rIns="0" bIns="0" rtlCol="0" anchor="t"/>
          <a:lstStyle/>
          <a:p>
            <a:pPr>
              <a:lnSpc>
                <a:spcPts val="2292"/>
              </a:lnSpc>
            </a:pPr>
            <a:r>
              <a:rPr lang="pt-BR" sz="1833" b="1" noProof="0" dirty="0">
                <a:solidFill>
                  <a:srgbClr val="4F2D7F"/>
                </a:solidFill>
                <a:latin typeface="+mj-lt"/>
                <a:ea typeface="Instrument Sans Semi Bold" pitchFamily="34" charset="-122"/>
                <a:cs typeface="Arial" panose="020B0604020202020204" pitchFamily="34" charset="0"/>
              </a:rPr>
              <a:t>Inciso II</a:t>
            </a:r>
            <a:endParaRPr lang="pt-BR" sz="1833" noProof="0" dirty="0">
              <a:solidFill>
                <a:srgbClr val="4F2D7F"/>
              </a:solidFill>
              <a:latin typeface="+mj-lt"/>
              <a:cs typeface="Arial" panose="020B0604020202020204" pitchFamily="34" charset="0"/>
            </a:endParaRPr>
          </a:p>
        </p:txBody>
      </p:sp>
      <p:sp>
        <p:nvSpPr>
          <p:cNvPr id="9" name="Text 6">
            <a:extLst>
              <a:ext uri="{FF2B5EF4-FFF2-40B4-BE49-F238E27FC236}">
                <a16:creationId xmlns:a16="http://schemas.microsoft.com/office/drawing/2014/main" id="{5673A9CA-EF6B-B8FA-3B8C-D0B352E57DF6}"/>
              </a:ext>
            </a:extLst>
          </p:cNvPr>
          <p:cNvSpPr/>
          <p:nvPr/>
        </p:nvSpPr>
        <p:spPr>
          <a:xfrm>
            <a:off x="7951887" y="3202484"/>
            <a:ext cx="3998814" cy="604838"/>
          </a:xfrm>
          <a:prstGeom prst="rect">
            <a:avLst/>
          </a:prstGeom>
          <a:noFill/>
          <a:ln/>
        </p:spPr>
        <p:txBody>
          <a:bodyPr wrap="square" lIns="0" tIns="0" rIns="0" bIns="0" rtlCol="0" anchor="t"/>
          <a:lstStyle/>
          <a:p>
            <a:pPr>
              <a:lnSpc>
                <a:spcPts val="2375"/>
              </a:lnSpc>
            </a:pPr>
            <a:r>
              <a:rPr lang="pt-BR" sz="1458" noProof="0" dirty="0">
                <a:solidFill>
                  <a:srgbClr val="4F2D7F"/>
                </a:solidFill>
                <a:latin typeface="Arial" panose="020B0604020202020204" pitchFamily="34" charset="0"/>
                <a:ea typeface="Instrument Sans Medium" pitchFamily="34" charset="-122"/>
                <a:cs typeface="Arial" panose="020B0604020202020204" pitchFamily="34" charset="0"/>
              </a:rPr>
              <a:t>os </a:t>
            </a:r>
            <a:r>
              <a:rPr lang="pt-BR" sz="1458" b="1" noProof="0" dirty="0">
                <a:solidFill>
                  <a:srgbClr val="4F2D7F"/>
                </a:solidFill>
                <a:latin typeface="Arial" panose="020B0604020202020204" pitchFamily="34" charset="0"/>
                <a:ea typeface="Instrument Sans Medium" pitchFamily="34" charset="-122"/>
                <a:cs typeface="Arial" panose="020B0604020202020204" pitchFamily="34" charset="0"/>
              </a:rPr>
              <a:t>custos diretos </a:t>
            </a:r>
            <a:r>
              <a:rPr lang="pt-BR" sz="1458" noProof="0" dirty="0">
                <a:solidFill>
                  <a:srgbClr val="4F2D7F"/>
                </a:solidFill>
                <a:latin typeface="Arial" panose="020B0604020202020204" pitchFamily="34" charset="0"/>
                <a:ea typeface="Instrument Sans Medium" pitchFamily="34" charset="-122"/>
                <a:cs typeface="Arial" panose="020B0604020202020204" pitchFamily="34" charset="0"/>
              </a:rPr>
              <a:t>e </a:t>
            </a:r>
            <a:r>
              <a:rPr lang="pt-BR" sz="1458" b="1" noProof="0" dirty="0">
                <a:solidFill>
                  <a:srgbClr val="4F2D7F"/>
                </a:solidFill>
                <a:latin typeface="Arial" panose="020B0604020202020204" pitchFamily="34" charset="0"/>
                <a:ea typeface="Instrument Sans Medium" pitchFamily="34" charset="-122"/>
                <a:cs typeface="Arial" panose="020B0604020202020204" pitchFamily="34" charset="0"/>
              </a:rPr>
              <a:t>indiretos</a:t>
            </a:r>
            <a:r>
              <a:rPr lang="pt-BR" sz="1458" noProof="0" dirty="0">
                <a:solidFill>
                  <a:srgbClr val="4F2D7F"/>
                </a:solidFill>
                <a:latin typeface="Arial" panose="020B0604020202020204" pitchFamily="34" charset="0"/>
                <a:ea typeface="Instrument Sans Medium" pitchFamily="34" charset="-122"/>
                <a:cs typeface="Arial" panose="020B0604020202020204" pitchFamily="34" charset="0"/>
              </a:rPr>
              <a:t> do bem ou serviço, geralmente para o caso de atividade industrial ou prestação de serviços</a:t>
            </a:r>
            <a:endParaRPr lang="pt-BR" sz="1458" noProof="0" dirty="0">
              <a:solidFill>
                <a:srgbClr val="4F2D7F"/>
              </a:solidFill>
              <a:latin typeface="Arial" panose="020B0604020202020204" pitchFamily="34" charset="0"/>
              <a:cs typeface="Arial" panose="020B0604020202020204" pitchFamily="34" charset="0"/>
            </a:endParaRPr>
          </a:p>
        </p:txBody>
      </p:sp>
      <p:sp>
        <p:nvSpPr>
          <p:cNvPr id="10" name="Text 8">
            <a:extLst>
              <a:ext uri="{FF2B5EF4-FFF2-40B4-BE49-F238E27FC236}">
                <a16:creationId xmlns:a16="http://schemas.microsoft.com/office/drawing/2014/main" id="{A7385F4E-186F-6D13-CDA7-05E345DDF042}"/>
              </a:ext>
            </a:extLst>
          </p:cNvPr>
          <p:cNvSpPr/>
          <p:nvPr/>
        </p:nvSpPr>
        <p:spPr>
          <a:xfrm>
            <a:off x="7951886" y="4370308"/>
            <a:ext cx="3629422" cy="279519"/>
          </a:xfrm>
          <a:prstGeom prst="rect">
            <a:avLst/>
          </a:prstGeom>
          <a:noFill/>
          <a:ln/>
        </p:spPr>
        <p:txBody>
          <a:bodyPr wrap="square" lIns="0" tIns="0" rIns="0" bIns="0" rtlCol="0" anchor="t"/>
          <a:lstStyle/>
          <a:p>
            <a:pPr>
              <a:lnSpc>
                <a:spcPts val="2292"/>
              </a:lnSpc>
            </a:pPr>
            <a:r>
              <a:rPr lang="pt-BR" sz="1833" b="1" noProof="0" dirty="0">
                <a:solidFill>
                  <a:srgbClr val="4F2D7F"/>
                </a:solidFill>
                <a:latin typeface="+mj-lt"/>
                <a:ea typeface="Instrument Sans Semi Bold" pitchFamily="34" charset="-122"/>
                <a:cs typeface="Arial" panose="020B0604020202020204" pitchFamily="34" charset="0"/>
              </a:rPr>
              <a:t>Inciso IV</a:t>
            </a:r>
            <a:endParaRPr lang="pt-BR" sz="1833" noProof="0" dirty="0">
              <a:solidFill>
                <a:srgbClr val="4F2D7F"/>
              </a:solidFill>
              <a:latin typeface="+mj-lt"/>
              <a:cs typeface="Arial" panose="020B0604020202020204" pitchFamily="34" charset="0"/>
            </a:endParaRPr>
          </a:p>
        </p:txBody>
      </p:sp>
      <p:sp>
        <p:nvSpPr>
          <p:cNvPr id="11" name="Text 9">
            <a:extLst>
              <a:ext uri="{FF2B5EF4-FFF2-40B4-BE49-F238E27FC236}">
                <a16:creationId xmlns:a16="http://schemas.microsoft.com/office/drawing/2014/main" id="{2930EC1F-4BB4-9EA4-BF18-28BB640D9BA7}"/>
              </a:ext>
            </a:extLst>
          </p:cNvPr>
          <p:cNvSpPr/>
          <p:nvPr/>
        </p:nvSpPr>
        <p:spPr>
          <a:xfrm>
            <a:off x="7951887" y="4794747"/>
            <a:ext cx="3629422" cy="876102"/>
          </a:xfrm>
          <a:prstGeom prst="rect">
            <a:avLst/>
          </a:prstGeom>
          <a:noFill/>
          <a:ln/>
        </p:spPr>
        <p:txBody>
          <a:bodyPr wrap="square" lIns="0" tIns="0" rIns="0" bIns="0" rtlCol="0" anchor="t"/>
          <a:lstStyle/>
          <a:p>
            <a:pPr>
              <a:lnSpc>
                <a:spcPts val="2375"/>
              </a:lnSpc>
            </a:pPr>
            <a:r>
              <a:rPr lang="pt-BR" sz="1458" noProof="0" dirty="0">
                <a:solidFill>
                  <a:srgbClr val="4F2D7F"/>
                </a:solidFill>
                <a:latin typeface="Arial" panose="020B0604020202020204" pitchFamily="34" charset="0"/>
                <a:ea typeface="Instrument Sans Medium" pitchFamily="34" charset="-122"/>
                <a:cs typeface="Arial" panose="020B0604020202020204" pitchFamily="34" charset="0"/>
              </a:rPr>
              <a:t>outros, caso os denominadores previstos nos incisos I a III sejam menos confiáveis.</a:t>
            </a:r>
            <a:endParaRPr lang="pt-BR" sz="1458" noProof="0" dirty="0">
              <a:solidFill>
                <a:srgbClr val="4F2D7F"/>
              </a:solidFill>
              <a:latin typeface="Arial" panose="020B0604020202020204" pitchFamily="34" charset="0"/>
              <a:cs typeface="Arial" panose="020B0604020202020204" pitchFamily="34" charset="0"/>
            </a:endParaRPr>
          </a:p>
        </p:txBody>
      </p:sp>
      <p:sp>
        <p:nvSpPr>
          <p:cNvPr id="12" name="Text 11">
            <a:extLst>
              <a:ext uri="{FF2B5EF4-FFF2-40B4-BE49-F238E27FC236}">
                <a16:creationId xmlns:a16="http://schemas.microsoft.com/office/drawing/2014/main" id="{BF78BC30-95FD-C481-D6FA-6797CADD7F64}"/>
              </a:ext>
            </a:extLst>
          </p:cNvPr>
          <p:cNvSpPr/>
          <p:nvPr/>
        </p:nvSpPr>
        <p:spPr>
          <a:xfrm>
            <a:off x="1259582" y="4540845"/>
            <a:ext cx="3082132" cy="295275"/>
          </a:xfrm>
          <a:prstGeom prst="rect">
            <a:avLst/>
          </a:prstGeom>
          <a:noFill/>
          <a:ln/>
        </p:spPr>
        <p:txBody>
          <a:bodyPr wrap="none" lIns="0" tIns="0" rIns="0" bIns="0" rtlCol="0" anchor="t"/>
          <a:lstStyle/>
          <a:p>
            <a:pPr algn="r">
              <a:lnSpc>
                <a:spcPts val="2292"/>
              </a:lnSpc>
            </a:pPr>
            <a:r>
              <a:rPr lang="pt-BR" sz="1833" b="1" noProof="0" dirty="0">
                <a:solidFill>
                  <a:srgbClr val="4F2D7F"/>
                </a:solidFill>
                <a:latin typeface="+mj-lt"/>
                <a:ea typeface="Instrument Sans Semi Bold" pitchFamily="34" charset="-122"/>
                <a:cs typeface="Arial" panose="020B0604020202020204" pitchFamily="34" charset="0"/>
              </a:rPr>
              <a:t>Inciso III</a:t>
            </a:r>
            <a:endParaRPr lang="pt-BR" sz="1833" noProof="0" dirty="0">
              <a:solidFill>
                <a:srgbClr val="4F2D7F"/>
              </a:solidFill>
              <a:latin typeface="+mj-lt"/>
              <a:cs typeface="Arial" panose="020B0604020202020204" pitchFamily="34" charset="0"/>
            </a:endParaRPr>
          </a:p>
        </p:txBody>
      </p:sp>
      <p:sp>
        <p:nvSpPr>
          <p:cNvPr id="13" name="Text 12">
            <a:extLst>
              <a:ext uri="{FF2B5EF4-FFF2-40B4-BE49-F238E27FC236}">
                <a16:creationId xmlns:a16="http://schemas.microsoft.com/office/drawing/2014/main" id="{36E84203-B6ED-793F-8BEE-B97AC31161C4}"/>
              </a:ext>
            </a:extLst>
          </p:cNvPr>
          <p:cNvSpPr/>
          <p:nvPr/>
        </p:nvSpPr>
        <p:spPr>
          <a:xfrm>
            <a:off x="712292" y="4949528"/>
            <a:ext cx="3629422" cy="604838"/>
          </a:xfrm>
          <a:prstGeom prst="rect">
            <a:avLst/>
          </a:prstGeom>
          <a:noFill/>
          <a:ln/>
        </p:spPr>
        <p:txBody>
          <a:bodyPr wrap="square" lIns="0" tIns="0" rIns="0" bIns="0" rtlCol="0" anchor="t"/>
          <a:lstStyle/>
          <a:p>
            <a:pPr algn="r">
              <a:lnSpc>
                <a:spcPts val="2375"/>
              </a:lnSpc>
            </a:pPr>
            <a:r>
              <a:rPr lang="pt-BR" sz="1458" noProof="0" dirty="0">
                <a:solidFill>
                  <a:srgbClr val="4F2D7F"/>
                </a:solidFill>
                <a:latin typeface="Arial" panose="020B0604020202020204" pitchFamily="34" charset="0"/>
                <a:ea typeface="Instrument Sans Medium" pitchFamily="34" charset="-122"/>
                <a:cs typeface="Arial" panose="020B0604020202020204" pitchFamily="34" charset="0"/>
              </a:rPr>
              <a:t>o </a:t>
            </a:r>
            <a:r>
              <a:rPr lang="pt-BR" sz="1458" b="1" noProof="0" dirty="0">
                <a:solidFill>
                  <a:srgbClr val="4F2D7F"/>
                </a:solidFill>
                <a:latin typeface="Arial" panose="020B0604020202020204" pitchFamily="34" charset="0"/>
                <a:ea typeface="Instrument Sans Medium" pitchFamily="34" charset="-122"/>
                <a:cs typeface="Arial" panose="020B0604020202020204" pitchFamily="34" charset="0"/>
              </a:rPr>
              <a:t>ativo operacional</a:t>
            </a:r>
            <a:r>
              <a:rPr lang="pt-BR" sz="1458" noProof="0" dirty="0">
                <a:solidFill>
                  <a:srgbClr val="4F2D7F"/>
                </a:solidFill>
                <a:latin typeface="Arial" panose="020B0604020202020204" pitchFamily="34" charset="0"/>
                <a:ea typeface="Instrument Sans Medium" pitchFamily="34" charset="-122"/>
                <a:cs typeface="Arial" panose="020B0604020202020204" pitchFamily="34" charset="0"/>
              </a:rPr>
              <a:t>, geralmente em atividades que sejam intensivas em capital</a:t>
            </a:r>
            <a:endParaRPr lang="pt-BR" sz="1458" noProof="0" dirty="0">
              <a:solidFill>
                <a:srgbClr val="4F2D7F"/>
              </a:solidFill>
              <a:latin typeface="Arial" panose="020B0604020202020204" pitchFamily="34" charset="0"/>
              <a:cs typeface="Arial" panose="020B0604020202020204" pitchFamily="34" charset="0"/>
            </a:endParaRPr>
          </a:p>
        </p:txBody>
      </p:sp>
      <p:sp>
        <p:nvSpPr>
          <p:cNvPr id="14" name="CaixaDeTexto 13">
            <a:extLst>
              <a:ext uri="{FF2B5EF4-FFF2-40B4-BE49-F238E27FC236}">
                <a16:creationId xmlns:a16="http://schemas.microsoft.com/office/drawing/2014/main" id="{30B2E47C-11C4-9A37-9314-E2873E904B52}"/>
              </a:ext>
            </a:extLst>
          </p:cNvPr>
          <p:cNvSpPr txBox="1"/>
          <p:nvPr/>
        </p:nvSpPr>
        <p:spPr>
          <a:xfrm>
            <a:off x="527387" y="1433405"/>
            <a:ext cx="11216938" cy="615553"/>
          </a:xfrm>
          <a:prstGeom prst="rect">
            <a:avLst/>
          </a:prstGeom>
          <a:noFill/>
        </p:spPr>
        <p:txBody>
          <a:bodyPr wrap="square">
            <a:spAutoFit/>
          </a:bodyPr>
          <a:lstStyle/>
          <a:p>
            <a:r>
              <a:rPr lang="pt-BR" sz="1800" b="1" noProof="0" dirty="0"/>
              <a:t>§ 1º </a:t>
            </a:r>
            <a:r>
              <a:rPr lang="pt-BR" sz="1600" noProof="0" dirty="0"/>
              <a:t>Observado o disposto no caput, a seleção do denominador utilizado no indicador de rentabilidade para o cálculo da margem líquida deverá ser consistente com o perfil funcional da parte testada, e tipicamente poderão ser utilizados:</a:t>
            </a:r>
          </a:p>
        </p:txBody>
      </p:sp>
      <p:pic>
        <p:nvPicPr>
          <p:cNvPr id="15" name="Image 0" descr="preencoded.png">
            <a:extLst>
              <a:ext uri="{FF2B5EF4-FFF2-40B4-BE49-F238E27FC236}">
                <a16:creationId xmlns:a16="http://schemas.microsoft.com/office/drawing/2014/main" id="{1E58A67C-5F49-B439-2171-3549CD866390}"/>
              </a:ext>
            </a:extLst>
          </p:cNvPr>
          <p:cNvPicPr>
            <a:picLocks noChangeAspect="1"/>
          </p:cNvPicPr>
          <p:nvPr/>
        </p:nvPicPr>
        <p:blipFill>
          <a:blip r:embed="rId4"/>
          <a:stretch>
            <a:fillRect/>
          </a:stretch>
        </p:blipFill>
        <p:spPr>
          <a:xfrm>
            <a:off x="4627961" y="2627611"/>
            <a:ext cx="3043238" cy="3043238"/>
          </a:xfrm>
          <a:prstGeom prst="rect">
            <a:avLst/>
          </a:prstGeom>
        </p:spPr>
      </p:pic>
      <p:sp>
        <p:nvSpPr>
          <p:cNvPr id="16" name="Shape 4">
            <a:extLst>
              <a:ext uri="{FF2B5EF4-FFF2-40B4-BE49-F238E27FC236}">
                <a16:creationId xmlns:a16="http://schemas.microsoft.com/office/drawing/2014/main" id="{74EEEB8C-AAF9-BE25-4CAB-390DE6F24134}"/>
              </a:ext>
            </a:extLst>
          </p:cNvPr>
          <p:cNvSpPr>
            <a:spLocks/>
          </p:cNvSpPr>
          <p:nvPr/>
        </p:nvSpPr>
        <p:spPr>
          <a:xfrm>
            <a:off x="4890732" y="2839776"/>
            <a:ext cx="472480" cy="472480"/>
          </a:xfrm>
          <a:prstGeom prst="roundRect">
            <a:avLst>
              <a:gd name="adj" fmla="val 1611154"/>
            </a:avLst>
          </a:prstGeom>
          <a:solidFill>
            <a:srgbClr val="4F09A6"/>
          </a:solidFill>
          <a:ln/>
        </p:spPr>
        <p:txBody>
          <a:bodyPr/>
          <a:lstStyle/>
          <a:p>
            <a:endParaRPr lang="pt-BR" sz="1500" noProof="0" dirty="0">
              <a:latin typeface="GT Walsheim LC Light" panose="020B0604020202020204" charset="0"/>
              <a:cs typeface="GT Walsheim LC Light" panose="020B0604020202020204" charset="0"/>
            </a:endParaRPr>
          </a:p>
        </p:txBody>
      </p:sp>
      <p:pic>
        <p:nvPicPr>
          <p:cNvPr id="17" name="Image 1" descr="preencoded.png">
            <a:extLst>
              <a:ext uri="{FF2B5EF4-FFF2-40B4-BE49-F238E27FC236}">
                <a16:creationId xmlns:a16="http://schemas.microsoft.com/office/drawing/2014/main" id="{8EEFE3EF-8890-5E25-EFA9-09D04C689B2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020659" y="2982764"/>
            <a:ext cx="212626" cy="212626"/>
          </a:xfrm>
          <a:prstGeom prst="rect">
            <a:avLst/>
          </a:prstGeom>
        </p:spPr>
      </p:pic>
      <p:pic>
        <p:nvPicPr>
          <p:cNvPr id="18" name="Image 2" descr="preencoded.png">
            <a:extLst>
              <a:ext uri="{FF2B5EF4-FFF2-40B4-BE49-F238E27FC236}">
                <a16:creationId xmlns:a16="http://schemas.microsoft.com/office/drawing/2014/main" id="{5E6CD665-3BED-4462-DDA4-69C20BD60889}"/>
              </a:ext>
            </a:extLst>
          </p:cNvPr>
          <p:cNvPicPr>
            <a:picLocks noChangeAspect="1"/>
          </p:cNvPicPr>
          <p:nvPr/>
        </p:nvPicPr>
        <p:blipFill>
          <a:blip r:embed="rId6"/>
          <a:stretch>
            <a:fillRect/>
          </a:stretch>
        </p:blipFill>
        <p:spPr>
          <a:xfrm>
            <a:off x="4627961" y="2627611"/>
            <a:ext cx="3043238" cy="3043238"/>
          </a:xfrm>
          <a:prstGeom prst="rect">
            <a:avLst/>
          </a:prstGeom>
        </p:spPr>
      </p:pic>
      <p:sp>
        <p:nvSpPr>
          <p:cNvPr id="19" name="Shape 7">
            <a:extLst>
              <a:ext uri="{FF2B5EF4-FFF2-40B4-BE49-F238E27FC236}">
                <a16:creationId xmlns:a16="http://schemas.microsoft.com/office/drawing/2014/main" id="{A56FD478-2CD3-68B7-9E08-9CFD52E79AB8}"/>
              </a:ext>
            </a:extLst>
          </p:cNvPr>
          <p:cNvSpPr>
            <a:spLocks/>
          </p:cNvSpPr>
          <p:nvPr/>
        </p:nvSpPr>
        <p:spPr>
          <a:xfrm>
            <a:off x="6828790" y="2804653"/>
            <a:ext cx="472480" cy="472480"/>
          </a:xfrm>
          <a:prstGeom prst="roundRect">
            <a:avLst>
              <a:gd name="adj" fmla="val 1611154"/>
            </a:avLst>
          </a:prstGeom>
          <a:solidFill>
            <a:srgbClr val="4F09A6"/>
          </a:solidFill>
          <a:ln/>
        </p:spPr>
        <p:txBody>
          <a:bodyPr/>
          <a:lstStyle/>
          <a:p>
            <a:endParaRPr lang="pt-BR" sz="1500" noProof="0" dirty="0">
              <a:latin typeface="GT Walsheim LC Light" panose="020B0604020202020204" charset="0"/>
              <a:cs typeface="GT Walsheim LC Light" panose="020B0604020202020204" charset="0"/>
            </a:endParaRPr>
          </a:p>
        </p:txBody>
      </p:sp>
      <p:pic>
        <p:nvPicPr>
          <p:cNvPr id="20" name="Image 3" descr="preencoded.png">
            <a:extLst>
              <a:ext uri="{FF2B5EF4-FFF2-40B4-BE49-F238E27FC236}">
                <a16:creationId xmlns:a16="http://schemas.microsoft.com/office/drawing/2014/main" id="{7DCADA8E-3DD5-104E-FDA6-B0065496764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958717" y="2944033"/>
            <a:ext cx="212626" cy="212626"/>
          </a:xfrm>
          <a:prstGeom prst="rect">
            <a:avLst/>
          </a:prstGeom>
        </p:spPr>
      </p:pic>
      <p:sp>
        <p:nvSpPr>
          <p:cNvPr id="21" name="Shape 7">
            <a:extLst>
              <a:ext uri="{FF2B5EF4-FFF2-40B4-BE49-F238E27FC236}">
                <a16:creationId xmlns:a16="http://schemas.microsoft.com/office/drawing/2014/main" id="{FA219B55-1B2C-9591-3092-08098F9CB293}"/>
              </a:ext>
            </a:extLst>
          </p:cNvPr>
          <p:cNvSpPr>
            <a:spLocks/>
          </p:cNvSpPr>
          <p:nvPr/>
        </p:nvSpPr>
        <p:spPr>
          <a:xfrm>
            <a:off x="7171343" y="4678660"/>
            <a:ext cx="472480" cy="472480"/>
          </a:xfrm>
          <a:prstGeom prst="roundRect">
            <a:avLst>
              <a:gd name="adj" fmla="val 1611154"/>
            </a:avLst>
          </a:prstGeom>
          <a:solidFill>
            <a:srgbClr val="4F09A6"/>
          </a:solidFill>
          <a:ln/>
        </p:spPr>
        <p:txBody>
          <a:bodyPr/>
          <a:lstStyle/>
          <a:p>
            <a:endParaRPr lang="pt-BR" sz="1500" noProof="0" dirty="0">
              <a:latin typeface="GT Walsheim LC Light" panose="020B0604020202020204" charset="0"/>
              <a:cs typeface="GT Walsheim LC Light" panose="020B0604020202020204" charset="0"/>
            </a:endParaRPr>
          </a:p>
        </p:txBody>
      </p:sp>
      <p:sp>
        <p:nvSpPr>
          <p:cNvPr id="22" name="Shape 7">
            <a:extLst>
              <a:ext uri="{FF2B5EF4-FFF2-40B4-BE49-F238E27FC236}">
                <a16:creationId xmlns:a16="http://schemas.microsoft.com/office/drawing/2014/main" id="{601B133E-1E98-443D-656F-B0DA6C06FB6A}"/>
              </a:ext>
            </a:extLst>
          </p:cNvPr>
          <p:cNvSpPr>
            <a:spLocks/>
          </p:cNvSpPr>
          <p:nvPr/>
        </p:nvSpPr>
        <p:spPr>
          <a:xfrm>
            <a:off x="4665269" y="4678660"/>
            <a:ext cx="472480" cy="472480"/>
          </a:xfrm>
          <a:prstGeom prst="roundRect">
            <a:avLst>
              <a:gd name="adj" fmla="val 1611154"/>
            </a:avLst>
          </a:prstGeom>
          <a:solidFill>
            <a:srgbClr val="4F09A6"/>
          </a:solidFill>
          <a:ln/>
        </p:spPr>
        <p:txBody>
          <a:bodyPr/>
          <a:lstStyle/>
          <a:p>
            <a:endParaRPr lang="pt-BR" sz="1500" noProof="0" dirty="0">
              <a:latin typeface="GT Walsheim LC Light" panose="020B0604020202020204" charset="0"/>
              <a:cs typeface="GT Walsheim LC Light" panose="020B0604020202020204" charset="0"/>
            </a:endParaRPr>
          </a:p>
        </p:txBody>
      </p:sp>
    </p:spTree>
    <p:extLst>
      <p:ext uri="{BB962C8B-B14F-4D97-AF65-F5344CB8AC3E}">
        <p14:creationId xmlns:p14="http://schemas.microsoft.com/office/powerpoint/2010/main" val="3296549415"/>
      </p:ext>
    </p:extLst>
  </p:cSld>
  <p:clrMapOvr>
    <a:masterClrMapping/>
  </p:clrMapOvr>
  <mc:AlternateContent xmlns:mc="http://schemas.openxmlformats.org/markup-compatibility/2006" xmlns:p159="http://schemas.microsoft.com/office/powerpoint/2015/09/main">
    <mc:Choice Requires="p159">
      <p:transition spd="slow">
        <p159:morph option="byWord"/>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m 6">
            <a:extLst>
              <a:ext uri="{FF2B5EF4-FFF2-40B4-BE49-F238E27FC236}">
                <a16:creationId xmlns:a16="http://schemas.microsoft.com/office/drawing/2014/main" id="{700220B3-ECC1-F5E4-EF96-1D6F0994260F}"/>
              </a:ext>
            </a:extLst>
          </p:cNvPr>
          <p:cNvPicPr>
            <a:picLocks noGrp="1" noRot="1" noChangeAspect="1" noMove="1" noResize="1" noEditPoints="1" noAdjustHandles="1" noChangeArrowheads="1" noChangeShapeType="1" noCrop="1"/>
          </p:cNvPicPr>
          <p:nvPr/>
        </p:nvPicPr>
        <p:blipFill>
          <a:blip r:embed="rId3"/>
          <a:stretch>
            <a:fillRect/>
          </a:stretch>
        </p:blipFill>
        <p:spPr>
          <a:xfrm>
            <a:off x="494945" y="6465877"/>
            <a:ext cx="5087060" cy="133369"/>
          </a:xfrm>
          <a:prstGeom prst="rect">
            <a:avLst/>
          </a:prstGeom>
        </p:spPr>
      </p:pic>
      <p:pic>
        <p:nvPicPr>
          <p:cNvPr id="10" name="Graphic 20">
            <a:extLst>
              <a:ext uri="{FF2B5EF4-FFF2-40B4-BE49-F238E27FC236}">
                <a16:creationId xmlns:a16="http://schemas.microsoft.com/office/drawing/2014/main" id="{9E82AA6D-7EA4-3937-F166-92CD340C5A37}"/>
              </a:ext>
            </a:extLst>
          </p:cNvPr>
          <p:cNvPicPr>
            <a:picLocks noChangeAspect="1"/>
          </p:cNvPicPr>
          <p:nvPr/>
        </p:nvPicPr>
        <p:blipFill rotWithShape="1">
          <a:blip>
            <a:extLst>
              <a:ext uri="{96DAC541-7B7A-43D3-8B79-37D633B846F1}">
                <asvg:svgBlip xmlns:asvg="http://schemas.microsoft.com/office/drawing/2016/SVG/main" r:embed="rId4"/>
              </a:ext>
            </a:extLst>
          </a:blip>
          <a:srcRect l="20422" t="12378" r="35137" b="58794"/>
          <a:stretch>
            <a:fillRect/>
          </a:stretch>
        </p:blipFill>
        <p:spPr>
          <a:xfrm flipH="1">
            <a:off x="13055" y="3579132"/>
            <a:ext cx="6096000" cy="3263901"/>
          </a:xfrm>
          <a:prstGeom prst="rect">
            <a:avLst/>
          </a:prstGeom>
        </p:spPr>
      </p:pic>
      <p:sp>
        <p:nvSpPr>
          <p:cNvPr id="2" name="Title 1">
            <a:extLst>
              <a:ext uri="{FF2B5EF4-FFF2-40B4-BE49-F238E27FC236}">
                <a16:creationId xmlns:a16="http://schemas.microsoft.com/office/drawing/2014/main" id="{193864C8-7829-6F6B-95AC-E258747620FF}"/>
              </a:ext>
            </a:extLst>
          </p:cNvPr>
          <p:cNvSpPr>
            <a:spLocks noGrp="1"/>
          </p:cNvSpPr>
          <p:nvPr>
            <p:ph type="title"/>
          </p:nvPr>
        </p:nvSpPr>
        <p:spPr>
          <a:xfrm>
            <a:off x="521058" y="258754"/>
            <a:ext cx="11175997" cy="941388"/>
          </a:xfrm>
        </p:spPr>
        <p:txBody>
          <a:bodyPr anchor="ctr"/>
          <a:lstStyle/>
          <a:p>
            <a:r>
              <a:rPr lang="pt-BR" sz="4000" noProof="0" dirty="0">
                <a:latin typeface="+mj-lt"/>
              </a:rPr>
              <a:t>Critérios que usamos no Capital IQ </a:t>
            </a:r>
          </a:p>
        </p:txBody>
      </p:sp>
    </p:spTree>
    <p:extLst>
      <p:ext uri="{BB962C8B-B14F-4D97-AF65-F5344CB8AC3E}">
        <p14:creationId xmlns:p14="http://schemas.microsoft.com/office/powerpoint/2010/main" val="3626797704"/>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9E1144-9CA9-E0D0-8F4A-8535F071D2A9}"/>
            </a:ext>
          </a:extLst>
        </p:cNvPr>
        <p:cNvGrpSpPr/>
        <p:nvPr/>
      </p:nvGrpSpPr>
      <p:grpSpPr>
        <a:xfrm>
          <a:off x="0" y="0"/>
          <a:ext cx="0" cy="0"/>
          <a:chOff x="0" y="0"/>
          <a:chExt cx="0" cy="0"/>
        </a:xfrm>
      </p:grpSpPr>
      <p:pic>
        <p:nvPicPr>
          <p:cNvPr id="7" name="Imagem 6">
            <a:extLst>
              <a:ext uri="{FF2B5EF4-FFF2-40B4-BE49-F238E27FC236}">
                <a16:creationId xmlns:a16="http://schemas.microsoft.com/office/drawing/2014/main" id="{CFC5F129-5E64-0871-1F96-4415A18337A0}"/>
              </a:ext>
            </a:extLst>
          </p:cNvPr>
          <p:cNvPicPr>
            <a:picLocks noGrp="1" noRot="1" noChangeAspect="1" noMove="1" noResize="1" noEditPoints="1" noAdjustHandles="1" noChangeArrowheads="1" noChangeShapeType="1" noCrop="1"/>
          </p:cNvPicPr>
          <p:nvPr/>
        </p:nvPicPr>
        <p:blipFill>
          <a:blip r:embed="rId3"/>
          <a:stretch>
            <a:fillRect/>
          </a:stretch>
        </p:blipFill>
        <p:spPr>
          <a:xfrm>
            <a:off x="494945" y="6465877"/>
            <a:ext cx="5087060" cy="133369"/>
          </a:xfrm>
          <a:prstGeom prst="rect">
            <a:avLst/>
          </a:prstGeom>
        </p:spPr>
      </p:pic>
      <p:pic>
        <p:nvPicPr>
          <p:cNvPr id="10" name="Graphic 20">
            <a:extLst>
              <a:ext uri="{FF2B5EF4-FFF2-40B4-BE49-F238E27FC236}">
                <a16:creationId xmlns:a16="http://schemas.microsoft.com/office/drawing/2014/main" id="{DD3CE8B5-2B73-0972-A9DF-BC3282200AFF}"/>
              </a:ext>
            </a:extLst>
          </p:cNvPr>
          <p:cNvPicPr>
            <a:picLocks noChangeAspect="1"/>
          </p:cNvPicPr>
          <p:nvPr/>
        </p:nvPicPr>
        <p:blipFill rotWithShape="1">
          <a:blip>
            <a:extLst>
              <a:ext uri="{96DAC541-7B7A-43D3-8B79-37D633B846F1}">
                <asvg:svgBlip xmlns:asvg="http://schemas.microsoft.com/office/drawing/2016/SVG/main" r:embed="rId4"/>
              </a:ext>
            </a:extLst>
          </a:blip>
          <a:srcRect l="20422" t="12378" r="35137" b="58794"/>
          <a:stretch>
            <a:fillRect/>
          </a:stretch>
        </p:blipFill>
        <p:spPr>
          <a:xfrm flipH="1">
            <a:off x="13055" y="3579132"/>
            <a:ext cx="6096000" cy="3263901"/>
          </a:xfrm>
          <a:prstGeom prst="rect">
            <a:avLst/>
          </a:prstGeom>
        </p:spPr>
      </p:pic>
      <p:sp>
        <p:nvSpPr>
          <p:cNvPr id="2" name="Title 1">
            <a:extLst>
              <a:ext uri="{FF2B5EF4-FFF2-40B4-BE49-F238E27FC236}">
                <a16:creationId xmlns:a16="http://schemas.microsoft.com/office/drawing/2014/main" id="{F45E6477-2322-582D-3BEA-F594D8635413}"/>
              </a:ext>
            </a:extLst>
          </p:cNvPr>
          <p:cNvSpPr>
            <a:spLocks noGrp="1"/>
          </p:cNvSpPr>
          <p:nvPr>
            <p:ph type="title"/>
          </p:nvPr>
        </p:nvSpPr>
        <p:spPr>
          <a:xfrm>
            <a:off x="521058" y="258754"/>
            <a:ext cx="11175997" cy="941388"/>
          </a:xfrm>
        </p:spPr>
        <p:txBody>
          <a:bodyPr anchor="ctr"/>
          <a:lstStyle/>
          <a:p>
            <a:r>
              <a:rPr lang="pt-BR" sz="4000" noProof="0" dirty="0">
                <a:latin typeface="+mj-lt"/>
              </a:rPr>
              <a:t>Critérios que usamos no Capital IQ </a:t>
            </a:r>
          </a:p>
        </p:txBody>
      </p:sp>
      <p:sp>
        <p:nvSpPr>
          <p:cNvPr id="12" name="Text 1">
            <a:extLst>
              <a:ext uri="{FF2B5EF4-FFF2-40B4-BE49-F238E27FC236}">
                <a16:creationId xmlns:a16="http://schemas.microsoft.com/office/drawing/2014/main" id="{EF30D24D-803D-7889-DD3E-317474FA606F}"/>
              </a:ext>
            </a:extLst>
          </p:cNvPr>
          <p:cNvSpPr/>
          <p:nvPr/>
        </p:nvSpPr>
        <p:spPr>
          <a:xfrm>
            <a:off x="1090061" y="1481471"/>
            <a:ext cx="1604149" cy="235347"/>
          </a:xfrm>
          <a:prstGeom prst="rect">
            <a:avLst/>
          </a:prstGeom>
          <a:noFill/>
          <a:ln/>
        </p:spPr>
        <p:txBody>
          <a:bodyPr wrap="none" lIns="0" tIns="0" rIns="0" bIns="0" rtlCol="0" anchor="t"/>
          <a:lstStyle/>
          <a:p>
            <a:pPr>
              <a:lnSpc>
                <a:spcPts val="1833"/>
              </a:lnSpc>
            </a:pPr>
            <a:r>
              <a:rPr lang="pt-BR" sz="1600" b="1" noProof="0" dirty="0">
                <a:latin typeface="GT Walsheim LC Light (Corpo)"/>
                <a:ea typeface="Instrument Sans Semi Bold" pitchFamily="34" charset="-122"/>
                <a:cs typeface="Instrument Sans Semi Bold" pitchFamily="34" charset="-120"/>
              </a:rPr>
              <a:t>SIC </a:t>
            </a:r>
            <a:r>
              <a:rPr lang="pt-BR" sz="1600" b="1" noProof="0" dirty="0" err="1">
                <a:latin typeface="GT Walsheim LC Light (Corpo)"/>
                <a:ea typeface="Instrument Sans Semi Bold" pitchFamily="34" charset="-122"/>
                <a:cs typeface="Instrument Sans Semi Bold" pitchFamily="34" charset="-120"/>
              </a:rPr>
              <a:t>Code</a:t>
            </a:r>
            <a:endParaRPr lang="pt-BR" sz="1600" b="1" noProof="0" dirty="0">
              <a:latin typeface="GT Walsheim LC Light (Corpo)"/>
            </a:endParaRPr>
          </a:p>
        </p:txBody>
      </p:sp>
      <p:sp>
        <p:nvSpPr>
          <p:cNvPr id="13" name="Text 2">
            <a:extLst>
              <a:ext uri="{FF2B5EF4-FFF2-40B4-BE49-F238E27FC236}">
                <a16:creationId xmlns:a16="http://schemas.microsoft.com/office/drawing/2014/main" id="{738B9F8B-1192-A47A-1354-11B8B8114C49}"/>
              </a:ext>
            </a:extLst>
          </p:cNvPr>
          <p:cNvSpPr/>
          <p:nvPr/>
        </p:nvSpPr>
        <p:spPr>
          <a:xfrm>
            <a:off x="1151020" y="1748563"/>
            <a:ext cx="5229209" cy="216495"/>
          </a:xfrm>
          <a:prstGeom prst="rect">
            <a:avLst/>
          </a:prstGeom>
          <a:noFill/>
          <a:ln/>
        </p:spPr>
        <p:txBody>
          <a:bodyPr wrap="none" lIns="0" tIns="0" rIns="0" bIns="0" rtlCol="0" anchor="t"/>
          <a:lstStyle/>
          <a:p>
            <a:pPr>
              <a:lnSpc>
                <a:spcPts val="1667"/>
              </a:lnSpc>
            </a:pPr>
            <a:r>
              <a:rPr lang="pt-BR" sz="1167" noProof="0" dirty="0">
                <a:ea typeface="Instrument Sans Medium" pitchFamily="34" charset="-122"/>
                <a:cs typeface="Instrument Sans Medium" pitchFamily="34" charset="-120"/>
              </a:rPr>
              <a:t>Filtro setorial </a:t>
            </a:r>
            <a:r>
              <a:rPr lang="pt-BR" noProof="0" dirty="0">
                <a:ea typeface="Instrument Sans Medium" pitchFamily="34" charset="-122"/>
                <a:cs typeface="Instrument Sans Medium" pitchFamily="34" charset="-120"/>
              </a:rPr>
              <a:t>baseado</a:t>
            </a:r>
            <a:r>
              <a:rPr lang="pt-BR" sz="1167" noProof="0" dirty="0">
                <a:ea typeface="Instrument Sans Medium" pitchFamily="34" charset="-122"/>
                <a:cs typeface="Instrument Sans Medium" pitchFamily="34" charset="-120"/>
              </a:rPr>
              <a:t> no código de atividade primária.</a:t>
            </a:r>
            <a:endParaRPr lang="pt-BR" sz="1167" noProof="0" dirty="0"/>
          </a:p>
        </p:txBody>
      </p:sp>
      <p:pic>
        <p:nvPicPr>
          <p:cNvPr id="24" name="Image 0" descr="preencoded.png">
            <a:extLst>
              <a:ext uri="{FF2B5EF4-FFF2-40B4-BE49-F238E27FC236}">
                <a16:creationId xmlns:a16="http://schemas.microsoft.com/office/drawing/2014/main" id="{AFA21033-3B5C-B679-18F7-C1902BFD7AB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84061" y="1481471"/>
            <a:ext cx="225921" cy="225921"/>
          </a:xfrm>
          <a:prstGeom prst="rect">
            <a:avLst/>
          </a:prstGeom>
        </p:spPr>
      </p:pic>
    </p:spTree>
    <p:extLst>
      <p:ext uri="{BB962C8B-B14F-4D97-AF65-F5344CB8AC3E}">
        <p14:creationId xmlns:p14="http://schemas.microsoft.com/office/powerpoint/2010/main" val="3072643526"/>
      </p:ext>
    </p:extLst>
  </p:cSld>
  <p:clrMapOvr>
    <a:masterClrMapping/>
  </p:clrMapOvr>
  <p:transition spd="med">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43EC81-BE7E-07B6-AED8-E928BA2A0981}"/>
            </a:ext>
          </a:extLst>
        </p:cNvPr>
        <p:cNvGrpSpPr/>
        <p:nvPr/>
      </p:nvGrpSpPr>
      <p:grpSpPr>
        <a:xfrm>
          <a:off x="0" y="0"/>
          <a:ext cx="0" cy="0"/>
          <a:chOff x="0" y="0"/>
          <a:chExt cx="0" cy="0"/>
        </a:xfrm>
      </p:grpSpPr>
      <p:pic>
        <p:nvPicPr>
          <p:cNvPr id="7" name="Imagem 6">
            <a:extLst>
              <a:ext uri="{FF2B5EF4-FFF2-40B4-BE49-F238E27FC236}">
                <a16:creationId xmlns:a16="http://schemas.microsoft.com/office/drawing/2014/main" id="{E8060146-7561-40DB-8746-7D0BEC310FD9}"/>
              </a:ext>
            </a:extLst>
          </p:cNvPr>
          <p:cNvPicPr>
            <a:picLocks noGrp="1" noRot="1" noChangeAspect="1" noMove="1" noResize="1" noEditPoints="1" noAdjustHandles="1" noChangeArrowheads="1" noChangeShapeType="1" noCrop="1"/>
          </p:cNvPicPr>
          <p:nvPr/>
        </p:nvPicPr>
        <p:blipFill>
          <a:blip r:embed="rId3"/>
          <a:stretch>
            <a:fillRect/>
          </a:stretch>
        </p:blipFill>
        <p:spPr>
          <a:xfrm>
            <a:off x="494945" y="6465877"/>
            <a:ext cx="5087060" cy="133369"/>
          </a:xfrm>
          <a:prstGeom prst="rect">
            <a:avLst/>
          </a:prstGeom>
        </p:spPr>
      </p:pic>
      <p:pic>
        <p:nvPicPr>
          <p:cNvPr id="10" name="Graphic 20">
            <a:extLst>
              <a:ext uri="{FF2B5EF4-FFF2-40B4-BE49-F238E27FC236}">
                <a16:creationId xmlns:a16="http://schemas.microsoft.com/office/drawing/2014/main" id="{7402618F-75BE-2B12-41E6-ACD6977AC45C}"/>
              </a:ext>
            </a:extLst>
          </p:cNvPr>
          <p:cNvPicPr>
            <a:picLocks noChangeAspect="1"/>
          </p:cNvPicPr>
          <p:nvPr/>
        </p:nvPicPr>
        <p:blipFill rotWithShape="1">
          <a:blip>
            <a:extLst>
              <a:ext uri="{96DAC541-7B7A-43D3-8B79-37D633B846F1}">
                <asvg:svgBlip xmlns:asvg="http://schemas.microsoft.com/office/drawing/2016/SVG/main" r:embed="rId4"/>
              </a:ext>
            </a:extLst>
          </a:blip>
          <a:srcRect l="20422" t="12378" r="35137" b="58794"/>
          <a:stretch>
            <a:fillRect/>
          </a:stretch>
        </p:blipFill>
        <p:spPr>
          <a:xfrm flipH="1">
            <a:off x="13055" y="3579132"/>
            <a:ext cx="6096000" cy="3263901"/>
          </a:xfrm>
          <a:prstGeom prst="rect">
            <a:avLst/>
          </a:prstGeom>
        </p:spPr>
      </p:pic>
      <p:sp>
        <p:nvSpPr>
          <p:cNvPr id="2" name="Title 1">
            <a:extLst>
              <a:ext uri="{FF2B5EF4-FFF2-40B4-BE49-F238E27FC236}">
                <a16:creationId xmlns:a16="http://schemas.microsoft.com/office/drawing/2014/main" id="{D5640C76-1265-39D8-B1B9-3A7C19B85F96}"/>
              </a:ext>
            </a:extLst>
          </p:cNvPr>
          <p:cNvSpPr>
            <a:spLocks noGrp="1"/>
          </p:cNvSpPr>
          <p:nvPr>
            <p:ph type="title"/>
          </p:nvPr>
        </p:nvSpPr>
        <p:spPr>
          <a:xfrm>
            <a:off x="521058" y="258754"/>
            <a:ext cx="11175997" cy="941388"/>
          </a:xfrm>
        </p:spPr>
        <p:txBody>
          <a:bodyPr anchor="ctr"/>
          <a:lstStyle/>
          <a:p>
            <a:r>
              <a:rPr lang="pt-BR" sz="4000" noProof="0" dirty="0">
                <a:latin typeface="+mj-lt"/>
              </a:rPr>
              <a:t>Critérios que usamos no Capital IQ </a:t>
            </a:r>
          </a:p>
        </p:txBody>
      </p:sp>
      <p:sp>
        <p:nvSpPr>
          <p:cNvPr id="12" name="Text 1">
            <a:extLst>
              <a:ext uri="{FF2B5EF4-FFF2-40B4-BE49-F238E27FC236}">
                <a16:creationId xmlns:a16="http://schemas.microsoft.com/office/drawing/2014/main" id="{29DE502A-8F1F-A707-6938-9FCDB19AB2B4}"/>
              </a:ext>
            </a:extLst>
          </p:cNvPr>
          <p:cNvSpPr/>
          <p:nvPr/>
        </p:nvSpPr>
        <p:spPr>
          <a:xfrm>
            <a:off x="1090061" y="1481471"/>
            <a:ext cx="1604149" cy="235347"/>
          </a:xfrm>
          <a:prstGeom prst="rect">
            <a:avLst/>
          </a:prstGeom>
          <a:noFill/>
          <a:ln/>
        </p:spPr>
        <p:txBody>
          <a:bodyPr wrap="none" lIns="0" tIns="0" rIns="0" bIns="0" rtlCol="0" anchor="t"/>
          <a:lstStyle/>
          <a:p>
            <a:pPr>
              <a:lnSpc>
                <a:spcPts val="1833"/>
              </a:lnSpc>
            </a:pPr>
            <a:r>
              <a:rPr lang="pt-BR" sz="1600" b="1" noProof="0" dirty="0">
                <a:latin typeface="GT Walsheim LC Light (Corpo)"/>
                <a:ea typeface="Instrument Sans Semi Bold" pitchFamily="34" charset="-122"/>
                <a:cs typeface="Instrument Sans Semi Bold" pitchFamily="34" charset="-120"/>
              </a:rPr>
              <a:t>SIC </a:t>
            </a:r>
            <a:r>
              <a:rPr lang="pt-BR" sz="1600" b="1" noProof="0" dirty="0" err="1">
                <a:latin typeface="GT Walsheim LC Light (Corpo)"/>
                <a:ea typeface="Instrument Sans Semi Bold" pitchFamily="34" charset="-122"/>
                <a:cs typeface="Instrument Sans Semi Bold" pitchFamily="34" charset="-120"/>
              </a:rPr>
              <a:t>Code</a:t>
            </a:r>
            <a:endParaRPr lang="pt-BR" sz="1600" b="1" noProof="0" dirty="0">
              <a:latin typeface="GT Walsheim LC Light (Corpo)"/>
            </a:endParaRPr>
          </a:p>
        </p:txBody>
      </p:sp>
      <p:sp>
        <p:nvSpPr>
          <p:cNvPr id="13" name="Text 2">
            <a:extLst>
              <a:ext uri="{FF2B5EF4-FFF2-40B4-BE49-F238E27FC236}">
                <a16:creationId xmlns:a16="http://schemas.microsoft.com/office/drawing/2014/main" id="{130F10C8-5AB5-7BA4-ED38-ACFAF4533611}"/>
              </a:ext>
            </a:extLst>
          </p:cNvPr>
          <p:cNvSpPr/>
          <p:nvPr/>
        </p:nvSpPr>
        <p:spPr>
          <a:xfrm>
            <a:off x="1151020" y="1748563"/>
            <a:ext cx="5229209" cy="216495"/>
          </a:xfrm>
          <a:prstGeom prst="rect">
            <a:avLst/>
          </a:prstGeom>
          <a:noFill/>
          <a:ln/>
        </p:spPr>
        <p:txBody>
          <a:bodyPr wrap="none" lIns="0" tIns="0" rIns="0" bIns="0" rtlCol="0" anchor="t"/>
          <a:lstStyle/>
          <a:p>
            <a:pPr>
              <a:lnSpc>
                <a:spcPts val="1667"/>
              </a:lnSpc>
            </a:pPr>
            <a:r>
              <a:rPr lang="pt-BR" sz="1167" noProof="0" dirty="0">
                <a:ea typeface="Instrument Sans Medium" pitchFamily="34" charset="-122"/>
                <a:cs typeface="Instrument Sans Medium" pitchFamily="34" charset="-120"/>
              </a:rPr>
              <a:t>Filtro setorial </a:t>
            </a:r>
            <a:r>
              <a:rPr lang="pt-BR" noProof="0" dirty="0">
                <a:ea typeface="Instrument Sans Medium" pitchFamily="34" charset="-122"/>
                <a:cs typeface="Instrument Sans Medium" pitchFamily="34" charset="-120"/>
              </a:rPr>
              <a:t>baseado</a:t>
            </a:r>
            <a:r>
              <a:rPr lang="pt-BR" sz="1167" noProof="0" dirty="0">
                <a:ea typeface="Instrument Sans Medium" pitchFamily="34" charset="-122"/>
                <a:cs typeface="Instrument Sans Medium" pitchFamily="34" charset="-120"/>
              </a:rPr>
              <a:t> no código de atividade primária.</a:t>
            </a:r>
            <a:endParaRPr lang="pt-BR" sz="1167" noProof="0" dirty="0"/>
          </a:p>
        </p:txBody>
      </p:sp>
      <p:sp>
        <p:nvSpPr>
          <p:cNvPr id="14" name="Text 3">
            <a:extLst>
              <a:ext uri="{FF2B5EF4-FFF2-40B4-BE49-F238E27FC236}">
                <a16:creationId xmlns:a16="http://schemas.microsoft.com/office/drawing/2014/main" id="{DE25653C-62BC-24DE-ED35-548B0B0C9F5A}"/>
              </a:ext>
            </a:extLst>
          </p:cNvPr>
          <p:cNvSpPr/>
          <p:nvPr/>
        </p:nvSpPr>
        <p:spPr>
          <a:xfrm>
            <a:off x="1090060" y="2169713"/>
            <a:ext cx="1604149" cy="235347"/>
          </a:xfrm>
          <a:prstGeom prst="rect">
            <a:avLst/>
          </a:prstGeom>
          <a:noFill/>
          <a:ln/>
        </p:spPr>
        <p:txBody>
          <a:bodyPr wrap="none" lIns="0" tIns="0" rIns="0" bIns="0" rtlCol="0" anchor="t"/>
          <a:lstStyle/>
          <a:p>
            <a:pPr>
              <a:lnSpc>
                <a:spcPts val="1833"/>
              </a:lnSpc>
            </a:pPr>
            <a:r>
              <a:rPr lang="pt-BR" sz="1600" b="1" noProof="0" dirty="0">
                <a:latin typeface="GT Walsheim LC Light (Corpo)"/>
                <a:ea typeface="Instrument Sans Semi Bold" pitchFamily="34" charset="-122"/>
                <a:cs typeface="Instrument Sans Semi Bold" pitchFamily="34" charset="-120"/>
              </a:rPr>
              <a:t>Tipo de empresa</a:t>
            </a:r>
            <a:endParaRPr lang="pt-BR" sz="1600" b="1" noProof="0" dirty="0">
              <a:latin typeface="GT Walsheim LC Light (Corpo)"/>
            </a:endParaRPr>
          </a:p>
        </p:txBody>
      </p:sp>
      <p:sp>
        <p:nvSpPr>
          <p:cNvPr id="15" name="Text 4">
            <a:extLst>
              <a:ext uri="{FF2B5EF4-FFF2-40B4-BE49-F238E27FC236}">
                <a16:creationId xmlns:a16="http://schemas.microsoft.com/office/drawing/2014/main" id="{A887B260-3B22-C1F8-72C8-16F64AEC88DE}"/>
              </a:ext>
            </a:extLst>
          </p:cNvPr>
          <p:cNvSpPr/>
          <p:nvPr/>
        </p:nvSpPr>
        <p:spPr>
          <a:xfrm>
            <a:off x="1151021" y="2478519"/>
            <a:ext cx="5229209" cy="432991"/>
          </a:xfrm>
          <a:prstGeom prst="rect">
            <a:avLst/>
          </a:prstGeom>
          <a:noFill/>
          <a:ln/>
        </p:spPr>
        <p:txBody>
          <a:bodyPr wrap="square" lIns="0" tIns="0" rIns="0" bIns="0" rtlCol="0" anchor="t"/>
          <a:lstStyle/>
          <a:p>
            <a:pPr>
              <a:lnSpc>
                <a:spcPts val="1667"/>
              </a:lnSpc>
            </a:pPr>
            <a:r>
              <a:rPr lang="pt-BR" noProof="0" dirty="0">
                <a:ea typeface="Instrument Sans Medium" pitchFamily="34" charset="-122"/>
                <a:cs typeface="Instrument Sans Medium" pitchFamily="34" charset="-120"/>
              </a:rPr>
              <a:t>Seleção focada em empresas públicas ou entidades privadas com dívida pública listada, garantindo maior transparência e disponibilidade de dados financeiros auditados.</a:t>
            </a:r>
            <a:endParaRPr lang="pt-BR" noProof="0" dirty="0"/>
          </a:p>
        </p:txBody>
      </p:sp>
      <p:pic>
        <p:nvPicPr>
          <p:cNvPr id="24" name="Image 0" descr="preencoded.png">
            <a:extLst>
              <a:ext uri="{FF2B5EF4-FFF2-40B4-BE49-F238E27FC236}">
                <a16:creationId xmlns:a16="http://schemas.microsoft.com/office/drawing/2014/main" id="{290C5B18-3355-FECB-3622-841E734BA9C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84061" y="1481471"/>
            <a:ext cx="225921" cy="225921"/>
          </a:xfrm>
          <a:prstGeom prst="rect">
            <a:avLst/>
          </a:prstGeom>
        </p:spPr>
      </p:pic>
      <p:pic>
        <p:nvPicPr>
          <p:cNvPr id="25" name="Image 0" descr="preencoded.png">
            <a:extLst>
              <a:ext uri="{FF2B5EF4-FFF2-40B4-BE49-F238E27FC236}">
                <a16:creationId xmlns:a16="http://schemas.microsoft.com/office/drawing/2014/main" id="{4DF1EFB4-04E1-DBE4-C8D7-A8D1EDEE2E9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84062" y="2169713"/>
            <a:ext cx="225921" cy="225921"/>
          </a:xfrm>
          <a:prstGeom prst="rect">
            <a:avLst/>
          </a:prstGeom>
        </p:spPr>
      </p:pic>
    </p:spTree>
    <p:extLst>
      <p:ext uri="{BB962C8B-B14F-4D97-AF65-F5344CB8AC3E}">
        <p14:creationId xmlns:p14="http://schemas.microsoft.com/office/powerpoint/2010/main" val="1190028098"/>
      </p:ext>
    </p:extLst>
  </p:cSld>
  <p:clrMapOvr>
    <a:masterClrMapping/>
  </p:clrMapOvr>
  <p:transition spd="med">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4AD253-4013-591D-852C-1EF7A809B1AB}"/>
            </a:ext>
          </a:extLst>
        </p:cNvPr>
        <p:cNvGrpSpPr/>
        <p:nvPr/>
      </p:nvGrpSpPr>
      <p:grpSpPr>
        <a:xfrm>
          <a:off x="0" y="0"/>
          <a:ext cx="0" cy="0"/>
          <a:chOff x="0" y="0"/>
          <a:chExt cx="0" cy="0"/>
        </a:xfrm>
      </p:grpSpPr>
      <p:pic>
        <p:nvPicPr>
          <p:cNvPr id="7" name="Imagem 6">
            <a:extLst>
              <a:ext uri="{FF2B5EF4-FFF2-40B4-BE49-F238E27FC236}">
                <a16:creationId xmlns:a16="http://schemas.microsoft.com/office/drawing/2014/main" id="{251C97B0-F769-B4B2-D4B1-9452E6513C0A}"/>
              </a:ext>
            </a:extLst>
          </p:cNvPr>
          <p:cNvPicPr>
            <a:picLocks noGrp="1" noRot="1" noChangeAspect="1" noMove="1" noResize="1" noEditPoints="1" noAdjustHandles="1" noChangeArrowheads="1" noChangeShapeType="1" noCrop="1"/>
          </p:cNvPicPr>
          <p:nvPr/>
        </p:nvPicPr>
        <p:blipFill>
          <a:blip r:embed="rId3"/>
          <a:stretch>
            <a:fillRect/>
          </a:stretch>
        </p:blipFill>
        <p:spPr>
          <a:xfrm>
            <a:off x="494945" y="6465877"/>
            <a:ext cx="5087060" cy="133369"/>
          </a:xfrm>
          <a:prstGeom prst="rect">
            <a:avLst/>
          </a:prstGeom>
        </p:spPr>
      </p:pic>
      <p:pic>
        <p:nvPicPr>
          <p:cNvPr id="10" name="Graphic 20">
            <a:extLst>
              <a:ext uri="{FF2B5EF4-FFF2-40B4-BE49-F238E27FC236}">
                <a16:creationId xmlns:a16="http://schemas.microsoft.com/office/drawing/2014/main" id="{55FAB8D9-8649-94EB-BD07-A9F46F8A3BDE}"/>
              </a:ext>
            </a:extLst>
          </p:cNvPr>
          <p:cNvPicPr>
            <a:picLocks noGrp="1" noRot="1" noChangeAspect="1" noMove="1" noResize="1" noEditPoints="1" noAdjustHandles="1" noChangeArrowheads="1" noChangeShapeType="1" noCrop="1"/>
          </p:cNvPicPr>
          <p:nvPr/>
        </p:nvPicPr>
        <p:blipFill rotWithShape="1">
          <a:blip>
            <a:extLst>
              <a:ext uri="{96DAC541-7B7A-43D3-8B79-37D633B846F1}">
                <asvg:svgBlip xmlns:asvg="http://schemas.microsoft.com/office/drawing/2016/SVG/main" r:embed="rId4"/>
              </a:ext>
            </a:extLst>
          </a:blip>
          <a:srcRect l="20422" t="12378" r="35137" b="58794"/>
          <a:stretch>
            <a:fillRect/>
          </a:stretch>
        </p:blipFill>
        <p:spPr>
          <a:xfrm flipH="1">
            <a:off x="13055" y="3579132"/>
            <a:ext cx="6096000" cy="3263901"/>
          </a:xfrm>
          <a:prstGeom prst="rect">
            <a:avLst/>
          </a:prstGeom>
        </p:spPr>
      </p:pic>
      <p:sp>
        <p:nvSpPr>
          <p:cNvPr id="2" name="Title 1">
            <a:extLst>
              <a:ext uri="{FF2B5EF4-FFF2-40B4-BE49-F238E27FC236}">
                <a16:creationId xmlns:a16="http://schemas.microsoft.com/office/drawing/2014/main" id="{0BBD1D7E-23D3-4C37-2499-F49B38E17ED0}"/>
              </a:ext>
            </a:extLst>
          </p:cNvPr>
          <p:cNvSpPr>
            <a:spLocks noGrp="1"/>
          </p:cNvSpPr>
          <p:nvPr>
            <p:ph type="title"/>
          </p:nvPr>
        </p:nvSpPr>
        <p:spPr>
          <a:xfrm>
            <a:off x="521058" y="258754"/>
            <a:ext cx="11175997" cy="941388"/>
          </a:xfrm>
        </p:spPr>
        <p:txBody>
          <a:bodyPr anchor="ctr"/>
          <a:lstStyle/>
          <a:p>
            <a:r>
              <a:rPr lang="pt-BR" sz="4000" noProof="0" dirty="0">
                <a:latin typeface="+mj-lt"/>
              </a:rPr>
              <a:t>Critérios que usamos no Capital IQ </a:t>
            </a:r>
          </a:p>
        </p:txBody>
      </p:sp>
      <p:sp>
        <p:nvSpPr>
          <p:cNvPr id="12" name="Text 1">
            <a:extLst>
              <a:ext uri="{FF2B5EF4-FFF2-40B4-BE49-F238E27FC236}">
                <a16:creationId xmlns:a16="http://schemas.microsoft.com/office/drawing/2014/main" id="{E1BDF419-89B1-C1AF-100D-D31945DEC124}"/>
              </a:ext>
            </a:extLst>
          </p:cNvPr>
          <p:cNvSpPr/>
          <p:nvPr/>
        </p:nvSpPr>
        <p:spPr>
          <a:xfrm>
            <a:off x="1090061" y="1481471"/>
            <a:ext cx="1604149" cy="235347"/>
          </a:xfrm>
          <a:prstGeom prst="rect">
            <a:avLst/>
          </a:prstGeom>
          <a:noFill/>
          <a:ln/>
        </p:spPr>
        <p:txBody>
          <a:bodyPr wrap="none" lIns="0" tIns="0" rIns="0" bIns="0" rtlCol="0" anchor="t"/>
          <a:lstStyle/>
          <a:p>
            <a:pPr>
              <a:lnSpc>
                <a:spcPts val="1833"/>
              </a:lnSpc>
            </a:pPr>
            <a:r>
              <a:rPr lang="pt-BR" sz="1600" b="1" noProof="0" dirty="0">
                <a:latin typeface="GT Walsheim LC Light (Corpo)"/>
                <a:ea typeface="Instrument Sans Semi Bold" pitchFamily="34" charset="-122"/>
                <a:cs typeface="Instrument Sans Semi Bold" pitchFamily="34" charset="-120"/>
              </a:rPr>
              <a:t>SIC </a:t>
            </a:r>
            <a:r>
              <a:rPr lang="pt-BR" sz="1600" b="1" noProof="0" dirty="0" err="1">
                <a:latin typeface="GT Walsheim LC Light (Corpo)"/>
                <a:ea typeface="Instrument Sans Semi Bold" pitchFamily="34" charset="-122"/>
                <a:cs typeface="Instrument Sans Semi Bold" pitchFamily="34" charset="-120"/>
              </a:rPr>
              <a:t>Code</a:t>
            </a:r>
            <a:endParaRPr lang="pt-BR" sz="1600" b="1" noProof="0" dirty="0">
              <a:latin typeface="GT Walsheim LC Light (Corpo)"/>
            </a:endParaRPr>
          </a:p>
        </p:txBody>
      </p:sp>
      <p:sp>
        <p:nvSpPr>
          <p:cNvPr id="13" name="Text 2">
            <a:extLst>
              <a:ext uri="{FF2B5EF4-FFF2-40B4-BE49-F238E27FC236}">
                <a16:creationId xmlns:a16="http://schemas.microsoft.com/office/drawing/2014/main" id="{35FFE580-FA3F-45AD-260E-54EA251D08BC}"/>
              </a:ext>
            </a:extLst>
          </p:cNvPr>
          <p:cNvSpPr/>
          <p:nvPr/>
        </p:nvSpPr>
        <p:spPr>
          <a:xfrm>
            <a:off x="1151020" y="1748563"/>
            <a:ext cx="5229209" cy="216495"/>
          </a:xfrm>
          <a:prstGeom prst="rect">
            <a:avLst/>
          </a:prstGeom>
          <a:noFill/>
          <a:ln/>
        </p:spPr>
        <p:txBody>
          <a:bodyPr wrap="none" lIns="0" tIns="0" rIns="0" bIns="0" rtlCol="0" anchor="t"/>
          <a:lstStyle/>
          <a:p>
            <a:pPr>
              <a:lnSpc>
                <a:spcPts val="1667"/>
              </a:lnSpc>
            </a:pPr>
            <a:r>
              <a:rPr lang="pt-BR" sz="1167" noProof="0" dirty="0">
                <a:ea typeface="Instrument Sans Medium" pitchFamily="34" charset="-122"/>
                <a:cs typeface="Instrument Sans Medium" pitchFamily="34" charset="-120"/>
              </a:rPr>
              <a:t>Filtro setorial </a:t>
            </a:r>
            <a:r>
              <a:rPr lang="pt-BR" noProof="0" dirty="0">
                <a:ea typeface="Instrument Sans Medium" pitchFamily="34" charset="-122"/>
                <a:cs typeface="Instrument Sans Medium" pitchFamily="34" charset="-120"/>
              </a:rPr>
              <a:t>baseado</a:t>
            </a:r>
            <a:r>
              <a:rPr lang="pt-BR" sz="1167" noProof="0" dirty="0">
                <a:ea typeface="Instrument Sans Medium" pitchFamily="34" charset="-122"/>
                <a:cs typeface="Instrument Sans Medium" pitchFamily="34" charset="-120"/>
              </a:rPr>
              <a:t> no código de atividade primária.</a:t>
            </a:r>
            <a:endParaRPr lang="pt-BR" sz="1167" noProof="0" dirty="0"/>
          </a:p>
        </p:txBody>
      </p:sp>
      <p:sp>
        <p:nvSpPr>
          <p:cNvPr id="14" name="Text 3">
            <a:extLst>
              <a:ext uri="{FF2B5EF4-FFF2-40B4-BE49-F238E27FC236}">
                <a16:creationId xmlns:a16="http://schemas.microsoft.com/office/drawing/2014/main" id="{0E2E8249-0E41-B71E-BA26-021BF29B8F6F}"/>
              </a:ext>
            </a:extLst>
          </p:cNvPr>
          <p:cNvSpPr/>
          <p:nvPr/>
        </p:nvSpPr>
        <p:spPr>
          <a:xfrm>
            <a:off x="1090060" y="2169713"/>
            <a:ext cx="1604149" cy="235347"/>
          </a:xfrm>
          <a:prstGeom prst="rect">
            <a:avLst/>
          </a:prstGeom>
          <a:noFill/>
          <a:ln/>
        </p:spPr>
        <p:txBody>
          <a:bodyPr wrap="none" lIns="0" tIns="0" rIns="0" bIns="0" rtlCol="0" anchor="t"/>
          <a:lstStyle/>
          <a:p>
            <a:pPr>
              <a:lnSpc>
                <a:spcPts val="1833"/>
              </a:lnSpc>
            </a:pPr>
            <a:r>
              <a:rPr lang="pt-BR" sz="1600" b="1" noProof="0" dirty="0">
                <a:latin typeface="GT Walsheim LC Light (Corpo)"/>
                <a:ea typeface="Instrument Sans Semi Bold" pitchFamily="34" charset="-122"/>
                <a:cs typeface="Instrument Sans Semi Bold" pitchFamily="34" charset="-120"/>
              </a:rPr>
              <a:t>Tipo de empresa</a:t>
            </a:r>
            <a:endParaRPr lang="pt-BR" sz="1600" b="1" noProof="0" dirty="0">
              <a:latin typeface="GT Walsheim LC Light (Corpo)"/>
            </a:endParaRPr>
          </a:p>
        </p:txBody>
      </p:sp>
      <p:sp>
        <p:nvSpPr>
          <p:cNvPr id="15" name="Text 4">
            <a:extLst>
              <a:ext uri="{FF2B5EF4-FFF2-40B4-BE49-F238E27FC236}">
                <a16:creationId xmlns:a16="http://schemas.microsoft.com/office/drawing/2014/main" id="{B3443ACA-2C09-68F4-9972-427E9F254E0C}"/>
              </a:ext>
            </a:extLst>
          </p:cNvPr>
          <p:cNvSpPr/>
          <p:nvPr/>
        </p:nvSpPr>
        <p:spPr>
          <a:xfrm>
            <a:off x="1151021" y="2478519"/>
            <a:ext cx="5229209" cy="432991"/>
          </a:xfrm>
          <a:prstGeom prst="rect">
            <a:avLst/>
          </a:prstGeom>
          <a:noFill/>
          <a:ln/>
        </p:spPr>
        <p:txBody>
          <a:bodyPr wrap="square" lIns="0" tIns="0" rIns="0" bIns="0" rtlCol="0" anchor="t"/>
          <a:lstStyle/>
          <a:p>
            <a:pPr>
              <a:lnSpc>
                <a:spcPts val="1667"/>
              </a:lnSpc>
            </a:pPr>
            <a:r>
              <a:rPr lang="pt-BR" noProof="0" dirty="0">
                <a:ea typeface="Instrument Sans Medium" pitchFamily="34" charset="-122"/>
                <a:cs typeface="Instrument Sans Medium" pitchFamily="34" charset="-120"/>
              </a:rPr>
              <a:t>Seleção focada em empresas públicas ou entidades privadas com dívida pública listada, garantindo maior transparência e disponibilidade de dados financeiros auditados.</a:t>
            </a:r>
            <a:endParaRPr lang="pt-BR" noProof="0" dirty="0"/>
          </a:p>
        </p:txBody>
      </p:sp>
      <p:sp>
        <p:nvSpPr>
          <p:cNvPr id="16" name="Text 5">
            <a:extLst>
              <a:ext uri="{FF2B5EF4-FFF2-40B4-BE49-F238E27FC236}">
                <a16:creationId xmlns:a16="http://schemas.microsoft.com/office/drawing/2014/main" id="{2B27BCD3-7FF0-2197-7836-62AE8A390A8D}"/>
              </a:ext>
            </a:extLst>
          </p:cNvPr>
          <p:cNvSpPr/>
          <p:nvPr/>
        </p:nvSpPr>
        <p:spPr>
          <a:xfrm>
            <a:off x="1090059" y="3326683"/>
            <a:ext cx="1604149" cy="235347"/>
          </a:xfrm>
          <a:prstGeom prst="rect">
            <a:avLst/>
          </a:prstGeom>
          <a:noFill/>
          <a:ln/>
        </p:spPr>
        <p:txBody>
          <a:bodyPr wrap="none" lIns="0" tIns="0" rIns="0" bIns="0" rtlCol="0" anchor="t"/>
          <a:lstStyle/>
          <a:p>
            <a:pPr>
              <a:lnSpc>
                <a:spcPts val="1833"/>
              </a:lnSpc>
            </a:pPr>
            <a:r>
              <a:rPr lang="pt-BR" sz="1600" b="1" noProof="0" dirty="0">
                <a:ea typeface="Instrument Sans Semi Bold" pitchFamily="34" charset="-122"/>
                <a:cs typeface="Instrument Sans Semi Bold" pitchFamily="34" charset="-120"/>
              </a:rPr>
              <a:t>Status da empresa</a:t>
            </a:r>
            <a:endParaRPr lang="pt-BR" sz="1600" b="1" noProof="0" dirty="0"/>
          </a:p>
        </p:txBody>
      </p:sp>
      <p:sp>
        <p:nvSpPr>
          <p:cNvPr id="17" name="Text 6">
            <a:extLst>
              <a:ext uri="{FF2B5EF4-FFF2-40B4-BE49-F238E27FC236}">
                <a16:creationId xmlns:a16="http://schemas.microsoft.com/office/drawing/2014/main" id="{C97E1023-9E00-C5B3-A461-58AFAAFD4DD1}"/>
              </a:ext>
            </a:extLst>
          </p:cNvPr>
          <p:cNvSpPr/>
          <p:nvPr/>
        </p:nvSpPr>
        <p:spPr>
          <a:xfrm>
            <a:off x="1151020" y="3605406"/>
            <a:ext cx="5229209" cy="649486"/>
          </a:xfrm>
          <a:prstGeom prst="rect">
            <a:avLst/>
          </a:prstGeom>
          <a:noFill/>
          <a:ln/>
        </p:spPr>
        <p:txBody>
          <a:bodyPr wrap="square" lIns="0" tIns="0" rIns="0" bIns="0" rtlCol="0" anchor="t"/>
          <a:lstStyle/>
          <a:p>
            <a:pPr>
              <a:lnSpc>
                <a:spcPts val="1667"/>
              </a:lnSpc>
            </a:pPr>
            <a:r>
              <a:rPr lang="pt-BR" noProof="0" dirty="0">
                <a:ea typeface="Instrument Sans Medium" pitchFamily="34" charset="-122"/>
                <a:cs typeface="Instrument Sans Medium" pitchFamily="34" charset="-120"/>
              </a:rPr>
              <a:t>Exclusão de entidades inativas ou dependentes (subsidiárias operacionais, em reorganização, fora do mercado, adquiridas, sem investimento ou em liquidação) para garantir a seleção de empresas com operações ativas e independentes.</a:t>
            </a:r>
            <a:endParaRPr lang="pt-BR" noProof="0" dirty="0"/>
          </a:p>
        </p:txBody>
      </p:sp>
      <p:pic>
        <p:nvPicPr>
          <p:cNvPr id="24" name="Image 0" descr="preencoded.png">
            <a:extLst>
              <a:ext uri="{FF2B5EF4-FFF2-40B4-BE49-F238E27FC236}">
                <a16:creationId xmlns:a16="http://schemas.microsoft.com/office/drawing/2014/main" id="{22B7D9F4-F408-2CA4-AD40-2CDFBF77F97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84061" y="1481471"/>
            <a:ext cx="225921" cy="225921"/>
          </a:xfrm>
          <a:prstGeom prst="rect">
            <a:avLst/>
          </a:prstGeom>
        </p:spPr>
      </p:pic>
      <p:pic>
        <p:nvPicPr>
          <p:cNvPr id="25" name="Image 0" descr="preencoded.png">
            <a:extLst>
              <a:ext uri="{FF2B5EF4-FFF2-40B4-BE49-F238E27FC236}">
                <a16:creationId xmlns:a16="http://schemas.microsoft.com/office/drawing/2014/main" id="{6B3F2E24-0E3B-09F6-ED6E-468ACF92CB5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84062" y="2169713"/>
            <a:ext cx="225921" cy="225921"/>
          </a:xfrm>
          <a:prstGeom prst="rect">
            <a:avLst/>
          </a:prstGeom>
        </p:spPr>
      </p:pic>
      <p:pic>
        <p:nvPicPr>
          <p:cNvPr id="26" name="Image 0" descr="preencoded.png">
            <a:extLst>
              <a:ext uri="{FF2B5EF4-FFF2-40B4-BE49-F238E27FC236}">
                <a16:creationId xmlns:a16="http://schemas.microsoft.com/office/drawing/2014/main" id="{992F787B-83B2-4E63-E0D4-59251FC06D7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84063" y="3316039"/>
            <a:ext cx="225921" cy="225921"/>
          </a:xfrm>
          <a:prstGeom prst="rect">
            <a:avLst/>
          </a:prstGeom>
        </p:spPr>
      </p:pic>
    </p:spTree>
    <p:extLst>
      <p:ext uri="{BB962C8B-B14F-4D97-AF65-F5344CB8AC3E}">
        <p14:creationId xmlns:p14="http://schemas.microsoft.com/office/powerpoint/2010/main" val="2381812761"/>
      </p:ext>
    </p:extLst>
  </p:cSld>
  <p:clrMapOvr>
    <a:masterClrMapping/>
  </p:clrMapOvr>
  <p:transition spd="med">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45654B-B1E0-F94C-AC5A-35E55433F618}"/>
            </a:ext>
          </a:extLst>
        </p:cNvPr>
        <p:cNvGrpSpPr/>
        <p:nvPr/>
      </p:nvGrpSpPr>
      <p:grpSpPr>
        <a:xfrm>
          <a:off x="0" y="0"/>
          <a:ext cx="0" cy="0"/>
          <a:chOff x="0" y="0"/>
          <a:chExt cx="0" cy="0"/>
        </a:xfrm>
      </p:grpSpPr>
      <p:pic>
        <p:nvPicPr>
          <p:cNvPr id="7" name="Imagem 6">
            <a:extLst>
              <a:ext uri="{FF2B5EF4-FFF2-40B4-BE49-F238E27FC236}">
                <a16:creationId xmlns:a16="http://schemas.microsoft.com/office/drawing/2014/main" id="{8554F717-B136-D234-27B5-C56D723DF919}"/>
              </a:ext>
            </a:extLst>
          </p:cNvPr>
          <p:cNvPicPr>
            <a:picLocks noGrp="1" noRot="1" noChangeAspect="1" noMove="1" noResize="1" noEditPoints="1" noAdjustHandles="1" noChangeArrowheads="1" noChangeShapeType="1" noCrop="1"/>
          </p:cNvPicPr>
          <p:nvPr/>
        </p:nvPicPr>
        <p:blipFill>
          <a:blip r:embed="rId3"/>
          <a:stretch>
            <a:fillRect/>
          </a:stretch>
        </p:blipFill>
        <p:spPr>
          <a:xfrm>
            <a:off x="494945" y="6465877"/>
            <a:ext cx="5087060" cy="133369"/>
          </a:xfrm>
          <a:prstGeom prst="rect">
            <a:avLst/>
          </a:prstGeom>
        </p:spPr>
      </p:pic>
      <p:pic>
        <p:nvPicPr>
          <p:cNvPr id="10" name="Graphic 20">
            <a:extLst>
              <a:ext uri="{FF2B5EF4-FFF2-40B4-BE49-F238E27FC236}">
                <a16:creationId xmlns:a16="http://schemas.microsoft.com/office/drawing/2014/main" id="{D7FB2AFA-0B9E-01DA-67B2-63422FE7E8CB}"/>
              </a:ext>
            </a:extLst>
          </p:cNvPr>
          <p:cNvPicPr>
            <a:picLocks noChangeAspect="1"/>
          </p:cNvPicPr>
          <p:nvPr/>
        </p:nvPicPr>
        <p:blipFill rotWithShape="1">
          <a:blip>
            <a:extLst>
              <a:ext uri="{96DAC541-7B7A-43D3-8B79-37D633B846F1}">
                <asvg:svgBlip xmlns:asvg="http://schemas.microsoft.com/office/drawing/2016/SVG/main" r:embed="rId4"/>
              </a:ext>
            </a:extLst>
          </a:blip>
          <a:srcRect l="20422" t="12378" r="35137" b="58794"/>
          <a:stretch>
            <a:fillRect/>
          </a:stretch>
        </p:blipFill>
        <p:spPr>
          <a:xfrm flipH="1">
            <a:off x="13055" y="3579132"/>
            <a:ext cx="6096000" cy="3263901"/>
          </a:xfrm>
          <a:prstGeom prst="rect">
            <a:avLst/>
          </a:prstGeom>
        </p:spPr>
      </p:pic>
      <p:sp>
        <p:nvSpPr>
          <p:cNvPr id="2" name="Title 1">
            <a:extLst>
              <a:ext uri="{FF2B5EF4-FFF2-40B4-BE49-F238E27FC236}">
                <a16:creationId xmlns:a16="http://schemas.microsoft.com/office/drawing/2014/main" id="{26258FE9-EDB2-422E-B205-ED67A6D594BD}"/>
              </a:ext>
            </a:extLst>
          </p:cNvPr>
          <p:cNvSpPr>
            <a:spLocks noGrp="1"/>
          </p:cNvSpPr>
          <p:nvPr>
            <p:ph type="title"/>
          </p:nvPr>
        </p:nvSpPr>
        <p:spPr>
          <a:xfrm>
            <a:off x="521058" y="258754"/>
            <a:ext cx="11175997" cy="941388"/>
          </a:xfrm>
        </p:spPr>
        <p:txBody>
          <a:bodyPr anchor="ctr"/>
          <a:lstStyle/>
          <a:p>
            <a:r>
              <a:rPr lang="pt-BR" sz="4000" noProof="0" dirty="0">
                <a:latin typeface="+mj-lt"/>
              </a:rPr>
              <a:t>Critérios que usamos no Capital IQ </a:t>
            </a:r>
          </a:p>
        </p:txBody>
      </p:sp>
      <p:sp>
        <p:nvSpPr>
          <p:cNvPr id="12" name="Text 1">
            <a:extLst>
              <a:ext uri="{FF2B5EF4-FFF2-40B4-BE49-F238E27FC236}">
                <a16:creationId xmlns:a16="http://schemas.microsoft.com/office/drawing/2014/main" id="{3B72FD02-56FF-C863-7311-64BCBEBE441A}"/>
              </a:ext>
            </a:extLst>
          </p:cNvPr>
          <p:cNvSpPr/>
          <p:nvPr/>
        </p:nvSpPr>
        <p:spPr>
          <a:xfrm>
            <a:off x="1090061" y="1481471"/>
            <a:ext cx="1604149" cy="235347"/>
          </a:xfrm>
          <a:prstGeom prst="rect">
            <a:avLst/>
          </a:prstGeom>
          <a:noFill/>
          <a:ln/>
        </p:spPr>
        <p:txBody>
          <a:bodyPr wrap="none" lIns="0" tIns="0" rIns="0" bIns="0" rtlCol="0" anchor="t"/>
          <a:lstStyle/>
          <a:p>
            <a:pPr>
              <a:lnSpc>
                <a:spcPts val="1833"/>
              </a:lnSpc>
            </a:pPr>
            <a:r>
              <a:rPr lang="pt-BR" sz="1600" b="1" noProof="0" dirty="0">
                <a:latin typeface="GT Walsheim LC Light (Corpo)"/>
                <a:ea typeface="Instrument Sans Semi Bold" pitchFamily="34" charset="-122"/>
                <a:cs typeface="Instrument Sans Semi Bold" pitchFamily="34" charset="-120"/>
              </a:rPr>
              <a:t>SIC </a:t>
            </a:r>
            <a:r>
              <a:rPr lang="pt-BR" sz="1600" b="1" noProof="0" dirty="0" err="1">
                <a:latin typeface="GT Walsheim LC Light (Corpo)"/>
                <a:ea typeface="Instrument Sans Semi Bold" pitchFamily="34" charset="-122"/>
                <a:cs typeface="Instrument Sans Semi Bold" pitchFamily="34" charset="-120"/>
              </a:rPr>
              <a:t>Code</a:t>
            </a:r>
            <a:endParaRPr lang="pt-BR" sz="1600" b="1" noProof="0" dirty="0">
              <a:latin typeface="GT Walsheim LC Light (Corpo)"/>
            </a:endParaRPr>
          </a:p>
        </p:txBody>
      </p:sp>
      <p:sp>
        <p:nvSpPr>
          <p:cNvPr id="13" name="Text 2">
            <a:extLst>
              <a:ext uri="{FF2B5EF4-FFF2-40B4-BE49-F238E27FC236}">
                <a16:creationId xmlns:a16="http://schemas.microsoft.com/office/drawing/2014/main" id="{BF9DA0FD-9C66-5BC3-B580-0D8C5D69C6C7}"/>
              </a:ext>
            </a:extLst>
          </p:cNvPr>
          <p:cNvSpPr/>
          <p:nvPr/>
        </p:nvSpPr>
        <p:spPr>
          <a:xfrm>
            <a:off x="1151020" y="1748563"/>
            <a:ext cx="5229209" cy="216495"/>
          </a:xfrm>
          <a:prstGeom prst="rect">
            <a:avLst/>
          </a:prstGeom>
          <a:noFill/>
          <a:ln/>
        </p:spPr>
        <p:txBody>
          <a:bodyPr wrap="none" lIns="0" tIns="0" rIns="0" bIns="0" rtlCol="0" anchor="t"/>
          <a:lstStyle/>
          <a:p>
            <a:pPr>
              <a:lnSpc>
                <a:spcPts val="1667"/>
              </a:lnSpc>
            </a:pPr>
            <a:r>
              <a:rPr lang="pt-BR" sz="1167" noProof="0" dirty="0">
                <a:ea typeface="Instrument Sans Medium" pitchFamily="34" charset="-122"/>
                <a:cs typeface="Instrument Sans Medium" pitchFamily="34" charset="-120"/>
              </a:rPr>
              <a:t>Filtro setorial </a:t>
            </a:r>
            <a:r>
              <a:rPr lang="pt-BR" noProof="0" dirty="0">
                <a:ea typeface="Instrument Sans Medium" pitchFamily="34" charset="-122"/>
                <a:cs typeface="Instrument Sans Medium" pitchFamily="34" charset="-120"/>
              </a:rPr>
              <a:t>baseado</a:t>
            </a:r>
            <a:r>
              <a:rPr lang="pt-BR" sz="1167" noProof="0" dirty="0">
                <a:ea typeface="Instrument Sans Medium" pitchFamily="34" charset="-122"/>
                <a:cs typeface="Instrument Sans Medium" pitchFamily="34" charset="-120"/>
              </a:rPr>
              <a:t> no código de atividade primária.</a:t>
            </a:r>
            <a:endParaRPr lang="pt-BR" sz="1167" noProof="0" dirty="0"/>
          </a:p>
        </p:txBody>
      </p:sp>
      <p:sp>
        <p:nvSpPr>
          <p:cNvPr id="14" name="Text 3">
            <a:extLst>
              <a:ext uri="{FF2B5EF4-FFF2-40B4-BE49-F238E27FC236}">
                <a16:creationId xmlns:a16="http://schemas.microsoft.com/office/drawing/2014/main" id="{0C63E094-BB87-D005-4EA6-A693FA9B0C49}"/>
              </a:ext>
            </a:extLst>
          </p:cNvPr>
          <p:cNvSpPr/>
          <p:nvPr/>
        </p:nvSpPr>
        <p:spPr>
          <a:xfrm>
            <a:off x="1090060" y="2169713"/>
            <a:ext cx="1604149" cy="235347"/>
          </a:xfrm>
          <a:prstGeom prst="rect">
            <a:avLst/>
          </a:prstGeom>
          <a:noFill/>
          <a:ln/>
        </p:spPr>
        <p:txBody>
          <a:bodyPr wrap="none" lIns="0" tIns="0" rIns="0" bIns="0" rtlCol="0" anchor="t"/>
          <a:lstStyle/>
          <a:p>
            <a:pPr>
              <a:lnSpc>
                <a:spcPts val="1833"/>
              </a:lnSpc>
            </a:pPr>
            <a:r>
              <a:rPr lang="pt-BR" sz="1600" b="1" noProof="0" dirty="0">
                <a:latin typeface="GT Walsheim LC Light (Corpo)"/>
                <a:ea typeface="Instrument Sans Semi Bold" pitchFamily="34" charset="-122"/>
                <a:cs typeface="Instrument Sans Semi Bold" pitchFamily="34" charset="-120"/>
              </a:rPr>
              <a:t>Tipo de empresa</a:t>
            </a:r>
            <a:endParaRPr lang="pt-BR" sz="1600" b="1" noProof="0" dirty="0">
              <a:latin typeface="GT Walsheim LC Light (Corpo)"/>
            </a:endParaRPr>
          </a:p>
        </p:txBody>
      </p:sp>
      <p:sp>
        <p:nvSpPr>
          <p:cNvPr id="15" name="Text 4">
            <a:extLst>
              <a:ext uri="{FF2B5EF4-FFF2-40B4-BE49-F238E27FC236}">
                <a16:creationId xmlns:a16="http://schemas.microsoft.com/office/drawing/2014/main" id="{DE1CF995-AFBE-48A1-80CE-CFB411D88B3A}"/>
              </a:ext>
            </a:extLst>
          </p:cNvPr>
          <p:cNvSpPr/>
          <p:nvPr/>
        </p:nvSpPr>
        <p:spPr>
          <a:xfrm>
            <a:off x="1151021" y="2478519"/>
            <a:ext cx="5229209" cy="432991"/>
          </a:xfrm>
          <a:prstGeom prst="rect">
            <a:avLst/>
          </a:prstGeom>
          <a:noFill/>
          <a:ln/>
        </p:spPr>
        <p:txBody>
          <a:bodyPr wrap="square" lIns="0" tIns="0" rIns="0" bIns="0" rtlCol="0" anchor="t"/>
          <a:lstStyle/>
          <a:p>
            <a:pPr>
              <a:lnSpc>
                <a:spcPts val="1667"/>
              </a:lnSpc>
            </a:pPr>
            <a:r>
              <a:rPr lang="pt-BR" noProof="0" dirty="0">
                <a:ea typeface="Instrument Sans Medium" pitchFamily="34" charset="-122"/>
                <a:cs typeface="Instrument Sans Medium" pitchFamily="34" charset="-120"/>
              </a:rPr>
              <a:t>Seleção focada em empresas públicas ou entidades privadas com dívida pública listada, garantindo maior transparência e disponibilidade de dados financeiros auditados.</a:t>
            </a:r>
            <a:endParaRPr lang="pt-BR" noProof="0" dirty="0"/>
          </a:p>
        </p:txBody>
      </p:sp>
      <p:sp>
        <p:nvSpPr>
          <p:cNvPr id="16" name="Text 5">
            <a:extLst>
              <a:ext uri="{FF2B5EF4-FFF2-40B4-BE49-F238E27FC236}">
                <a16:creationId xmlns:a16="http://schemas.microsoft.com/office/drawing/2014/main" id="{E9ACCAAA-3D30-FCDC-29CC-B942EDDB9622}"/>
              </a:ext>
            </a:extLst>
          </p:cNvPr>
          <p:cNvSpPr/>
          <p:nvPr/>
        </p:nvSpPr>
        <p:spPr>
          <a:xfrm>
            <a:off x="1090059" y="3326683"/>
            <a:ext cx="1604149" cy="235347"/>
          </a:xfrm>
          <a:prstGeom prst="rect">
            <a:avLst/>
          </a:prstGeom>
          <a:noFill/>
          <a:ln/>
        </p:spPr>
        <p:txBody>
          <a:bodyPr wrap="none" lIns="0" tIns="0" rIns="0" bIns="0" rtlCol="0" anchor="t"/>
          <a:lstStyle/>
          <a:p>
            <a:pPr>
              <a:lnSpc>
                <a:spcPts val="1833"/>
              </a:lnSpc>
            </a:pPr>
            <a:r>
              <a:rPr lang="pt-BR" sz="1600" b="1" noProof="0" dirty="0">
                <a:ea typeface="Instrument Sans Semi Bold" pitchFamily="34" charset="-122"/>
                <a:cs typeface="Instrument Sans Semi Bold" pitchFamily="34" charset="-120"/>
              </a:rPr>
              <a:t>Status da empresa</a:t>
            </a:r>
            <a:endParaRPr lang="pt-BR" sz="1600" b="1" noProof="0" dirty="0"/>
          </a:p>
        </p:txBody>
      </p:sp>
      <p:sp>
        <p:nvSpPr>
          <p:cNvPr id="17" name="Text 6">
            <a:extLst>
              <a:ext uri="{FF2B5EF4-FFF2-40B4-BE49-F238E27FC236}">
                <a16:creationId xmlns:a16="http://schemas.microsoft.com/office/drawing/2014/main" id="{D4AEAF7A-D788-8FA6-FE57-440D9F8610D3}"/>
              </a:ext>
            </a:extLst>
          </p:cNvPr>
          <p:cNvSpPr/>
          <p:nvPr/>
        </p:nvSpPr>
        <p:spPr>
          <a:xfrm>
            <a:off x="1151020" y="3605406"/>
            <a:ext cx="5229209" cy="649486"/>
          </a:xfrm>
          <a:prstGeom prst="rect">
            <a:avLst/>
          </a:prstGeom>
          <a:noFill/>
          <a:ln/>
        </p:spPr>
        <p:txBody>
          <a:bodyPr wrap="square" lIns="0" tIns="0" rIns="0" bIns="0" rtlCol="0" anchor="t"/>
          <a:lstStyle/>
          <a:p>
            <a:pPr>
              <a:lnSpc>
                <a:spcPts val="1667"/>
              </a:lnSpc>
            </a:pPr>
            <a:r>
              <a:rPr lang="pt-BR" noProof="0" dirty="0">
                <a:ea typeface="Instrument Sans Medium" pitchFamily="34" charset="-122"/>
                <a:cs typeface="Instrument Sans Medium" pitchFamily="34" charset="-120"/>
              </a:rPr>
              <a:t>Exclusão de entidades inativas ou dependentes (subsidiárias operacionais, em reorganização, fora do mercado, adquiridas, sem investimento ou em liquidação) para garantir a seleção de empresas com operações ativas e independentes.</a:t>
            </a:r>
            <a:endParaRPr lang="pt-BR" noProof="0" dirty="0"/>
          </a:p>
        </p:txBody>
      </p:sp>
      <p:sp>
        <p:nvSpPr>
          <p:cNvPr id="18" name="Text 7">
            <a:extLst>
              <a:ext uri="{FF2B5EF4-FFF2-40B4-BE49-F238E27FC236}">
                <a16:creationId xmlns:a16="http://schemas.microsoft.com/office/drawing/2014/main" id="{4573A33E-7820-F199-8659-5DA3D1B19694}"/>
              </a:ext>
            </a:extLst>
          </p:cNvPr>
          <p:cNvSpPr/>
          <p:nvPr/>
        </p:nvSpPr>
        <p:spPr>
          <a:xfrm>
            <a:off x="1090061" y="4675148"/>
            <a:ext cx="2262739" cy="235347"/>
          </a:xfrm>
          <a:prstGeom prst="rect">
            <a:avLst/>
          </a:prstGeom>
          <a:noFill/>
          <a:ln/>
        </p:spPr>
        <p:txBody>
          <a:bodyPr wrap="none" lIns="0" tIns="0" rIns="0" bIns="0" rtlCol="0" anchor="t"/>
          <a:lstStyle/>
          <a:p>
            <a:pPr>
              <a:lnSpc>
                <a:spcPts val="1833"/>
              </a:lnSpc>
            </a:pPr>
            <a:r>
              <a:rPr lang="pt-BR" sz="1600" b="1" noProof="0" dirty="0">
                <a:ea typeface="Instrument Sans Semi Bold" pitchFamily="34" charset="-122"/>
                <a:cs typeface="Instrument Sans Semi Bold" pitchFamily="34" charset="-120"/>
              </a:rPr>
              <a:t>Localização Geográfica</a:t>
            </a:r>
            <a:endParaRPr lang="pt-BR" sz="1600" b="1" noProof="0" dirty="0"/>
          </a:p>
        </p:txBody>
      </p:sp>
      <p:sp>
        <p:nvSpPr>
          <p:cNvPr id="19" name="Text 8">
            <a:extLst>
              <a:ext uri="{FF2B5EF4-FFF2-40B4-BE49-F238E27FC236}">
                <a16:creationId xmlns:a16="http://schemas.microsoft.com/office/drawing/2014/main" id="{DF3B66CA-551E-7231-F98E-CFD9B92B003F}"/>
              </a:ext>
            </a:extLst>
          </p:cNvPr>
          <p:cNvSpPr/>
          <p:nvPr/>
        </p:nvSpPr>
        <p:spPr>
          <a:xfrm>
            <a:off x="1151021" y="4943191"/>
            <a:ext cx="5229209" cy="216495"/>
          </a:xfrm>
          <a:prstGeom prst="rect">
            <a:avLst/>
          </a:prstGeom>
          <a:noFill/>
          <a:ln/>
        </p:spPr>
        <p:txBody>
          <a:bodyPr wrap="none" lIns="0" tIns="0" rIns="0" bIns="0" rtlCol="0" anchor="t"/>
          <a:lstStyle/>
          <a:p>
            <a:pPr>
              <a:lnSpc>
                <a:spcPts val="1667"/>
              </a:lnSpc>
            </a:pPr>
            <a:r>
              <a:rPr lang="pt-BR" noProof="0" dirty="0">
                <a:ea typeface="Instrument Sans Medium" pitchFamily="34" charset="-122"/>
                <a:cs typeface="Instrument Sans Medium" pitchFamily="34" charset="-120"/>
              </a:rPr>
              <a:t>Mercados com risco econômico similar ao da parte testada.</a:t>
            </a:r>
            <a:endParaRPr lang="pt-BR" noProof="0" dirty="0"/>
          </a:p>
        </p:txBody>
      </p:sp>
      <p:pic>
        <p:nvPicPr>
          <p:cNvPr id="24" name="Image 0" descr="preencoded.png">
            <a:extLst>
              <a:ext uri="{FF2B5EF4-FFF2-40B4-BE49-F238E27FC236}">
                <a16:creationId xmlns:a16="http://schemas.microsoft.com/office/drawing/2014/main" id="{6FCD6842-D711-3D15-3772-BF92E1F75F7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84061" y="1481471"/>
            <a:ext cx="225921" cy="225921"/>
          </a:xfrm>
          <a:prstGeom prst="rect">
            <a:avLst/>
          </a:prstGeom>
        </p:spPr>
      </p:pic>
      <p:pic>
        <p:nvPicPr>
          <p:cNvPr id="25" name="Image 0" descr="preencoded.png">
            <a:extLst>
              <a:ext uri="{FF2B5EF4-FFF2-40B4-BE49-F238E27FC236}">
                <a16:creationId xmlns:a16="http://schemas.microsoft.com/office/drawing/2014/main" id="{15A299B7-6B37-FC9F-985D-4F1E02A4C98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84062" y="2169713"/>
            <a:ext cx="225921" cy="225921"/>
          </a:xfrm>
          <a:prstGeom prst="rect">
            <a:avLst/>
          </a:prstGeom>
        </p:spPr>
      </p:pic>
      <p:pic>
        <p:nvPicPr>
          <p:cNvPr id="26" name="Image 0" descr="preencoded.png">
            <a:extLst>
              <a:ext uri="{FF2B5EF4-FFF2-40B4-BE49-F238E27FC236}">
                <a16:creationId xmlns:a16="http://schemas.microsoft.com/office/drawing/2014/main" id="{95F472DD-0AD6-E55B-4684-3ED2D6A7DE2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84063" y="3316039"/>
            <a:ext cx="225921" cy="225921"/>
          </a:xfrm>
          <a:prstGeom prst="rect">
            <a:avLst/>
          </a:prstGeom>
        </p:spPr>
      </p:pic>
      <p:pic>
        <p:nvPicPr>
          <p:cNvPr id="27" name="Image 0" descr="preencoded.png">
            <a:extLst>
              <a:ext uri="{FF2B5EF4-FFF2-40B4-BE49-F238E27FC236}">
                <a16:creationId xmlns:a16="http://schemas.microsoft.com/office/drawing/2014/main" id="{AD094182-2185-90FC-8115-0C4D27C8F17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84064" y="4679860"/>
            <a:ext cx="225921" cy="225921"/>
          </a:xfrm>
          <a:prstGeom prst="rect">
            <a:avLst/>
          </a:prstGeom>
        </p:spPr>
      </p:pic>
    </p:spTree>
    <p:extLst>
      <p:ext uri="{BB962C8B-B14F-4D97-AF65-F5344CB8AC3E}">
        <p14:creationId xmlns:p14="http://schemas.microsoft.com/office/powerpoint/2010/main" val="2027683604"/>
      </p:ext>
    </p:extLst>
  </p:cSld>
  <p:clrMapOvr>
    <a:masterClrMapping/>
  </p:clrMapOvr>
  <p:transition spd="med">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B301FE-531E-ABAC-08D2-249780DE8584}"/>
            </a:ext>
          </a:extLst>
        </p:cNvPr>
        <p:cNvGrpSpPr/>
        <p:nvPr/>
      </p:nvGrpSpPr>
      <p:grpSpPr>
        <a:xfrm>
          <a:off x="0" y="0"/>
          <a:ext cx="0" cy="0"/>
          <a:chOff x="0" y="0"/>
          <a:chExt cx="0" cy="0"/>
        </a:xfrm>
      </p:grpSpPr>
      <p:sp>
        <p:nvSpPr>
          <p:cNvPr id="5" name="Rectangle: Rounded Corners 28">
            <a:extLst>
              <a:ext uri="{FF2B5EF4-FFF2-40B4-BE49-F238E27FC236}">
                <a16:creationId xmlns:a16="http://schemas.microsoft.com/office/drawing/2014/main" id="{3C867369-6211-218A-E947-F3A6DA547F8B}"/>
              </a:ext>
            </a:extLst>
          </p:cNvPr>
          <p:cNvSpPr/>
          <p:nvPr/>
        </p:nvSpPr>
        <p:spPr>
          <a:xfrm>
            <a:off x="9919997" y="1335696"/>
            <a:ext cx="2262740" cy="4849203"/>
          </a:xfrm>
          <a:prstGeom prst="roundRect">
            <a:avLst>
              <a:gd name="adj" fmla="val 0"/>
            </a:avLst>
          </a:prstGeom>
          <a:solidFill>
            <a:srgbClr val="2B144C">
              <a:alpha val="89804"/>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736656" rtl="0" eaLnBrk="1" fontAlgn="auto" latinLnBrk="0" hangingPunct="1">
              <a:lnSpc>
                <a:spcPct val="100000"/>
              </a:lnSpc>
              <a:spcBef>
                <a:spcPts val="0"/>
              </a:spcBef>
              <a:spcAft>
                <a:spcPts val="600"/>
              </a:spcAft>
              <a:buClrTx/>
              <a:buSzTx/>
              <a:buFont typeface="GT Walsheim LC Light" pitchFamily="2" charset="0"/>
              <a:buNone/>
              <a:tabLst/>
              <a:defRPr/>
            </a:pPr>
            <a:endParaRPr kumimoji="0" lang="pt-BR" sz="2400" b="0" i="0" u="none" strike="noStrike" kern="1200" cap="none" spc="0" normalizeH="0" baseline="0" noProof="0" dirty="0">
              <a:ln>
                <a:noFill/>
              </a:ln>
              <a:solidFill>
                <a:prstClr val="black"/>
              </a:solidFill>
              <a:effectLst/>
              <a:uLnTx/>
              <a:uFillTx/>
              <a:latin typeface="GT Walsheim LC Light"/>
              <a:ea typeface="+mn-ea"/>
              <a:cs typeface="+mn-cs"/>
            </a:endParaRPr>
          </a:p>
        </p:txBody>
      </p:sp>
      <p:sp>
        <p:nvSpPr>
          <p:cNvPr id="3" name="Rectangle: Rounded Corners 28">
            <a:extLst>
              <a:ext uri="{FF2B5EF4-FFF2-40B4-BE49-F238E27FC236}">
                <a16:creationId xmlns:a16="http://schemas.microsoft.com/office/drawing/2014/main" id="{879841E9-A424-58DA-F3F6-638F9C99A1DE}"/>
              </a:ext>
            </a:extLst>
          </p:cNvPr>
          <p:cNvSpPr/>
          <p:nvPr/>
        </p:nvSpPr>
        <p:spPr>
          <a:xfrm>
            <a:off x="6527800" y="1335697"/>
            <a:ext cx="5600700" cy="4849203"/>
          </a:xfrm>
          <a:prstGeom prst="roundRect">
            <a:avLst>
              <a:gd name="adj" fmla="val 5816"/>
            </a:avLst>
          </a:prstGeom>
          <a:solidFill>
            <a:srgbClr val="2B144C">
              <a:alpha val="89804"/>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736656" rtl="0" eaLnBrk="1" fontAlgn="auto" latinLnBrk="0" hangingPunct="1">
              <a:lnSpc>
                <a:spcPct val="100000"/>
              </a:lnSpc>
              <a:spcBef>
                <a:spcPts val="0"/>
              </a:spcBef>
              <a:spcAft>
                <a:spcPts val="600"/>
              </a:spcAft>
              <a:buClrTx/>
              <a:buSzTx/>
              <a:buFont typeface="GT Walsheim LC Light" pitchFamily="2" charset="0"/>
              <a:buNone/>
              <a:tabLst/>
              <a:defRPr/>
            </a:pPr>
            <a:endParaRPr kumimoji="0" lang="pt-BR" sz="2400" b="0" i="0" u="none" strike="noStrike" kern="1200" cap="none" spc="0" normalizeH="0" baseline="0" noProof="0" dirty="0">
              <a:ln>
                <a:noFill/>
              </a:ln>
              <a:solidFill>
                <a:prstClr val="black"/>
              </a:solidFill>
              <a:effectLst/>
              <a:uLnTx/>
              <a:uFillTx/>
              <a:latin typeface="GT Walsheim LC Light"/>
              <a:ea typeface="+mn-ea"/>
              <a:cs typeface="+mn-cs"/>
            </a:endParaRPr>
          </a:p>
        </p:txBody>
      </p:sp>
      <p:pic>
        <p:nvPicPr>
          <p:cNvPr id="7" name="Imagem 6">
            <a:extLst>
              <a:ext uri="{FF2B5EF4-FFF2-40B4-BE49-F238E27FC236}">
                <a16:creationId xmlns:a16="http://schemas.microsoft.com/office/drawing/2014/main" id="{2E70FBC9-9B1C-2F50-BC50-A2249E2C24D6}"/>
              </a:ext>
            </a:extLst>
          </p:cNvPr>
          <p:cNvPicPr>
            <a:picLocks noGrp="1" noRot="1" noChangeAspect="1" noMove="1" noResize="1" noEditPoints="1" noAdjustHandles="1" noChangeArrowheads="1" noChangeShapeType="1" noCrop="1"/>
          </p:cNvPicPr>
          <p:nvPr/>
        </p:nvPicPr>
        <p:blipFill>
          <a:blip r:embed="rId3"/>
          <a:stretch>
            <a:fillRect/>
          </a:stretch>
        </p:blipFill>
        <p:spPr>
          <a:xfrm>
            <a:off x="494945" y="6465877"/>
            <a:ext cx="5087060" cy="133369"/>
          </a:xfrm>
          <a:prstGeom prst="rect">
            <a:avLst/>
          </a:prstGeom>
        </p:spPr>
      </p:pic>
      <p:pic>
        <p:nvPicPr>
          <p:cNvPr id="10" name="Graphic 20">
            <a:extLst>
              <a:ext uri="{FF2B5EF4-FFF2-40B4-BE49-F238E27FC236}">
                <a16:creationId xmlns:a16="http://schemas.microsoft.com/office/drawing/2014/main" id="{3316DC26-9356-2A8A-1CA5-C4DEDCFE572E}"/>
              </a:ext>
            </a:extLst>
          </p:cNvPr>
          <p:cNvPicPr>
            <a:picLocks noChangeAspect="1"/>
          </p:cNvPicPr>
          <p:nvPr/>
        </p:nvPicPr>
        <p:blipFill rotWithShape="1">
          <a:blip>
            <a:extLst>
              <a:ext uri="{96DAC541-7B7A-43D3-8B79-37D633B846F1}">
                <asvg:svgBlip xmlns:asvg="http://schemas.microsoft.com/office/drawing/2016/SVG/main" r:embed="rId4"/>
              </a:ext>
            </a:extLst>
          </a:blip>
          <a:srcRect l="20422" t="12378" r="35137" b="58794"/>
          <a:stretch>
            <a:fillRect/>
          </a:stretch>
        </p:blipFill>
        <p:spPr>
          <a:xfrm flipH="1">
            <a:off x="13055" y="3579132"/>
            <a:ext cx="6096000" cy="3263901"/>
          </a:xfrm>
          <a:prstGeom prst="rect">
            <a:avLst/>
          </a:prstGeom>
        </p:spPr>
      </p:pic>
      <p:sp>
        <p:nvSpPr>
          <p:cNvPr id="2" name="Title 1">
            <a:extLst>
              <a:ext uri="{FF2B5EF4-FFF2-40B4-BE49-F238E27FC236}">
                <a16:creationId xmlns:a16="http://schemas.microsoft.com/office/drawing/2014/main" id="{2879FC75-0C6A-E0F2-584B-CACFCFFFCE61}"/>
              </a:ext>
            </a:extLst>
          </p:cNvPr>
          <p:cNvSpPr>
            <a:spLocks noGrp="1"/>
          </p:cNvSpPr>
          <p:nvPr>
            <p:ph type="title"/>
          </p:nvPr>
        </p:nvSpPr>
        <p:spPr>
          <a:xfrm>
            <a:off x="494945" y="258754"/>
            <a:ext cx="11175997" cy="941388"/>
          </a:xfrm>
        </p:spPr>
        <p:txBody>
          <a:bodyPr anchor="ctr"/>
          <a:lstStyle/>
          <a:p>
            <a:r>
              <a:rPr lang="pt-BR" sz="4000" noProof="0" dirty="0">
                <a:latin typeface="+mj-lt"/>
              </a:rPr>
              <a:t>Critérios que usamos no Capital IQ </a:t>
            </a:r>
          </a:p>
        </p:txBody>
      </p:sp>
      <p:sp>
        <p:nvSpPr>
          <p:cNvPr id="9" name="Content Placeholder 5">
            <a:extLst>
              <a:ext uri="{FF2B5EF4-FFF2-40B4-BE49-F238E27FC236}">
                <a16:creationId xmlns:a16="http://schemas.microsoft.com/office/drawing/2014/main" id="{845B6BD8-668D-65EA-3207-E7A45664A3B5}"/>
              </a:ext>
            </a:extLst>
          </p:cNvPr>
          <p:cNvSpPr txBox="1">
            <a:spLocks/>
          </p:cNvSpPr>
          <p:nvPr/>
        </p:nvSpPr>
        <p:spPr>
          <a:xfrm>
            <a:off x="6753951" y="1481471"/>
            <a:ext cx="5250012" cy="3678215"/>
          </a:xfrm>
          <a:prstGeom prst="rect">
            <a:avLst/>
          </a:prstGeom>
        </p:spPr>
        <p:txBody>
          <a:bodyPr vert="horz" wrap="square" lIns="0" tIns="0" rIns="0" bIns="0" rtlCol="0" anchor="t" anchorCtr="0">
            <a:noAutofit/>
          </a:bodyPr>
          <a:lstStyle>
            <a:lvl1pPr marL="0" indent="0" algn="l" defTabSz="736656" rtl="0" eaLnBrk="1" latinLnBrk="0" hangingPunct="1">
              <a:lnSpc>
                <a:spcPct val="10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1pPr>
            <a:lvl2pPr marL="0" indent="0" algn="l" defTabSz="736656" rtl="0" eaLnBrk="1" latinLnBrk="0" hangingPunct="1">
              <a:lnSpc>
                <a:spcPct val="100000"/>
              </a:lnSpc>
              <a:spcBef>
                <a:spcPts val="0"/>
              </a:spcBef>
              <a:spcAft>
                <a:spcPts val="600"/>
              </a:spcAft>
              <a:buFont typeface="Arial" panose="020B0604020202020204" pitchFamily="34" charset="0"/>
              <a:buNone/>
              <a:tabLst/>
              <a:defRPr sz="1400" b="1" kern="1200">
                <a:solidFill>
                  <a:schemeClr val="tx1"/>
                </a:solidFill>
                <a:latin typeface="+mn-lt"/>
                <a:ea typeface="+mn-ea"/>
                <a:cs typeface="+mn-cs"/>
              </a:defRPr>
            </a:lvl2pPr>
            <a:lvl3pPr marL="0" indent="0" algn="l" defTabSz="901700" rtl="0" eaLnBrk="1" latinLnBrk="0" hangingPunct="1">
              <a:lnSpc>
                <a:spcPct val="100000"/>
              </a:lnSpc>
              <a:spcBef>
                <a:spcPts val="0"/>
              </a:spcBef>
              <a:spcAft>
                <a:spcPts val="600"/>
              </a:spcAft>
              <a:buFont typeface="Arial" panose="020B0604020202020204" pitchFamily="34" charset="0"/>
              <a:buNone/>
              <a:defRPr sz="1400" b="1" kern="1200">
                <a:solidFill>
                  <a:schemeClr val="tx1"/>
                </a:solidFill>
                <a:latin typeface="+mn-lt"/>
                <a:ea typeface="+mn-ea"/>
                <a:cs typeface="+mn-cs"/>
              </a:defRPr>
            </a:lvl3pPr>
            <a:lvl4pPr marL="0" indent="0" algn="l" defTabSz="736656" rtl="0" eaLnBrk="1" latinLnBrk="0" hangingPunct="1">
              <a:lnSpc>
                <a:spcPct val="100000"/>
              </a:lnSpc>
              <a:spcBef>
                <a:spcPts val="0"/>
              </a:spcBef>
              <a:spcAft>
                <a:spcPts val="600"/>
              </a:spcAft>
              <a:buFont typeface="Arial" panose="020B0604020202020204" pitchFamily="34" charset="0"/>
              <a:buNone/>
              <a:defRPr lang="en-GB" sz="1400" b="0" kern="1200">
                <a:solidFill>
                  <a:schemeClr val="tx1"/>
                </a:solidFill>
                <a:latin typeface="+mn-lt"/>
                <a:ea typeface="+mn-ea"/>
                <a:cs typeface="+mn-cs"/>
              </a:defRPr>
            </a:lvl4pPr>
            <a:lvl5pPr marL="182563" indent="-182563" algn="l" defTabSz="736656"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5pPr>
            <a:lvl6pPr marL="358775" indent="-176213" algn="l" defTabSz="736656" rtl="0" eaLnBrk="1" latinLnBrk="0" hangingPunct="1">
              <a:lnSpc>
                <a:spcPct val="100000"/>
              </a:lnSpc>
              <a:spcBef>
                <a:spcPts val="0"/>
              </a:spcBef>
              <a:spcAft>
                <a:spcPts val="600"/>
              </a:spcAft>
              <a:buFont typeface="Arial" panose="020B0604020202020204" pitchFamily="34" charset="0"/>
              <a:buChar char="–"/>
              <a:tabLst/>
              <a:defRPr sz="1200" b="0" kern="1200">
                <a:solidFill>
                  <a:schemeClr val="tx1"/>
                </a:solidFill>
                <a:latin typeface="+mn-lt"/>
                <a:ea typeface="+mn-ea"/>
                <a:cs typeface="+mn-cs"/>
              </a:defRPr>
            </a:lvl6pPr>
            <a:lvl7pPr marL="541338" indent="-182563" algn="l" defTabSz="736656" rtl="0" eaLnBrk="1" latinLnBrk="0" hangingPunct="1">
              <a:lnSpc>
                <a:spcPct val="100000"/>
              </a:lnSpc>
              <a:spcBef>
                <a:spcPts val="0"/>
              </a:spcBef>
              <a:spcAft>
                <a:spcPts val="600"/>
              </a:spcAft>
              <a:buFont typeface="Arial" panose="020B0604020202020204" pitchFamily="34" charset="0"/>
              <a:buChar char="–"/>
              <a:defRPr lang="en-GB" sz="1200" b="0" kern="1200">
                <a:solidFill>
                  <a:schemeClr val="tx1"/>
                </a:solidFill>
                <a:latin typeface="+mn-lt"/>
                <a:ea typeface="+mn-ea"/>
                <a:cs typeface="+mn-cs"/>
              </a:defRPr>
            </a:lvl7pPr>
            <a:lvl8pPr marL="266700" indent="-266700" algn="l" defTabSz="736656" rtl="0" eaLnBrk="1" latinLnBrk="0" hangingPunct="1">
              <a:lnSpc>
                <a:spcPct val="100000"/>
              </a:lnSpc>
              <a:spcBef>
                <a:spcPts val="0"/>
              </a:spcBef>
              <a:spcAft>
                <a:spcPts val="600"/>
              </a:spcAft>
              <a:buFont typeface="+mj-lt"/>
              <a:buAutoNum type="arabicPeriod"/>
              <a:defRPr lang="en-GB" sz="1400" b="0" kern="1200">
                <a:solidFill>
                  <a:schemeClr val="tx1"/>
                </a:solidFill>
                <a:latin typeface="+mn-lt"/>
                <a:ea typeface="+mn-ea"/>
                <a:cs typeface="+mn-cs"/>
              </a:defRPr>
            </a:lvl8pPr>
            <a:lvl9pPr marL="541338" indent="-266700" algn="l" defTabSz="736656" rtl="0" eaLnBrk="1" latinLnBrk="0" hangingPunct="1">
              <a:lnSpc>
                <a:spcPct val="100000"/>
              </a:lnSpc>
              <a:spcBef>
                <a:spcPts val="0"/>
              </a:spcBef>
              <a:spcAft>
                <a:spcPts val="600"/>
              </a:spcAft>
              <a:buFont typeface="+mj-lt"/>
              <a:buAutoNum type="alphaLcPeriod"/>
              <a:defRPr lang="en-GB" sz="1400" b="0" kern="1200">
                <a:solidFill>
                  <a:schemeClr val="tx1"/>
                </a:solidFill>
                <a:latin typeface="+mn-lt"/>
                <a:ea typeface="+mn-ea"/>
                <a:cs typeface="+mn-cs"/>
              </a:defRPr>
            </a:lvl9pPr>
          </a:lstStyle>
          <a:p>
            <a:pPr marL="0" lvl="4" indent="0">
              <a:spcAft>
                <a:spcPts val="1200"/>
              </a:spcAft>
              <a:buNone/>
            </a:pPr>
            <a:r>
              <a:rPr lang="pt-BR" b="0" noProof="0" dirty="0"/>
              <a:t>🔍 </a:t>
            </a:r>
            <a:r>
              <a:rPr lang="pt-BR" sz="1600" noProof="0" dirty="0">
                <a:solidFill>
                  <a:srgbClr val="00A4B3"/>
                </a:solidFill>
              </a:rPr>
              <a:t>Curiosidade</a:t>
            </a:r>
            <a:endParaRPr lang="pt-BR" b="0" dirty="0"/>
          </a:p>
          <a:p>
            <a:pPr marL="0" lvl="4" indent="0" algn="just">
              <a:spcAft>
                <a:spcPts val="1200"/>
              </a:spcAft>
              <a:buNone/>
            </a:pPr>
            <a:r>
              <a:rPr lang="pt-BR" b="0" noProof="0" dirty="0"/>
              <a:t>Os SIC Codes (Standard Industrial </a:t>
            </a:r>
            <a:r>
              <a:rPr lang="pt-BR" b="0" noProof="0" dirty="0" err="1"/>
              <a:t>Classification</a:t>
            </a:r>
            <a:r>
              <a:rPr lang="pt-BR" b="0" noProof="0" dirty="0"/>
              <a:t>) surgiram nos Estados Unidos no final da década de 1930, no contexto do New </a:t>
            </a:r>
            <a:r>
              <a:rPr lang="pt-BR" b="0" noProof="0" dirty="0" err="1"/>
              <a:t>Deal</a:t>
            </a:r>
            <a:r>
              <a:rPr lang="pt-BR" b="0" noProof="0" dirty="0"/>
              <a:t>, durante o governo de Franklin D. Roosevelt. O sistema foi desenvolvido para padronizar a classificação das atividades econômicas, permitindo ao governo federal medir, comparar e analisar setores da economia em meio aos efeitos da Grande Depressão, especialmente para fins estatísticos, regulatórios e de política pública.</a:t>
            </a:r>
          </a:p>
          <a:p>
            <a:pPr marL="0" lvl="4" indent="0" algn="just">
              <a:spcAft>
                <a:spcPts val="1200"/>
              </a:spcAft>
              <a:buNone/>
            </a:pPr>
            <a:r>
              <a:rPr lang="pt-BR" b="0" noProof="0" dirty="0"/>
              <a:t>Com o tempo, os SIC Codes tornaram‑se uma referência amplamente utilizada por agências governamentais, empresas e pesquisadores para organizar informações econômicas por setor. Embora hoje tenham sido oficialmente substituídos pelo NAICS em muitas aplicações nos EUA, os SIC Codes continuam muito presentes em bases de dados financeiras e comerciais globais — e, de forma talvez curiosa, seguem sendo amplamente utilizados em estudos de Preços de Transferência como um filtro inicial de comparabilidade, ajudando a identificar empresas com atividades semelhantes para análises econômicas modernas, décadas depois de sua criação.</a:t>
            </a:r>
            <a:endParaRPr lang="pt-BR" sz="1600" noProof="0" dirty="0"/>
          </a:p>
        </p:txBody>
      </p:sp>
      <p:sp>
        <p:nvSpPr>
          <p:cNvPr id="12" name="Text 1">
            <a:extLst>
              <a:ext uri="{FF2B5EF4-FFF2-40B4-BE49-F238E27FC236}">
                <a16:creationId xmlns:a16="http://schemas.microsoft.com/office/drawing/2014/main" id="{59B71E30-4946-E7AE-7BB6-1BD1E1A3A6BF}"/>
              </a:ext>
            </a:extLst>
          </p:cNvPr>
          <p:cNvSpPr/>
          <p:nvPr/>
        </p:nvSpPr>
        <p:spPr>
          <a:xfrm>
            <a:off x="1063948" y="1481471"/>
            <a:ext cx="1604149" cy="235347"/>
          </a:xfrm>
          <a:prstGeom prst="rect">
            <a:avLst/>
          </a:prstGeom>
          <a:noFill/>
          <a:ln/>
        </p:spPr>
        <p:txBody>
          <a:bodyPr wrap="none" lIns="0" tIns="0" rIns="0" bIns="0" rtlCol="0" anchor="t"/>
          <a:lstStyle/>
          <a:p>
            <a:pPr>
              <a:lnSpc>
                <a:spcPts val="1833"/>
              </a:lnSpc>
            </a:pPr>
            <a:r>
              <a:rPr lang="pt-BR" sz="1600" b="1" noProof="0" dirty="0">
                <a:latin typeface="GT Walsheim LC Light (Corpo)"/>
                <a:ea typeface="Instrument Sans Semi Bold" pitchFamily="34" charset="-122"/>
                <a:cs typeface="Instrument Sans Semi Bold" pitchFamily="34" charset="-120"/>
              </a:rPr>
              <a:t>SIC </a:t>
            </a:r>
            <a:r>
              <a:rPr lang="pt-BR" sz="1600" b="1" noProof="0" dirty="0" err="1">
                <a:latin typeface="GT Walsheim LC Light (Corpo)"/>
                <a:ea typeface="Instrument Sans Semi Bold" pitchFamily="34" charset="-122"/>
                <a:cs typeface="Instrument Sans Semi Bold" pitchFamily="34" charset="-120"/>
              </a:rPr>
              <a:t>Code</a:t>
            </a:r>
            <a:endParaRPr lang="pt-BR" sz="1600" b="1" noProof="0" dirty="0">
              <a:latin typeface="GT Walsheim LC Light (Corpo)"/>
            </a:endParaRPr>
          </a:p>
        </p:txBody>
      </p:sp>
      <p:sp>
        <p:nvSpPr>
          <p:cNvPr id="13" name="Text 2">
            <a:extLst>
              <a:ext uri="{FF2B5EF4-FFF2-40B4-BE49-F238E27FC236}">
                <a16:creationId xmlns:a16="http://schemas.microsoft.com/office/drawing/2014/main" id="{1DAEF3E8-BD7C-9514-93B9-DC8E445D27C1}"/>
              </a:ext>
            </a:extLst>
          </p:cNvPr>
          <p:cNvSpPr/>
          <p:nvPr/>
        </p:nvSpPr>
        <p:spPr>
          <a:xfrm>
            <a:off x="1124907" y="1748563"/>
            <a:ext cx="5229209" cy="216495"/>
          </a:xfrm>
          <a:prstGeom prst="rect">
            <a:avLst/>
          </a:prstGeom>
          <a:noFill/>
          <a:ln/>
        </p:spPr>
        <p:txBody>
          <a:bodyPr wrap="none" lIns="0" tIns="0" rIns="0" bIns="0" rtlCol="0" anchor="t"/>
          <a:lstStyle/>
          <a:p>
            <a:pPr>
              <a:lnSpc>
                <a:spcPts val="1667"/>
              </a:lnSpc>
            </a:pPr>
            <a:r>
              <a:rPr lang="pt-BR" sz="1167" noProof="0" dirty="0">
                <a:ea typeface="Instrument Sans Medium" pitchFamily="34" charset="-122"/>
                <a:cs typeface="Instrument Sans Medium" pitchFamily="34" charset="-120"/>
              </a:rPr>
              <a:t>Filtro setorial </a:t>
            </a:r>
            <a:r>
              <a:rPr lang="pt-BR" noProof="0" dirty="0">
                <a:ea typeface="Instrument Sans Medium" pitchFamily="34" charset="-122"/>
                <a:cs typeface="Instrument Sans Medium" pitchFamily="34" charset="-120"/>
              </a:rPr>
              <a:t>baseado</a:t>
            </a:r>
            <a:r>
              <a:rPr lang="pt-BR" sz="1167" noProof="0" dirty="0">
                <a:ea typeface="Instrument Sans Medium" pitchFamily="34" charset="-122"/>
                <a:cs typeface="Instrument Sans Medium" pitchFamily="34" charset="-120"/>
              </a:rPr>
              <a:t> no código de atividade primária.</a:t>
            </a:r>
            <a:endParaRPr lang="pt-BR" sz="1167" noProof="0" dirty="0"/>
          </a:p>
        </p:txBody>
      </p:sp>
      <p:sp>
        <p:nvSpPr>
          <p:cNvPr id="14" name="Text 3">
            <a:extLst>
              <a:ext uri="{FF2B5EF4-FFF2-40B4-BE49-F238E27FC236}">
                <a16:creationId xmlns:a16="http://schemas.microsoft.com/office/drawing/2014/main" id="{A38268BF-A116-F7D2-B44B-4E1DB2F2CE8C}"/>
              </a:ext>
            </a:extLst>
          </p:cNvPr>
          <p:cNvSpPr/>
          <p:nvPr/>
        </p:nvSpPr>
        <p:spPr>
          <a:xfrm>
            <a:off x="1063947" y="2169713"/>
            <a:ext cx="1604149" cy="235347"/>
          </a:xfrm>
          <a:prstGeom prst="rect">
            <a:avLst/>
          </a:prstGeom>
          <a:noFill/>
          <a:ln/>
        </p:spPr>
        <p:txBody>
          <a:bodyPr wrap="none" lIns="0" tIns="0" rIns="0" bIns="0" rtlCol="0" anchor="t"/>
          <a:lstStyle/>
          <a:p>
            <a:pPr>
              <a:lnSpc>
                <a:spcPts val="1833"/>
              </a:lnSpc>
            </a:pPr>
            <a:r>
              <a:rPr lang="pt-BR" sz="1600" b="1" noProof="0" dirty="0">
                <a:latin typeface="GT Walsheim LC Light (Corpo)"/>
                <a:ea typeface="Instrument Sans Semi Bold" pitchFamily="34" charset="-122"/>
                <a:cs typeface="Instrument Sans Semi Bold" pitchFamily="34" charset="-120"/>
              </a:rPr>
              <a:t>Tipo de empresa</a:t>
            </a:r>
            <a:endParaRPr lang="pt-BR" sz="1600" b="1" noProof="0" dirty="0">
              <a:latin typeface="GT Walsheim LC Light (Corpo)"/>
            </a:endParaRPr>
          </a:p>
        </p:txBody>
      </p:sp>
      <p:sp>
        <p:nvSpPr>
          <p:cNvPr id="15" name="Text 4">
            <a:extLst>
              <a:ext uri="{FF2B5EF4-FFF2-40B4-BE49-F238E27FC236}">
                <a16:creationId xmlns:a16="http://schemas.microsoft.com/office/drawing/2014/main" id="{74A380AB-B57E-2A56-86E6-97F0D411A8E4}"/>
              </a:ext>
            </a:extLst>
          </p:cNvPr>
          <p:cNvSpPr/>
          <p:nvPr/>
        </p:nvSpPr>
        <p:spPr>
          <a:xfrm>
            <a:off x="1124908" y="2478519"/>
            <a:ext cx="5229209" cy="432991"/>
          </a:xfrm>
          <a:prstGeom prst="rect">
            <a:avLst/>
          </a:prstGeom>
          <a:noFill/>
          <a:ln/>
        </p:spPr>
        <p:txBody>
          <a:bodyPr wrap="square" lIns="0" tIns="0" rIns="0" bIns="0" rtlCol="0" anchor="t"/>
          <a:lstStyle/>
          <a:p>
            <a:pPr>
              <a:lnSpc>
                <a:spcPts val="1667"/>
              </a:lnSpc>
            </a:pPr>
            <a:r>
              <a:rPr lang="pt-BR" noProof="0" dirty="0">
                <a:ea typeface="Instrument Sans Medium" pitchFamily="34" charset="-122"/>
                <a:cs typeface="Instrument Sans Medium" pitchFamily="34" charset="-120"/>
              </a:rPr>
              <a:t>Seleção focada em empresas públicas ou entidades privadas com dívida pública listada, garantindo maior transparência e disponibilidade de dados financeiros auditados.</a:t>
            </a:r>
            <a:endParaRPr lang="pt-BR" noProof="0" dirty="0"/>
          </a:p>
        </p:txBody>
      </p:sp>
      <p:sp>
        <p:nvSpPr>
          <p:cNvPr id="16" name="Text 5">
            <a:extLst>
              <a:ext uri="{FF2B5EF4-FFF2-40B4-BE49-F238E27FC236}">
                <a16:creationId xmlns:a16="http://schemas.microsoft.com/office/drawing/2014/main" id="{4E1683CC-803C-92CE-BD53-5207ABEAC429}"/>
              </a:ext>
            </a:extLst>
          </p:cNvPr>
          <p:cNvSpPr/>
          <p:nvPr/>
        </p:nvSpPr>
        <p:spPr>
          <a:xfrm>
            <a:off x="1063946" y="3326683"/>
            <a:ext cx="1604149" cy="235347"/>
          </a:xfrm>
          <a:prstGeom prst="rect">
            <a:avLst/>
          </a:prstGeom>
          <a:noFill/>
          <a:ln/>
        </p:spPr>
        <p:txBody>
          <a:bodyPr wrap="none" lIns="0" tIns="0" rIns="0" bIns="0" rtlCol="0" anchor="t"/>
          <a:lstStyle/>
          <a:p>
            <a:pPr>
              <a:lnSpc>
                <a:spcPts val="1833"/>
              </a:lnSpc>
            </a:pPr>
            <a:r>
              <a:rPr lang="pt-BR" sz="1600" b="1" noProof="0" dirty="0">
                <a:ea typeface="Instrument Sans Semi Bold" pitchFamily="34" charset="-122"/>
                <a:cs typeface="Instrument Sans Semi Bold" pitchFamily="34" charset="-120"/>
              </a:rPr>
              <a:t>Status da empresa</a:t>
            </a:r>
            <a:endParaRPr lang="pt-BR" sz="1600" b="1" noProof="0" dirty="0"/>
          </a:p>
        </p:txBody>
      </p:sp>
      <p:sp>
        <p:nvSpPr>
          <p:cNvPr id="17" name="Text 6">
            <a:extLst>
              <a:ext uri="{FF2B5EF4-FFF2-40B4-BE49-F238E27FC236}">
                <a16:creationId xmlns:a16="http://schemas.microsoft.com/office/drawing/2014/main" id="{6DD62D95-AB8D-0A7A-D1B1-1E55C7B1682D}"/>
              </a:ext>
            </a:extLst>
          </p:cNvPr>
          <p:cNvSpPr/>
          <p:nvPr/>
        </p:nvSpPr>
        <p:spPr>
          <a:xfrm>
            <a:off x="1124907" y="3605406"/>
            <a:ext cx="5229209" cy="649486"/>
          </a:xfrm>
          <a:prstGeom prst="rect">
            <a:avLst/>
          </a:prstGeom>
          <a:noFill/>
          <a:ln/>
        </p:spPr>
        <p:txBody>
          <a:bodyPr wrap="square" lIns="0" tIns="0" rIns="0" bIns="0" rtlCol="0" anchor="t"/>
          <a:lstStyle/>
          <a:p>
            <a:pPr>
              <a:lnSpc>
                <a:spcPts val="1667"/>
              </a:lnSpc>
            </a:pPr>
            <a:r>
              <a:rPr lang="pt-BR" noProof="0" dirty="0">
                <a:ea typeface="Instrument Sans Medium" pitchFamily="34" charset="-122"/>
                <a:cs typeface="Instrument Sans Medium" pitchFamily="34" charset="-120"/>
              </a:rPr>
              <a:t>Exclusão de entidades inativas ou dependentes (subsidiárias operacionais, em reorganização, fora do mercado, adquiridas, sem investimento ou em liquidação) para garantir a seleção de empresas com operações ativas e independentes.</a:t>
            </a:r>
            <a:endParaRPr lang="pt-BR" noProof="0" dirty="0"/>
          </a:p>
        </p:txBody>
      </p:sp>
      <p:sp>
        <p:nvSpPr>
          <p:cNvPr id="18" name="Text 7">
            <a:extLst>
              <a:ext uri="{FF2B5EF4-FFF2-40B4-BE49-F238E27FC236}">
                <a16:creationId xmlns:a16="http://schemas.microsoft.com/office/drawing/2014/main" id="{E5E09A7A-4CA5-B94B-D6C8-122E9FFDA4D1}"/>
              </a:ext>
            </a:extLst>
          </p:cNvPr>
          <p:cNvSpPr/>
          <p:nvPr/>
        </p:nvSpPr>
        <p:spPr>
          <a:xfrm>
            <a:off x="1063948" y="4675148"/>
            <a:ext cx="2262739" cy="235347"/>
          </a:xfrm>
          <a:prstGeom prst="rect">
            <a:avLst/>
          </a:prstGeom>
          <a:noFill/>
          <a:ln/>
        </p:spPr>
        <p:txBody>
          <a:bodyPr wrap="none" lIns="0" tIns="0" rIns="0" bIns="0" rtlCol="0" anchor="t"/>
          <a:lstStyle/>
          <a:p>
            <a:pPr>
              <a:lnSpc>
                <a:spcPts val="1833"/>
              </a:lnSpc>
            </a:pPr>
            <a:r>
              <a:rPr lang="pt-BR" sz="1600" b="1" noProof="0" dirty="0">
                <a:ea typeface="Instrument Sans Semi Bold" pitchFamily="34" charset="-122"/>
                <a:cs typeface="Instrument Sans Semi Bold" pitchFamily="34" charset="-120"/>
              </a:rPr>
              <a:t>Localização Geográfica</a:t>
            </a:r>
            <a:endParaRPr lang="pt-BR" sz="1600" b="1" noProof="0" dirty="0"/>
          </a:p>
        </p:txBody>
      </p:sp>
      <p:sp>
        <p:nvSpPr>
          <p:cNvPr id="19" name="Text 8">
            <a:extLst>
              <a:ext uri="{FF2B5EF4-FFF2-40B4-BE49-F238E27FC236}">
                <a16:creationId xmlns:a16="http://schemas.microsoft.com/office/drawing/2014/main" id="{582EEAA9-E9E1-E08E-772B-48A52FA252CB}"/>
              </a:ext>
            </a:extLst>
          </p:cNvPr>
          <p:cNvSpPr/>
          <p:nvPr/>
        </p:nvSpPr>
        <p:spPr>
          <a:xfrm>
            <a:off x="1124908" y="4943191"/>
            <a:ext cx="5229209" cy="216495"/>
          </a:xfrm>
          <a:prstGeom prst="rect">
            <a:avLst/>
          </a:prstGeom>
          <a:noFill/>
          <a:ln/>
        </p:spPr>
        <p:txBody>
          <a:bodyPr wrap="none" lIns="0" tIns="0" rIns="0" bIns="0" rtlCol="0" anchor="t"/>
          <a:lstStyle/>
          <a:p>
            <a:pPr>
              <a:lnSpc>
                <a:spcPts val="1667"/>
              </a:lnSpc>
            </a:pPr>
            <a:r>
              <a:rPr lang="pt-BR" noProof="0" dirty="0">
                <a:ea typeface="Instrument Sans Medium" pitchFamily="34" charset="-122"/>
                <a:cs typeface="Instrument Sans Medium" pitchFamily="34" charset="-120"/>
              </a:rPr>
              <a:t>Mercados com risco econômico similar ao da parte testada.</a:t>
            </a:r>
            <a:endParaRPr lang="pt-BR" noProof="0" dirty="0"/>
          </a:p>
        </p:txBody>
      </p:sp>
      <p:pic>
        <p:nvPicPr>
          <p:cNvPr id="24" name="Image 0" descr="preencoded.png">
            <a:extLst>
              <a:ext uri="{FF2B5EF4-FFF2-40B4-BE49-F238E27FC236}">
                <a16:creationId xmlns:a16="http://schemas.microsoft.com/office/drawing/2014/main" id="{F9A5C567-7AA6-EA6F-51E3-A09D9DFD7D1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57948" y="1481471"/>
            <a:ext cx="225921" cy="225921"/>
          </a:xfrm>
          <a:prstGeom prst="rect">
            <a:avLst/>
          </a:prstGeom>
        </p:spPr>
      </p:pic>
      <p:pic>
        <p:nvPicPr>
          <p:cNvPr id="25" name="Image 0" descr="preencoded.png">
            <a:extLst>
              <a:ext uri="{FF2B5EF4-FFF2-40B4-BE49-F238E27FC236}">
                <a16:creationId xmlns:a16="http://schemas.microsoft.com/office/drawing/2014/main" id="{1AEB6CE8-F828-630C-123A-B63CC399832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57949" y="2169713"/>
            <a:ext cx="225921" cy="225921"/>
          </a:xfrm>
          <a:prstGeom prst="rect">
            <a:avLst/>
          </a:prstGeom>
        </p:spPr>
      </p:pic>
      <p:pic>
        <p:nvPicPr>
          <p:cNvPr id="26" name="Image 0" descr="preencoded.png">
            <a:extLst>
              <a:ext uri="{FF2B5EF4-FFF2-40B4-BE49-F238E27FC236}">
                <a16:creationId xmlns:a16="http://schemas.microsoft.com/office/drawing/2014/main" id="{1B7B5078-98CD-7FD3-8024-A8694FC8557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57950" y="3316039"/>
            <a:ext cx="225921" cy="225921"/>
          </a:xfrm>
          <a:prstGeom prst="rect">
            <a:avLst/>
          </a:prstGeom>
        </p:spPr>
      </p:pic>
      <p:pic>
        <p:nvPicPr>
          <p:cNvPr id="27" name="Image 0" descr="preencoded.png">
            <a:extLst>
              <a:ext uri="{FF2B5EF4-FFF2-40B4-BE49-F238E27FC236}">
                <a16:creationId xmlns:a16="http://schemas.microsoft.com/office/drawing/2014/main" id="{FC474394-A9B6-A9FC-7164-0C4AF9B4E6D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57951" y="4679860"/>
            <a:ext cx="225921" cy="225921"/>
          </a:xfrm>
          <a:prstGeom prst="rect">
            <a:avLst/>
          </a:prstGeom>
        </p:spPr>
      </p:pic>
    </p:spTree>
    <p:extLst>
      <p:ext uri="{BB962C8B-B14F-4D97-AF65-F5344CB8AC3E}">
        <p14:creationId xmlns:p14="http://schemas.microsoft.com/office/powerpoint/2010/main" val="105137523"/>
      </p:ext>
    </p:extLst>
  </p:cSld>
  <p:clrMapOvr>
    <a:masterClrMapping/>
  </p:clrMapOvr>
  <p:transition spd="slow">
    <p:split orient="vert" dir="in"/>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C6B40-F7E4-76C8-ADF0-351CDD88D85B}"/>
            </a:ext>
          </a:extLst>
        </p:cNvPr>
        <p:cNvGrpSpPr/>
        <p:nvPr/>
      </p:nvGrpSpPr>
      <p:grpSpPr>
        <a:xfrm>
          <a:off x="0" y="0"/>
          <a:ext cx="0" cy="0"/>
          <a:chOff x="0" y="0"/>
          <a:chExt cx="0" cy="0"/>
        </a:xfrm>
      </p:grpSpPr>
      <p:pic>
        <p:nvPicPr>
          <p:cNvPr id="5" name="Imagem 4">
            <a:extLst>
              <a:ext uri="{FF2B5EF4-FFF2-40B4-BE49-F238E27FC236}">
                <a16:creationId xmlns:a16="http://schemas.microsoft.com/office/drawing/2014/main" id="{5E85DD59-FB0F-F9E6-28B5-A0E5CB711DB0}"/>
              </a:ext>
            </a:extLst>
          </p:cNvPr>
          <p:cNvPicPr/>
          <p:nvPr/>
        </p:nvPicPr>
        <p:blipFill>
          <a:blip r:embed="rId3" cstate="screen">
            <a:extLst>
              <a:ext uri="{28A0092B-C50C-407E-A947-70E740481C1C}">
                <a14:useLocalDpi xmlns:a14="http://schemas.microsoft.com/office/drawing/2010/main"/>
              </a:ext>
            </a:extLst>
          </a:blip>
          <a:srcRect l="29421" t="13945" r="-974" b="30730"/>
          <a:stretch>
            <a:fillRect/>
          </a:stretch>
        </p:blipFill>
        <p:spPr>
          <a:xfrm>
            <a:off x="12460" y="0"/>
            <a:ext cx="8912248" cy="6858000"/>
          </a:xfrm>
          <a:prstGeom prst="rect">
            <a:avLst/>
          </a:prstGeom>
        </p:spPr>
      </p:pic>
      <p:pic>
        <p:nvPicPr>
          <p:cNvPr id="3" name="Gráfico 2">
            <a:extLst>
              <a:ext uri="{FF2B5EF4-FFF2-40B4-BE49-F238E27FC236}">
                <a16:creationId xmlns:a16="http://schemas.microsoft.com/office/drawing/2014/main" id="{00D6EFEF-6B69-23C3-1AB9-14195DB9FBF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432276" y="6224588"/>
            <a:ext cx="372165" cy="372165"/>
          </a:xfrm>
          <a:prstGeom prst="rect">
            <a:avLst/>
          </a:prstGeom>
        </p:spPr>
      </p:pic>
      <p:pic>
        <p:nvPicPr>
          <p:cNvPr id="19" name="Imagem 18">
            <a:extLst>
              <a:ext uri="{FF2B5EF4-FFF2-40B4-BE49-F238E27FC236}">
                <a16:creationId xmlns:a16="http://schemas.microsoft.com/office/drawing/2014/main" id="{58C9792D-06BB-7CC6-4CB3-723880379506}"/>
              </a:ext>
            </a:extLst>
          </p:cNvPr>
          <p:cNvPicPr>
            <a:picLocks noGrp="1" noRot="1" noChangeAspect="1" noMove="1" noResize="1" noEditPoints="1" noAdjustHandles="1" noChangeArrowheads="1" noChangeShapeType="1" noCrop="1"/>
          </p:cNvPicPr>
          <p:nvPr/>
        </p:nvPicPr>
        <p:blipFill>
          <a:blip r:embed="rId5"/>
          <a:stretch>
            <a:fillRect/>
          </a:stretch>
        </p:blipFill>
        <p:spPr>
          <a:xfrm>
            <a:off x="313071" y="6469072"/>
            <a:ext cx="5183172" cy="129875"/>
          </a:xfrm>
          <a:prstGeom prst="rect">
            <a:avLst/>
          </a:prstGeom>
        </p:spPr>
      </p:pic>
      <p:pic>
        <p:nvPicPr>
          <p:cNvPr id="10" name="Graphic 20">
            <a:extLst>
              <a:ext uri="{FF2B5EF4-FFF2-40B4-BE49-F238E27FC236}">
                <a16:creationId xmlns:a16="http://schemas.microsoft.com/office/drawing/2014/main" id="{35F5DC0B-76C0-7332-EB9D-5A3743CB80CC}"/>
              </a:ext>
            </a:extLst>
          </p:cNvPr>
          <p:cNvPicPr>
            <a:picLocks noChangeAspect="1"/>
          </p:cNvPicPr>
          <p:nvPr/>
        </p:nvPicPr>
        <p:blipFill rotWithShape="1">
          <a:blip>
            <a:extLst>
              <a:ext uri="{96DAC541-7B7A-43D3-8B79-37D633B846F1}">
                <asvg:svgBlip xmlns:asvg="http://schemas.microsoft.com/office/drawing/2016/SVG/main" r:embed="rId6"/>
              </a:ext>
            </a:extLst>
          </a:blip>
          <a:srcRect l="20422" t="12378" r="35137" b="58794"/>
          <a:stretch>
            <a:fillRect/>
          </a:stretch>
        </p:blipFill>
        <p:spPr>
          <a:xfrm flipH="1">
            <a:off x="9525" y="3594099"/>
            <a:ext cx="6096000" cy="3263901"/>
          </a:xfrm>
          <a:prstGeom prst="rect">
            <a:avLst/>
          </a:prstGeom>
        </p:spPr>
      </p:pic>
      <p:sp>
        <p:nvSpPr>
          <p:cNvPr id="2" name="Title 1">
            <a:extLst>
              <a:ext uri="{FF2B5EF4-FFF2-40B4-BE49-F238E27FC236}">
                <a16:creationId xmlns:a16="http://schemas.microsoft.com/office/drawing/2014/main" id="{9A702962-AA25-2A45-0D47-36FAA6B99098}"/>
              </a:ext>
            </a:extLst>
          </p:cNvPr>
          <p:cNvSpPr>
            <a:spLocks noGrp="1"/>
          </p:cNvSpPr>
          <p:nvPr>
            <p:ph type="title"/>
          </p:nvPr>
        </p:nvSpPr>
        <p:spPr>
          <a:xfrm>
            <a:off x="508003" y="273721"/>
            <a:ext cx="11175997" cy="941388"/>
          </a:xfrm>
        </p:spPr>
        <p:txBody>
          <a:bodyPr anchor="ctr"/>
          <a:lstStyle/>
          <a:p>
            <a:r>
              <a:rPr lang="pt-BR" sz="4000" noProof="0" dirty="0">
                <a:latin typeface="+mj-lt"/>
              </a:rPr>
              <a:t>Próxima etapa de filtragem na base do </a:t>
            </a:r>
            <a:r>
              <a:rPr lang="pt-BR" sz="4000" noProof="0" dirty="0" err="1">
                <a:latin typeface="+mj-lt"/>
              </a:rPr>
              <a:t>excel</a:t>
            </a:r>
            <a:endParaRPr lang="pt-BR" sz="4000" noProof="0" dirty="0">
              <a:latin typeface="+mj-lt"/>
            </a:endParaRPr>
          </a:p>
        </p:txBody>
      </p:sp>
    </p:spTree>
    <p:extLst>
      <p:ext uri="{BB962C8B-B14F-4D97-AF65-F5344CB8AC3E}">
        <p14:creationId xmlns:p14="http://schemas.microsoft.com/office/powerpoint/2010/main" val="563587222"/>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150EE-D75D-F054-E6F1-AB2130B92DA4}"/>
            </a:ext>
          </a:extLst>
        </p:cNvPr>
        <p:cNvGrpSpPr/>
        <p:nvPr/>
      </p:nvGrpSpPr>
      <p:grpSpPr>
        <a:xfrm>
          <a:off x="0" y="0"/>
          <a:ext cx="0" cy="0"/>
          <a:chOff x="0" y="0"/>
          <a:chExt cx="0" cy="0"/>
        </a:xfrm>
      </p:grpSpPr>
      <p:pic>
        <p:nvPicPr>
          <p:cNvPr id="5" name="Imagem 4">
            <a:extLst>
              <a:ext uri="{FF2B5EF4-FFF2-40B4-BE49-F238E27FC236}">
                <a16:creationId xmlns:a16="http://schemas.microsoft.com/office/drawing/2014/main" id="{E81D8D15-316F-070B-E4CA-4F6D6E421187}"/>
              </a:ext>
            </a:extLst>
          </p:cNvPr>
          <p:cNvPicPr/>
          <p:nvPr/>
        </p:nvPicPr>
        <p:blipFill>
          <a:blip r:embed="rId3" cstate="screen">
            <a:extLst>
              <a:ext uri="{28A0092B-C50C-407E-A947-70E740481C1C}">
                <a14:useLocalDpi xmlns:a14="http://schemas.microsoft.com/office/drawing/2010/main"/>
              </a:ext>
            </a:extLst>
          </a:blip>
          <a:srcRect l="29421" t="13945" r="-974" b="30730"/>
          <a:stretch>
            <a:fillRect/>
          </a:stretch>
        </p:blipFill>
        <p:spPr>
          <a:xfrm>
            <a:off x="12460" y="0"/>
            <a:ext cx="8912248" cy="6858000"/>
          </a:xfrm>
          <a:prstGeom prst="rect">
            <a:avLst/>
          </a:prstGeom>
        </p:spPr>
      </p:pic>
      <p:pic>
        <p:nvPicPr>
          <p:cNvPr id="3" name="Gráfico 2">
            <a:extLst>
              <a:ext uri="{FF2B5EF4-FFF2-40B4-BE49-F238E27FC236}">
                <a16:creationId xmlns:a16="http://schemas.microsoft.com/office/drawing/2014/main" id="{A5DA0F9F-69E7-0E70-6405-28599989423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432276" y="6224588"/>
            <a:ext cx="372165" cy="372165"/>
          </a:xfrm>
          <a:prstGeom prst="rect">
            <a:avLst/>
          </a:prstGeom>
        </p:spPr>
      </p:pic>
      <p:pic>
        <p:nvPicPr>
          <p:cNvPr id="19" name="Imagem 18">
            <a:extLst>
              <a:ext uri="{FF2B5EF4-FFF2-40B4-BE49-F238E27FC236}">
                <a16:creationId xmlns:a16="http://schemas.microsoft.com/office/drawing/2014/main" id="{90D38FD9-026D-385A-9A62-A396843DFCDD}"/>
              </a:ext>
            </a:extLst>
          </p:cNvPr>
          <p:cNvPicPr>
            <a:picLocks noGrp="1" noRot="1" noChangeAspect="1" noMove="1" noResize="1" noEditPoints="1" noAdjustHandles="1" noChangeArrowheads="1" noChangeShapeType="1" noCrop="1"/>
          </p:cNvPicPr>
          <p:nvPr/>
        </p:nvPicPr>
        <p:blipFill>
          <a:blip r:embed="rId5"/>
          <a:stretch>
            <a:fillRect/>
          </a:stretch>
        </p:blipFill>
        <p:spPr>
          <a:xfrm>
            <a:off x="313071" y="6469072"/>
            <a:ext cx="5183172" cy="129875"/>
          </a:xfrm>
          <a:prstGeom prst="rect">
            <a:avLst/>
          </a:prstGeom>
        </p:spPr>
      </p:pic>
      <p:pic>
        <p:nvPicPr>
          <p:cNvPr id="10" name="Graphic 20">
            <a:extLst>
              <a:ext uri="{FF2B5EF4-FFF2-40B4-BE49-F238E27FC236}">
                <a16:creationId xmlns:a16="http://schemas.microsoft.com/office/drawing/2014/main" id="{7532C402-9E22-9CD9-BF6F-B26E516EEA67}"/>
              </a:ext>
            </a:extLst>
          </p:cNvPr>
          <p:cNvPicPr>
            <a:picLocks noChangeAspect="1"/>
          </p:cNvPicPr>
          <p:nvPr/>
        </p:nvPicPr>
        <p:blipFill rotWithShape="1">
          <a:blip>
            <a:extLst>
              <a:ext uri="{96DAC541-7B7A-43D3-8B79-37D633B846F1}">
                <asvg:svgBlip xmlns:asvg="http://schemas.microsoft.com/office/drawing/2016/SVG/main" r:embed="rId6"/>
              </a:ext>
            </a:extLst>
          </a:blip>
          <a:srcRect l="20422" t="12378" r="35137" b="58794"/>
          <a:stretch>
            <a:fillRect/>
          </a:stretch>
        </p:blipFill>
        <p:spPr>
          <a:xfrm flipH="1">
            <a:off x="9525" y="3594099"/>
            <a:ext cx="6096000" cy="3263901"/>
          </a:xfrm>
          <a:prstGeom prst="rect">
            <a:avLst/>
          </a:prstGeom>
        </p:spPr>
      </p:pic>
      <p:sp>
        <p:nvSpPr>
          <p:cNvPr id="2" name="Title 1">
            <a:extLst>
              <a:ext uri="{FF2B5EF4-FFF2-40B4-BE49-F238E27FC236}">
                <a16:creationId xmlns:a16="http://schemas.microsoft.com/office/drawing/2014/main" id="{79E0274A-B76B-3FD5-3525-17C6390F5CDD}"/>
              </a:ext>
            </a:extLst>
          </p:cNvPr>
          <p:cNvSpPr>
            <a:spLocks noGrp="1"/>
          </p:cNvSpPr>
          <p:nvPr>
            <p:ph type="title"/>
          </p:nvPr>
        </p:nvSpPr>
        <p:spPr>
          <a:xfrm>
            <a:off x="508003" y="273721"/>
            <a:ext cx="11175997" cy="941388"/>
          </a:xfrm>
        </p:spPr>
        <p:txBody>
          <a:bodyPr anchor="ctr"/>
          <a:lstStyle/>
          <a:p>
            <a:r>
              <a:rPr lang="pt-BR" sz="4000" noProof="0" dirty="0">
                <a:latin typeface="+mj-lt"/>
              </a:rPr>
              <a:t>Próxima etapa de filtragem na base do </a:t>
            </a:r>
            <a:r>
              <a:rPr lang="pt-BR" sz="4000" noProof="0" dirty="0" err="1">
                <a:latin typeface="+mj-lt"/>
              </a:rPr>
              <a:t>excel</a:t>
            </a:r>
            <a:endParaRPr lang="pt-BR" sz="4000" noProof="0" dirty="0">
              <a:latin typeface="+mj-lt"/>
            </a:endParaRPr>
          </a:p>
        </p:txBody>
      </p:sp>
      <p:grpSp>
        <p:nvGrpSpPr>
          <p:cNvPr id="11" name="Agrupar 10">
            <a:extLst>
              <a:ext uri="{FF2B5EF4-FFF2-40B4-BE49-F238E27FC236}">
                <a16:creationId xmlns:a16="http://schemas.microsoft.com/office/drawing/2014/main" id="{382FAADF-D26B-C3D1-309B-5E5CEB6811E1}"/>
              </a:ext>
            </a:extLst>
          </p:cNvPr>
          <p:cNvGrpSpPr/>
          <p:nvPr/>
        </p:nvGrpSpPr>
        <p:grpSpPr>
          <a:xfrm flipV="1">
            <a:off x="508003" y="1519825"/>
            <a:ext cx="3629254" cy="2205689"/>
            <a:chOff x="4702594" y="2640561"/>
            <a:chExt cx="3914774" cy="1827951"/>
          </a:xfrm>
        </p:grpSpPr>
        <p:sp>
          <p:nvSpPr>
            <p:cNvPr id="12" name="Retângulo: Cantos Arredondados 11">
              <a:extLst>
                <a:ext uri="{FF2B5EF4-FFF2-40B4-BE49-F238E27FC236}">
                  <a16:creationId xmlns:a16="http://schemas.microsoft.com/office/drawing/2014/main" id="{695A9D5F-DEA7-E33B-8373-C9133F39570C}"/>
                </a:ext>
              </a:extLst>
            </p:cNvPr>
            <p:cNvSpPr/>
            <p:nvPr/>
          </p:nvSpPr>
          <p:spPr>
            <a:xfrm>
              <a:off x="4702594" y="2640561"/>
              <a:ext cx="2688224" cy="1827951"/>
            </a:xfrm>
            <a:prstGeom prst="roundRect">
              <a:avLst>
                <a:gd name="adj" fmla="val 9403"/>
              </a:avLst>
            </a:prstGeom>
            <a:solidFill>
              <a:srgbClr val="2511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13" name="Retângulo: Cantos Arredondados 12">
              <a:extLst>
                <a:ext uri="{FF2B5EF4-FFF2-40B4-BE49-F238E27FC236}">
                  <a16:creationId xmlns:a16="http://schemas.microsoft.com/office/drawing/2014/main" id="{CC7E225E-55E2-B6C1-4A39-CE56443BC660}"/>
                </a:ext>
              </a:extLst>
            </p:cNvPr>
            <p:cNvSpPr/>
            <p:nvPr/>
          </p:nvSpPr>
          <p:spPr>
            <a:xfrm>
              <a:off x="6100920" y="2640561"/>
              <a:ext cx="2516448" cy="1827951"/>
            </a:xfrm>
            <a:prstGeom prst="roundRect">
              <a:avLst>
                <a:gd name="adj" fmla="val 34935"/>
              </a:avLst>
            </a:prstGeom>
            <a:solidFill>
              <a:srgbClr val="2511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14" name="Retângulo: Cantos Arredondados 13">
              <a:extLst>
                <a:ext uri="{FF2B5EF4-FFF2-40B4-BE49-F238E27FC236}">
                  <a16:creationId xmlns:a16="http://schemas.microsoft.com/office/drawing/2014/main" id="{4F2ADEEB-EAB9-E55C-301C-F92A87F89A23}"/>
                </a:ext>
              </a:extLst>
            </p:cNvPr>
            <p:cNvSpPr/>
            <p:nvPr/>
          </p:nvSpPr>
          <p:spPr>
            <a:xfrm>
              <a:off x="5929144" y="2640561"/>
              <a:ext cx="2688224" cy="1057871"/>
            </a:xfrm>
            <a:prstGeom prst="roundRect">
              <a:avLst>
                <a:gd name="adj" fmla="val 15706"/>
              </a:avLst>
            </a:prstGeom>
            <a:solidFill>
              <a:srgbClr val="2511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grpSp>
      <p:sp>
        <p:nvSpPr>
          <p:cNvPr id="15" name="CaixaDeTexto 14">
            <a:extLst>
              <a:ext uri="{FF2B5EF4-FFF2-40B4-BE49-F238E27FC236}">
                <a16:creationId xmlns:a16="http://schemas.microsoft.com/office/drawing/2014/main" id="{23B0D5C1-2BFA-A46E-819E-B0C15103DE43}"/>
              </a:ext>
            </a:extLst>
          </p:cNvPr>
          <p:cNvSpPr txBox="1"/>
          <p:nvPr/>
        </p:nvSpPr>
        <p:spPr>
          <a:xfrm>
            <a:off x="670945" y="1725952"/>
            <a:ext cx="3329773" cy="1926168"/>
          </a:xfrm>
          <a:prstGeom prst="rect">
            <a:avLst/>
          </a:prstGeom>
          <a:noFill/>
        </p:spPr>
        <p:txBody>
          <a:bodyPr wrap="square">
            <a:spAutoFit/>
          </a:bodyPr>
          <a:lstStyle/>
          <a:p>
            <a:pPr marL="0" marR="0" lvl="0" indent="0" algn="l" defTabSz="946862" rtl="0" eaLnBrk="1" fontAlgn="auto" latinLnBrk="0" hangingPunct="1">
              <a:lnSpc>
                <a:spcPts val="1500"/>
              </a:lnSpc>
              <a:spcBef>
                <a:spcPts val="0"/>
              </a:spcBef>
              <a:spcAft>
                <a:spcPts val="800"/>
              </a:spcAft>
              <a:buClrTx/>
              <a:buSzTx/>
              <a:buFont typeface="Arial" panose="020B0604020202020204" pitchFamily="34" charset="0"/>
              <a:buNone/>
              <a:tabLst/>
              <a:defRPr/>
            </a:pPr>
            <a:r>
              <a:rPr kumimoji="0" lang="pt-BR" sz="1700" b="1" i="0" u="none" strike="noStrike" kern="100" cap="none" spc="0" normalizeH="0" baseline="0" noProof="0" dirty="0">
                <a:ln>
                  <a:noFill/>
                </a:ln>
                <a:solidFill>
                  <a:prstClr val="white"/>
                </a:solidFill>
                <a:effectLst/>
                <a:uLnTx/>
                <a:uFillTx/>
                <a:latin typeface="GT Walsheim LC Black" pitchFamily="2" charset="0"/>
                <a:ea typeface="Aptos" panose="020B0004020202020204" pitchFamily="34" charset="0"/>
                <a:cs typeface="GT Walsheim LC Black" pitchFamily="2" charset="0"/>
              </a:rPr>
              <a:t>1. Critério de Independência</a:t>
            </a:r>
          </a:p>
          <a:p>
            <a:pPr marL="0" marR="0" lvl="0" indent="0" algn="l" defTabSz="946862" rtl="0" eaLnBrk="1" fontAlgn="auto" latinLnBrk="0" hangingPunct="1">
              <a:lnSpc>
                <a:spcPts val="1500"/>
              </a:lnSpc>
              <a:spcBef>
                <a:spcPts val="0"/>
              </a:spcBef>
              <a:spcAft>
                <a:spcPts val="800"/>
              </a:spcAft>
              <a:buClrTx/>
              <a:buSzTx/>
              <a:buFont typeface="Arial" panose="020B0604020202020204" pitchFamily="34" charset="0"/>
              <a:buNone/>
              <a:tabLst/>
              <a:defRPr/>
            </a:pPr>
            <a:r>
              <a:rPr kumimoji="0" lang="pt-BR" sz="1300" b="0" i="0" u="none" strike="noStrike" kern="100" cap="none" spc="0" normalizeH="0" baseline="0" noProof="0" dirty="0">
                <a:ln>
                  <a:noFill/>
                </a:ln>
                <a:solidFill>
                  <a:prstClr val="white"/>
                </a:solidFill>
                <a:effectLst/>
                <a:uLnTx/>
                <a:uFillTx/>
                <a:latin typeface="GT Walsheim LC" pitchFamily="2" charset="0"/>
                <a:ea typeface="Aptos" panose="020B0004020202020204" pitchFamily="34" charset="0"/>
                <a:cs typeface="GT Walsheim LC" pitchFamily="2" charset="0"/>
              </a:rPr>
              <a:t>Exclusão de empresas com participação societária superior a 20%, garantindo que a amostra seja composta apenas por empresas independentes. Esse filtro assegura que os dados reflitam condições de mercado conforme o princípio Arm's Length, eliminando distorções causadas por vínculos de controle ou coligação.</a:t>
            </a:r>
          </a:p>
        </p:txBody>
      </p:sp>
      <p:grpSp>
        <p:nvGrpSpPr>
          <p:cNvPr id="26" name="Agrupar 25">
            <a:extLst>
              <a:ext uri="{FF2B5EF4-FFF2-40B4-BE49-F238E27FC236}">
                <a16:creationId xmlns:a16="http://schemas.microsoft.com/office/drawing/2014/main" id="{AC17B636-90F2-5758-6060-0EB730AE4121}"/>
              </a:ext>
            </a:extLst>
          </p:cNvPr>
          <p:cNvGrpSpPr/>
          <p:nvPr/>
        </p:nvGrpSpPr>
        <p:grpSpPr>
          <a:xfrm flipV="1">
            <a:off x="7891801" y="1562225"/>
            <a:ext cx="3629254" cy="2163289"/>
            <a:chOff x="4702594" y="2640561"/>
            <a:chExt cx="3914774" cy="1827951"/>
          </a:xfrm>
        </p:grpSpPr>
        <p:sp>
          <p:nvSpPr>
            <p:cNvPr id="27" name="Retângulo: Cantos Arredondados 26">
              <a:extLst>
                <a:ext uri="{FF2B5EF4-FFF2-40B4-BE49-F238E27FC236}">
                  <a16:creationId xmlns:a16="http://schemas.microsoft.com/office/drawing/2014/main" id="{4D742047-9AA5-98E0-D874-57E855585740}"/>
                </a:ext>
              </a:extLst>
            </p:cNvPr>
            <p:cNvSpPr/>
            <p:nvPr/>
          </p:nvSpPr>
          <p:spPr>
            <a:xfrm>
              <a:off x="4702594" y="2640561"/>
              <a:ext cx="2688224" cy="1827951"/>
            </a:xfrm>
            <a:prstGeom prst="roundRect">
              <a:avLst>
                <a:gd name="adj" fmla="val 9403"/>
              </a:avLst>
            </a:prstGeom>
            <a:solidFill>
              <a:srgbClr val="2511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28" name="Retângulo: Cantos Arredondados 27">
              <a:extLst>
                <a:ext uri="{FF2B5EF4-FFF2-40B4-BE49-F238E27FC236}">
                  <a16:creationId xmlns:a16="http://schemas.microsoft.com/office/drawing/2014/main" id="{6FCD0EFF-29D2-F625-8E91-345F3668C636}"/>
                </a:ext>
              </a:extLst>
            </p:cNvPr>
            <p:cNvSpPr/>
            <p:nvPr/>
          </p:nvSpPr>
          <p:spPr>
            <a:xfrm>
              <a:off x="6100920" y="2640561"/>
              <a:ext cx="2516448" cy="1827951"/>
            </a:xfrm>
            <a:prstGeom prst="roundRect">
              <a:avLst>
                <a:gd name="adj" fmla="val 34935"/>
              </a:avLst>
            </a:prstGeom>
            <a:solidFill>
              <a:srgbClr val="2511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29" name="Retângulo: Cantos Arredondados 28">
              <a:extLst>
                <a:ext uri="{FF2B5EF4-FFF2-40B4-BE49-F238E27FC236}">
                  <a16:creationId xmlns:a16="http://schemas.microsoft.com/office/drawing/2014/main" id="{7E9E5C83-5069-56F3-4FD8-D09824A90309}"/>
                </a:ext>
              </a:extLst>
            </p:cNvPr>
            <p:cNvSpPr/>
            <p:nvPr/>
          </p:nvSpPr>
          <p:spPr>
            <a:xfrm>
              <a:off x="5929144" y="2640561"/>
              <a:ext cx="2688224" cy="1057871"/>
            </a:xfrm>
            <a:prstGeom prst="roundRect">
              <a:avLst>
                <a:gd name="adj" fmla="val 15706"/>
              </a:avLst>
            </a:prstGeom>
            <a:solidFill>
              <a:srgbClr val="2511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grpSp>
      <p:sp>
        <p:nvSpPr>
          <p:cNvPr id="30" name="CaixaDeTexto 29">
            <a:extLst>
              <a:ext uri="{FF2B5EF4-FFF2-40B4-BE49-F238E27FC236}">
                <a16:creationId xmlns:a16="http://schemas.microsoft.com/office/drawing/2014/main" id="{F25500DB-83DB-440C-D880-7960107B449B}"/>
              </a:ext>
            </a:extLst>
          </p:cNvPr>
          <p:cNvSpPr txBox="1"/>
          <p:nvPr/>
        </p:nvSpPr>
        <p:spPr>
          <a:xfrm>
            <a:off x="8054743" y="1768351"/>
            <a:ext cx="3329773" cy="1926168"/>
          </a:xfrm>
          <a:prstGeom prst="rect">
            <a:avLst/>
          </a:prstGeom>
          <a:noFill/>
        </p:spPr>
        <p:txBody>
          <a:bodyPr wrap="square">
            <a:spAutoFit/>
          </a:bodyPr>
          <a:lstStyle/>
          <a:p>
            <a:pPr marL="0" marR="0" lvl="0" indent="0" algn="l" defTabSz="946862" rtl="0" eaLnBrk="1" fontAlgn="auto" latinLnBrk="0" hangingPunct="1">
              <a:lnSpc>
                <a:spcPts val="1500"/>
              </a:lnSpc>
              <a:spcBef>
                <a:spcPts val="0"/>
              </a:spcBef>
              <a:spcAft>
                <a:spcPts val="800"/>
              </a:spcAft>
              <a:buClrTx/>
              <a:buSzTx/>
              <a:buFont typeface="Arial" panose="020B0604020202020204" pitchFamily="34" charset="0"/>
              <a:buNone/>
              <a:tabLst/>
              <a:defRPr/>
            </a:pPr>
            <a:r>
              <a:rPr kumimoji="0" lang="pt-BR" sz="1700" b="1" i="0" u="none" strike="noStrike" kern="100" cap="none" spc="0" normalizeH="0" baseline="0" noProof="0" dirty="0">
                <a:ln>
                  <a:noFill/>
                </a:ln>
                <a:solidFill>
                  <a:prstClr val="white"/>
                </a:solidFill>
                <a:effectLst/>
                <a:uLnTx/>
                <a:uFillTx/>
                <a:latin typeface="GT Walsheim LC Black" pitchFamily="2" charset="0"/>
                <a:ea typeface="Aptos" panose="020B0004020202020204" pitchFamily="34" charset="0"/>
                <a:cs typeface="GT Walsheim LC Black" pitchFamily="2" charset="0"/>
              </a:rPr>
              <a:t>2. Dados Financeiros</a:t>
            </a:r>
          </a:p>
          <a:p>
            <a:pPr marL="0" marR="0" lvl="0" indent="0" algn="l" defTabSz="946862" rtl="0" eaLnBrk="1" fontAlgn="auto" latinLnBrk="0" hangingPunct="1">
              <a:lnSpc>
                <a:spcPts val="1500"/>
              </a:lnSpc>
              <a:spcBef>
                <a:spcPts val="0"/>
              </a:spcBef>
              <a:spcAft>
                <a:spcPts val="800"/>
              </a:spcAft>
              <a:buClrTx/>
              <a:buSzTx/>
              <a:buFont typeface="Arial" panose="020B0604020202020204" pitchFamily="34" charset="0"/>
              <a:buNone/>
              <a:tabLst/>
              <a:defRPr/>
            </a:pPr>
            <a:r>
              <a:rPr kumimoji="0" lang="pt-BR" sz="1300" b="0" i="0" u="none" strike="noStrike" kern="100" cap="none" spc="0" normalizeH="0" baseline="0" noProof="0" dirty="0">
                <a:ln>
                  <a:noFill/>
                </a:ln>
                <a:solidFill>
                  <a:prstClr val="white"/>
                </a:solidFill>
                <a:effectLst/>
                <a:uLnTx/>
                <a:uFillTx/>
                <a:latin typeface="GT Walsheim LC" pitchFamily="2" charset="0"/>
                <a:ea typeface="Aptos" panose="020B0004020202020204" pitchFamily="34" charset="0"/>
                <a:cs typeface="GT Walsheim LC" pitchFamily="2" charset="0"/>
              </a:rPr>
              <a:t>Consideração de empresas que apresentem de 2 a 3 anos de informações financeiras consecutivas. Este critério garante a consistência da análise através de uma série histórica, permitindo avaliar a estabilidade da rentabilidade e reduzir o impacto de variações isoladas em um único ano.</a:t>
            </a:r>
          </a:p>
        </p:txBody>
      </p:sp>
      <p:grpSp>
        <p:nvGrpSpPr>
          <p:cNvPr id="33" name="Agrupar 32">
            <a:extLst>
              <a:ext uri="{FF2B5EF4-FFF2-40B4-BE49-F238E27FC236}">
                <a16:creationId xmlns:a16="http://schemas.microsoft.com/office/drawing/2014/main" id="{F7390CE6-F7F4-40D0-3041-A81AC93F3707}"/>
              </a:ext>
            </a:extLst>
          </p:cNvPr>
          <p:cNvGrpSpPr/>
          <p:nvPr/>
        </p:nvGrpSpPr>
        <p:grpSpPr>
          <a:xfrm flipV="1">
            <a:off x="508003" y="4026366"/>
            <a:ext cx="3629254" cy="2324655"/>
            <a:chOff x="4702594" y="2640561"/>
            <a:chExt cx="3914774" cy="1827951"/>
          </a:xfrm>
        </p:grpSpPr>
        <p:sp>
          <p:nvSpPr>
            <p:cNvPr id="34" name="Retângulo: Cantos Arredondados 33">
              <a:extLst>
                <a:ext uri="{FF2B5EF4-FFF2-40B4-BE49-F238E27FC236}">
                  <a16:creationId xmlns:a16="http://schemas.microsoft.com/office/drawing/2014/main" id="{671D91FA-6BEF-9B4E-944B-7917A0C98C13}"/>
                </a:ext>
              </a:extLst>
            </p:cNvPr>
            <p:cNvSpPr/>
            <p:nvPr/>
          </p:nvSpPr>
          <p:spPr>
            <a:xfrm>
              <a:off x="4702594" y="2640561"/>
              <a:ext cx="2688224" cy="1827951"/>
            </a:xfrm>
            <a:prstGeom prst="roundRect">
              <a:avLst>
                <a:gd name="adj" fmla="val 9403"/>
              </a:avLst>
            </a:prstGeom>
            <a:solidFill>
              <a:srgbClr val="2511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35" name="Retângulo: Cantos Arredondados 34">
              <a:extLst>
                <a:ext uri="{FF2B5EF4-FFF2-40B4-BE49-F238E27FC236}">
                  <a16:creationId xmlns:a16="http://schemas.microsoft.com/office/drawing/2014/main" id="{6A4C07E3-890C-997B-D586-38FC1F389CD3}"/>
                </a:ext>
              </a:extLst>
            </p:cNvPr>
            <p:cNvSpPr/>
            <p:nvPr/>
          </p:nvSpPr>
          <p:spPr>
            <a:xfrm>
              <a:off x="6100920" y="2640561"/>
              <a:ext cx="2516448" cy="1827951"/>
            </a:xfrm>
            <a:prstGeom prst="roundRect">
              <a:avLst>
                <a:gd name="adj" fmla="val 34935"/>
              </a:avLst>
            </a:prstGeom>
            <a:solidFill>
              <a:srgbClr val="2511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36" name="Retângulo: Cantos Arredondados 35">
              <a:extLst>
                <a:ext uri="{FF2B5EF4-FFF2-40B4-BE49-F238E27FC236}">
                  <a16:creationId xmlns:a16="http://schemas.microsoft.com/office/drawing/2014/main" id="{92CC3AA8-5BF6-9DEB-86EF-E84DCFD5BC77}"/>
                </a:ext>
              </a:extLst>
            </p:cNvPr>
            <p:cNvSpPr/>
            <p:nvPr/>
          </p:nvSpPr>
          <p:spPr>
            <a:xfrm>
              <a:off x="5929144" y="2640561"/>
              <a:ext cx="2688224" cy="1057871"/>
            </a:xfrm>
            <a:prstGeom prst="roundRect">
              <a:avLst>
                <a:gd name="adj" fmla="val 15706"/>
              </a:avLst>
            </a:prstGeom>
            <a:solidFill>
              <a:srgbClr val="2511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grpSp>
      <p:sp>
        <p:nvSpPr>
          <p:cNvPr id="37" name="CaixaDeTexto 36">
            <a:extLst>
              <a:ext uri="{FF2B5EF4-FFF2-40B4-BE49-F238E27FC236}">
                <a16:creationId xmlns:a16="http://schemas.microsoft.com/office/drawing/2014/main" id="{F8AA1124-9A45-59BA-9830-91FBF7C1DDF5}"/>
              </a:ext>
            </a:extLst>
          </p:cNvPr>
          <p:cNvSpPr txBox="1"/>
          <p:nvPr/>
        </p:nvSpPr>
        <p:spPr>
          <a:xfrm>
            <a:off x="670945" y="4232493"/>
            <a:ext cx="3466312" cy="2118529"/>
          </a:xfrm>
          <a:prstGeom prst="rect">
            <a:avLst/>
          </a:prstGeom>
          <a:noFill/>
        </p:spPr>
        <p:txBody>
          <a:bodyPr wrap="square">
            <a:spAutoFit/>
          </a:bodyPr>
          <a:lstStyle/>
          <a:p>
            <a:pPr marL="0" marR="0" lvl="0" indent="0" algn="l" defTabSz="946862" rtl="0" eaLnBrk="1" fontAlgn="auto" latinLnBrk="0" hangingPunct="1">
              <a:lnSpc>
                <a:spcPts val="1500"/>
              </a:lnSpc>
              <a:spcBef>
                <a:spcPts val="0"/>
              </a:spcBef>
              <a:spcAft>
                <a:spcPts val="800"/>
              </a:spcAft>
              <a:buClrTx/>
              <a:buSzTx/>
              <a:buFont typeface="Arial" panose="020B0604020202020204" pitchFamily="34" charset="0"/>
              <a:buNone/>
              <a:tabLst/>
              <a:defRPr/>
            </a:pPr>
            <a:r>
              <a:rPr kumimoji="0" lang="pt-BR" sz="1700" b="1" i="0" u="none" strike="noStrike" kern="100" cap="none" spc="0" normalizeH="0" baseline="0" noProof="0" dirty="0">
                <a:ln>
                  <a:noFill/>
                </a:ln>
                <a:solidFill>
                  <a:prstClr val="white"/>
                </a:solidFill>
                <a:effectLst/>
                <a:uLnTx/>
                <a:uFillTx/>
                <a:latin typeface="GT Walsheim LC Black" pitchFamily="2" charset="0"/>
                <a:ea typeface="Aptos" panose="020B0004020202020204" pitchFamily="34" charset="0"/>
                <a:cs typeface="GT Walsheim LC Black" pitchFamily="2" charset="0"/>
              </a:rPr>
              <a:t>3. Dados financeiros insuficientes</a:t>
            </a:r>
          </a:p>
          <a:p>
            <a:pPr marL="0" marR="0" lvl="0" indent="0" algn="l" defTabSz="946862" rtl="0" eaLnBrk="1" fontAlgn="auto" latinLnBrk="0" hangingPunct="1">
              <a:lnSpc>
                <a:spcPts val="1500"/>
              </a:lnSpc>
              <a:spcBef>
                <a:spcPts val="0"/>
              </a:spcBef>
              <a:spcAft>
                <a:spcPts val="800"/>
              </a:spcAft>
              <a:buClrTx/>
              <a:buSzTx/>
              <a:buFont typeface="Arial" panose="020B0604020202020204" pitchFamily="34" charset="0"/>
              <a:buNone/>
              <a:tabLst/>
              <a:defRPr/>
            </a:pPr>
            <a:r>
              <a:rPr kumimoji="0" lang="pt-BR" sz="1300" b="0" i="0" u="none" strike="noStrike" kern="100" cap="none" spc="0" normalizeH="0" baseline="0" noProof="0" dirty="0">
                <a:ln>
                  <a:noFill/>
                </a:ln>
                <a:solidFill>
                  <a:prstClr val="white"/>
                </a:solidFill>
                <a:effectLst/>
                <a:uLnTx/>
                <a:uFillTx/>
                <a:latin typeface="GT Walsheim LC" pitchFamily="2" charset="0"/>
                <a:ea typeface="Aptos" panose="020B0004020202020204" pitchFamily="34" charset="0"/>
                <a:cs typeface="GT Walsheim LC" pitchFamily="2" charset="0"/>
              </a:rPr>
              <a:t>Exclusão de empresas com histórico incompleto (menos de 2 anos) ou com prejuízos operacionais recorrentes. Para séries de 2 anos, exige-se rentabilidade positiva em ambos; para séries de 3 anos, admite-se apenas um exercício negativo. O objetivo é evitar distorções na margem de lucro da amostra final.</a:t>
            </a:r>
          </a:p>
        </p:txBody>
      </p:sp>
      <p:grpSp>
        <p:nvGrpSpPr>
          <p:cNvPr id="43" name="Agrupar 42">
            <a:extLst>
              <a:ext uri="{FF2B5EF4-FFF2-40B4-BE49-F238E27FC236}">
                <a16:creationId xmlns:a16="http://schemas.microsoft.com/office/drawing/2014/main" id="{FA5BDA1A-4E0F-F8E6-E32F-811154A535F4}"/>
              </a:ext>
            </a:extLst>
          </p:cNvPr>
          <p:cNvGrpSpPr/>
          <p:nvPr/>
        </p:nvGrpSpPr>
        <p:grpSpPr>
          <a:xfrm flipV="1">
            <a:off x="7891801" y="4078099"/>
            <a:ext cx="3629254" cy="2163289"/>
            <a:chOff x="4702594" y="2640561"/>
            <a:chExt cx="3914774" cy="1827951"/>
          </a:xfrm>
        </p:grpSpPr>
        <p:sp>
          <p:nvSpPr>
            <p:cNvPr id="44" name="Retângulo: Cantos Arredondados 43">
              <a:extLst>
                <a:ext uri="{FF2B5EF4-FFF2-40B4-BE49-F238E27FC236}">
                  <a16:creationId xmlns:a16="http://schemas.microsoft.com/office/drawing/2014/main" id="{68BDC62A-6363-8648-18A5-98EFE3BDEE71}"/>
                </a:ext>
              </a:extLst>
            </p:cNvPr>
            <p:cNvSpPr/>
            <p:nvPr/>
          </p:nvSpPr>
          <p:spPr>
            <a:xfrm>
              <a:off x="4702594" y="2640561"/>
              <a:ext cx="2688224" cy="1827951"/>
            </a:xfrm>
            <a:prstGeom prst="roundRect">
              <a:avLst>
                <a:gd name="adj" fmla="val 9403"/>
              </a:avLst>
            </a:prstGeom>
            <a:solidFill>
              <a:srgbClr val="2511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45" name="Retângulo: Cantos Arredondados 44">
              <a:extLst>
                <a:ext uri="{FF2B5EF4-FFF2-40B4-BE49-F238E27FC236}">
                  <a16:creationId xmlns:a16="http://schemas.microsoft.com/office/drawing/2014/main" id="{A7634C3D-7319-AFF2-BA4D-DD97D5C0BF87}"/>
                </a:ext>
              </a:extLst>
            </p:cNvPr>
            <p:cNvSpPr/>
            <p:nvPr/>
          </p:nvSpPr>
          <p:spPr>
            <a:xfrm>
              <a:off x="6100920" y="2640561"/>
              <a:ext cx="2516448" cy="1827951"/>
            </a:xfrm>
            <a:prstGeom prst="roundRect">
              <a:avLst>
                <a:gd name="adj" fmla="val 34935"/>
              </a:avLst>
            </a:prstGeom>
            <a:solidFill>
              <a:srgbClr val="2511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46" name="Retângulo: Cantos Arredondados 45">
              <a:extLst>
                <a:ext uri="{FF2B5EF4-FFF2-40B4-BE49-F238E27FC236}">
                  <a16:creationId xmlns:a16="http://schemas.microsoft.com/office/drawing/2014/main" id="{C49A865E-2254-CFFD-6FBF-C4A861508EC1}"/>
                </a:ext>
              </a:extLst>
            </p:cNvPr>
            <p:cNvSpPr/>
            <p:nvPr/>
          </p:nvSpPr>
          <p:spPr>
            <a:xfrm>
              <a:off x="5929144" y="2640561"/>
              <a:ext cx="2688224" cy="1057871"/>
            </a:xfrm>
            <a:prstGeom prst="roundRect">
              <a:avLst>
                <a:gd name="adj" fmla="val 15706"/>
              </a:avLst>
            </a:prstGeom>
            <a:solidFill>
              <a:srgbClr val="2511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grpSp>
      <p:sp>
        <p:nvSpPr>
          <p:cNvPr id="47" name="CaixaDeTexto 46">
            <a:extLst>
              <a:ext uri="{FF2B5EF4-FFF2-40B4-BE49-F238E27FC236}">
                <a16:creationId xmlns:a16="http://schemas.microsoft.com/office/drawing/2014/main" id="{EFD1DD53-B224-BC9F-3D07-A34AC66AC5E3}"/>
              </a:ext>
            </a:extLst>
          </p:cNvPr>
          <p:cNvSpPr txBox="1"/>
          <p:nvPr/>
        </p:nvSpPr>
        <p:spPr>
          <a:xfrm>
            <a:off x="8054743" y="4284225"/>
            <a:ext cx="3329773" cy="1926168"/>
          </a:xfrm>
          <a:prstGeom prst="rect">
            <a:avLst/>
          </a:prstGeom>
          <a:noFill/>
        </p:spPr>
        <p:txBody>
          <a:bodyPr wrap="square">
            <a:spAutoFit/>
          </a:bodyPr>
          <a:lstStyle/>
          <a:p>
            <a:pPr marL="0" marR="0" lvl="0" indent="0" algn="l" defTabSz="946862" rtl="0" eaLnBrk="1" fontAlgn="auto" latinLnBrk="0" hangingPunct="1">
              <a:lnSpc>
                <a:spcPts val="1500"/>
              </a:lnSpc>
              <a:spcBef>
                <a:spcPts val="0"/>
              </a:spcBef>
              <a:spcAft>
                <a:spcPts val="800"/>
              </a:spcAft>
              <a:buClrTx/>
              <a:buSzTx/>
              <a:buFont typeface="Arial" panose="020B0604020202020204" pitchFamily="34" charset="0"/>
              <a:buNone/>
              <a:tabLst/>
              <a:defRPr/>
            </a:pPr>
            <a:r>
              <a:rPr kumimoji="0" lang="pt-BR" sz="1700" b="1" i="0" u="none" strike="noStrike" kern="100" cap="none" spc="0" normalizeH="0" baseline="0" noProof="0" dirty="0">
                <a:ln>
                  <a:noFill/>
                </a:ln>
                <a:solidFill>
                  <a:prstClr val="white"/>
                </a:solidFill>
                <a:effectLst/>
                <a:uLnTx/>
                <a:uFillTx/>
                <a:latin typeface="GT Walsheim LC Black" pitchFamily="2" charset="0"/>
                <a:ea typeface="Aptos" panose="020B0004020202020204" pitchFamily="34" charset="0"/>
                <a:cs typeface="GT Walsheim LC Black" pitchFamily="2" charset="0"/>
              </a:rPr>
              <a:t>4. Paraíso Fiscal</a:t>
            </a:r>
          </a:p>
          <a:p>
            <a:pPr marL="0" marR="0" lvl="0" indent="0" algn="l" defTabSz="946862" rtl="0" eaLnBrk="1" fontAlgn="auto" latinLnBrk="0" hangingPunct="1">
              <a:lnSpc>
                <a:spcPts val="1500"/>
              </a:lnSpc>
              <a:spcBef>
                <a:spcPts val="0"/>
              </a:spcBef>
              <a:spcAft>
                <a:spcPts val="800"/>
              </a:spcAft>
              <a:buClrTx/>
              <a:buSzTx/>
              <a:buFont typeface="Arial" panose="020B0604020202020204" pitchFamily="34" charset="0"/>
              <a:buNone/>
              <a:tabLst/>
              <a:defRPr/>
            </a:pPr>
            <a:r>
              <a:rPr kumimoji="0" lang="pt-BR" sz="1300" b="0" i="0" u="none" strike="noStrike" kern="100" cap="none" spc="0" normalizeH="0" baseline="0" noProof="0" dirty="0">
                <a:ln>
                  <a:noFill/>
                </a:ln>
                <a:solidFill>
                  <a:prstClr val="white"/>
                </a:solidFill>
                <a:effectLst/>
                <a:uLnTx/>
                <a:uFillTx/>
                <a:latin typeface="GT Walsheim LC" pitchFamily="2" charset="0"/>
                <a:ea typeface="Aptos" panose="020B0004020202020204" pitchFamily="34" charset="0"/>
                <a:cs typeface="GT Walsheim LC" pitchFamily="2" charset="0"/>
              </a:rPr>
              <a:t>Exclusão de entidades localizadas em jurisdições de tributação favorecida ou regimes fiscais privilegiados. Este filtro cumpre as normas de conformidade da Receita Federal e as diretrizes da OCDE, evitando que a amostra de comparáveis seja distorcida por empresas sujeitas a regimes tributários não convencionais.</a:t>
            </a:r>
          </a:p>
        </p:txBody>
      </p:sp>
      <p:grpSp>
        <p:nvGrpSpPr>
          <p:cNvPr id="53" name="Agrupar 52">
            <a:extLst>
              <a:ext uri="{FF2B5EF4-FFF2-40B4-BE49-F238E27FC236}">
                <a16:creationId xmlns:a16="http://schemas.microsoft.com/office/drawing/2014/main" id="{CBB16B2A-804A-5CA5-D813-770F7DE6782F}"/>
              </a:ext>
            </a:extLst>
          </p:cNvPr>
          <p:cNvGrpSpPr/>
          <p:nvPr/>
        </p:nvGrpSpPr>
        <p:grpSpPr>
          <a:xfrm flipV="1">
            <a:off x="4199902" y="2844490"/>
            <a:ext cx="3629254" cy="1458064"/>
            <a:chOff x="4702594" y="2640561"/>
            <a:chExt cx="3914774" cy="1827951"/>
          </a:xfrm>
        </p:grpSpPr>
        <p:sp>
          <p:nvSpPr>
            <p:cNvPr id="54" name="Retângulo: Cantos Arredondados 53">
              <a:extLst>
                <a:ext uri="{FF2B5EF4-FFF2-40B4-BE49-F238E27FC236}">
                  <a16:creationId xmlns:a16="http://schemas.microsoft.com/office/drawing/2014/main" id="{E52F8C91-4923-4C1B-33AA-651260276017}"/>
                </a:ext>
              </a:extLst>
            </p:cNvPr>
            <p:cNvSpPr/>
            <p:nvPr/>
          </p:nvSpPr>
          <p:spPr>
            <a:xfrm>
              <a:off x="4702594" y="2640561"/>
              <a:ext cx="2688224" cy="1827951"/>
            </a:xfrm>
            <a:prstGeom prst="roundRect">
              <a:avLst>
                <a:gd name="adj" fmla="val 9403"/>
              </a:avLst>
            </a:prstGeom>
            <a:solidFill>
              <a:srgbClr val="2511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55" name="Retângulo: Cantos Arredondados 54">
              <a:extLst>
                <a:ext uri="{FF2B5EF4-FFF2-40B4-BE49-F238E27FC236}">
                  <a16:creationId xmlns:a16="http://schemas.microsoft.com/office/drawing/2014/main" id="{6319C780-347E-E58F-1CFC-D050DA50A0A9}"/>
                </a:ext>
              </a:extLst>
            </p:cNvPr>
            <p:cNvSpPr/>
            <p:nvPr/>
          </p:nvSpPr>
          <p:spPr>
            <a:xfrm>
              <a:off x="6100920" y="2640561"/>
              <a:ext cx="2516448" cy="1827951"/>
            </a:xfrm>
            <a:prstGeom prst="roundRect">
              <a:avLst>
                <a:gd name="adj" fmla="val 34935"/>
              </a:avLst>
            </a:prstGeom>
            <a:solidFill>
              <a:srgbClr val="2511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56" name="Retângulo: Cantos Arredondados 55">
              <a:extLst>
                <a:ext uri="{FF2B5EF4-FFF2-40B4-BE49-F238E27FC236}">
                  <a16:creationId xmlns:a16="http://schemas.microsoft.com/office/drawing/2014/main" id="{DB0FC41E-AE88-AF7E-4261-F598BEEC0DC2}"/>
                </a:ext>
              </a:extLst>
            </p:cNvPr>
            <p:cNvSpPr/>
            <p:nvPr/>
          </p:nvSpPr>
          <p:spPr>
            <a:xfrm>
              <a:off x="5929144" y="2640561"/>
              <a:ext cx="2688224" cy="1057871"/>
            </a:xfrm>
            <a:prstGeom prst="roundRect">
              <a:avLst>
                <a:gd name="adj" fmla="val 15706"/>
              </a:avLst>
            </a:prstGeom>
            <a:solidFill>
              <a:srgbClr val="2511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grpSp>
      <p:sp>
        <p:nvSpPr>
          <p:cNvPr id="57" name="CaixaDeTexto 56">
            <a:extLst>
              <a:ext uri="{FF2B5EF4-FFF2-40B4-BE49-F238E27FC236}">
                <a16:creationId xmlns:a16="http://schemas.microsoft.com/office/drawing/2014/main" id="{2F84066A-45EB-43A4-15D1-4B67CB354D99}"/>
              </a:ext>
            </a:extLst>
          </p:cNvPr>
          <p:cNvSpPr txBox="1"/>
          <p:nvPr/>
        </p:nvSpPr>
        <p:spPr>
          <a:xfrm>
            <a:off x="4362844" y="3050616"/>
            <a:ext cx="3329773" cy="1156727"/>
          </a:xfrm>
          <a:prstGeom prst="rect">
            <a:avLst/>
          </a:prstGeom>
          <a:noFill/>
        </p:spPr>
        <p:txBody>
          <a:bodyPr wrap="square">
            <a:spAutoFit/>
          </a:bodyPr>
          <a:lstStyle/>
          <a:p>
            <a:pPr marL="0" marR="0" lvl="0" indent="0" algn="l" defTabSz="946862" rtl="0" eaLnBrk="1" fontAlgn="auto" latinLnBrk="0" hangingPunct="1">
              <a:lnSpc>
                <a:spcPts val="1500"/>
              </a:lnSpc>
              <a:spcBef>
                <a:spcPts val="0"/>
              </a:spcBef>
              <a:spcAft>
                <a:spcPts val="800"/>
              </a:spcAft>
              <a:buClrTx/>
              <a:buSzTx/>
              <a:buFont typeface="Arial" panose="020B0604020202020204" pitchFamily="34" charset="0"/>
              <a:buNone/>
              <a:tabLst/>
              <a:defRPr/>
            </a:pPr>
            <a:r>
              <a:rPr kumimoji="0" lang="pt-BR" sz="1700" b="1" i="0" u="none" strike="noStrike" kern="100" cap="none" spc="0" normalizeH="0" baseline="0" noProof="0" dirty="0">
                <a:ln>
                  <a:noFill/>
                </a:ln>
                <a:solidFill>
                  <a:prstClr val="white"/>
                </a:solidFill>
                <a:effectLst/>
                <a:uLnTx/>
                <a:uFillTx/>
                <a:latin typeface="GT Walsheim LC Black" pitchFamily="2" charset="0"/>
                <a:ea typeface="Aptos" panose="020B0004020202020204" pitchFamily="34" charset="0"/>
                <a:cs typeface="GT Walsheim LC Black" pitchFamily="2" charset="0"/>
              </a:rPr>
              <a:t>5. Nossa Análise final</a:t>
            </a:r>
          </a:p>
          <a:p>
            <a:pPr marL="0" marR="0" lvl="0" indent="0" algn="l" defTabSz="946862" rtl="0" eaLnBrk="1" fontAlgn="auto" latinLnBrk="0" hangingPunct="1">
              <a:lnSpc>
                <a:spcPts val="1500"/>
              </a:lnSpc>
              <a:spcBef>
                <a:spcPts val="0"/>
              </a:spcBef>
              <a:spcAft>
                <a:spcPts val="800"/>
              </a:spcAft>
              <a:buClrTx/>
              <a:buSzTx/>
              <a:buFont typeface="Arial" panose="020B0604020202020204" pitchFamily="34" charset="0"/>
              <a:buNone/>
              <a:tabLst/>
              <a:defRPr/>
            </a:pPr>
            <a:r>
              <a:rPr kumimoji="0" lang="pt-BR" sz="1300" b="0" i="0" u="none" strike="noStrike" kern="100" cap="none" spc="0" normalizeH="0" baseline="0" noProof="0" dirty="0">
                <a:ln>
                  <a:noFill/>
                </a:ln>
                <a:solidFill>
                  <a:prstClr val="white"/>
                </a:solidFill>
                <a:effectLst/>
                <a:uLnTx/>
                <a:uFillTx/>
                <a:latin typeface="GT Walsheim LC" pitchFamily="2" charset="0"/>
                <a:ea typeface="Aptos" panose="020B0004020202020204" pitchFamily="34" charset="0"/>
                <a:cs typeface="GT Walsheim LC" pitchFamily="2" charset="0"/>
              </a:rPr>
              <a:t>As empresas com 0,00% a 19,99% no critério de independência e com </a:t>
            </a:r>
            <a:r>
              <a:rPr kumimoji="0" lang="pt-BR" sz="1300" b="0" i="0" u="none" strike="noStrike" kern="100" cap="none" spc="0" normalizeH="0" baseline="0" noProof="0" dirty="0" err="1">
                <a:ln>
                  <a:noFill/>
                </a:ln>
                <a:solidFill>
                  <a:prstClr val="white"/>
                </a:solidFill>
                <a:effectLst/>
                <a:uLnTx/>
                <a:uFillTx/>
                <a:latin typeface="GT Walsheim LC" pitchFamily="2" charset="0"/>
                <a:ea typeface="Aptos" panose="020B0004020202020204" pitchFamily="34" charset="0"/>
                <a:cs typeface="GT Walsheim LC" pitchFamily="2" charset="0"/>
              </a:rPr>
              <a:t>div</a:t>
            </a:r>
            <a:r>
              <a:rPr kumimoji="0" lang="pt-BR" sz="1300" b="0" i="0" u="none" strike="noStrike" kern="100" cap="none" spc="0" normalizeH="0" baseline="0" noProof="0" dirty="0">
                <a:ln>
                  <a:noFill/>
                </a:ln>
                <a:solidFill>
                  <a:prstClr val="white"/>
                </a:solidFill>
                <a:effectLst/>
                <a:uLnTx/>
                <a:uFillTx/>
                <a:latin typeface="GT Walsheim LC" pitchFamily="2" charset="0"/>
                <a:ea typeface="Aptos" panose="020B0004020202020204" pitchFamily="34" charset="0"/>
                <a:cs typeface="GT Walsheim LC" pitchFamily="2" charset="0"/>
              </a:rPr>
              <a:t>/ foram deixadas para análise final, para verificar se são boas comparáveis.</a:t>
            </a:r>
          </a:p>
        </p:txBody>
      </p:sp>
      <p:grpSp>
        <p:nvGrpSpPr>
          <p:cNvPr id="58" name="Agrupar 57">
            <a:extLst>
              <a:ext uri="{FF2B5EF4-FFF2-40B4-BE49-F238E27FC236}">
                <a16:creationId xmlns:a16="http://schemas.microsoft.com/office/drawing/2014/main" id="{2B948D8A-459D-50F2-D636-C3DC47B6740E}"/>
              </a:ext>
            </a:extLst>
          </p:cNvPr>
          <p:cNvGrpSpPr/>
          <p:nvPr/>
        </p:nvGrpSpPr>
        <p:grpSpPr>
          <a:xfrm flipV="1">
            <a:off x="4853889" y="4440394"/>
            <a:ext cx="2385035" cy="958361"/>
            <a:chOff x="4702594" y="2640561"/>
            <a:chExt cx="3914774" cy="1827951"/>
          </a:xfrm>
        </p:grpSpPr>
        <p:sp>
          <p:nvSpPr>
            <p:cNvPr id="59" name="Retângulo: Cantos Arredondados 58">
              <a:extLst>
                <a:ext uri="{FF2B5EF4-FFF2-40B4-BE49-F238E27FC236}">
                  <a16:creationId xmlns:a16="http://schemas.microsoft.com/office/drawing/2014/main" id="{E8296886-8A22-ABD5-6E7D-3F99A7E2FEDA}"/>
                </a:ext>
              </a:extLst>
            </p:cNvPr>
            <p:cNvSpPr/>
            <p:nvPr/>
          </p:nvSpPr>
          <p:spPr>
            <a:xfrm>
              <a:off x="4702594" y="2640561"/>
              <a:ext cx="2688224" cy="1827951"/>
            </a:xfrm>
            <a:prstGeom prst="roundRect">
              <a:avLst>
                <a:gd name="adj" fmla="val 9403"/>
              </a:avLst>
            </a:prstGeom>
            <a:solidFill>
              <a:srgbClr val="2511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60" name="Retângulo: Cantos Arredondados 59">
              <a:extLst>
                <a:ext uri="{FF2B5EF4-FFF2-40B4-BE49-F238E27FC236}">
                  <a16:creationId xmlns:a16="http://schemas.microsoft.com/office/drawing/2014/main" id="{193C87FE-4F23-294F-33EB-CD3F27F4F72F}"/>
                </a:ext>
              </a:extLst>
            </p:cNvPr>
            <p:cNvSpPr/>
            <p:nvPr/>
          </p:nvSpPr>
          <p:spPr>
            <a:xfrm>
              <a:off x="6100920" y="2640561"/>
              <a:ext cx="2516448" cy="1827951"/>
            </a:xfrm>
            <a:prstGeom prst="roundRect">
              <a:avLst>
                <a:gd name="adj" fmla="val 34935"/>
              </a:avLst>
            </a:prstGeom>
            <a:solidFill>
              <a:srgbClr val="2511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61" name="Retângulo: Cantos Arredondados 60">
              <a:extLst>
                <a:ext uri="{FF2B5EF4-FFF2-40B4-BE49-F238E27FC236}">
                  <a16:creationId xmlns:a16="http://schemas.microsoft.com/office/drawing/2014/main" id="{D84AEB43-41AA-B9D8-B9A8-54E7C1153E3A}"/>
                </a:ext>
              </a:extLst>
            </p:cNvPr>
            <p:cNvSpPr/>
            <p:nvPr/>
          </p:nvSpPr>
          <p:spPr>
            <a:xfrm>
              <a:off x="5929144" y="2640561"/>
              <a:ext cx="2688224" cy="1057871"/>
            </a:xfrm>
            <a:prstGeom prst="roundRect">
              <a:avLst>
                <a:gd name="adj" fmla="val 15706"/>
              </a:avLst>
            </a:prstGeom>
            <a:solidFill>
              <a:srgbClr val="2511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grpSp>
      <p:sp>
        <p:nvSpPr>
          <p:cNvPr id="62" name="CaixaDeTexto 61">
            <a:extLst>
              <a:ext uri="{FF2B5EF4-FFF2-40B4-BE49-F238E27FC236}">
                <a16:creationId xmlns:a16="http://schemas.microsoft.com/office/drawing/2014/main" id="{D959395D-D3B3-679A-71EF-6276A3686355}"/>
              </a:ext>
            </a:extLst>
          </p:cNvPr>
          <p:cNvSpPr txBox="1"/>
          <p:nvPr/>
        </p:nvSpPr>
        <p:spPr>
          <a:xfrm>
            <a:off x="5016831" y="4646522"/>
            <a:ext cx="2222093" cy="579646"/>
          </a:xfrm>
          <a:prstGeom prst="rect">
            <a:avLst/>
          </a:prstGeom>
          <a:noFill/>
        </p:spPr>
        <p:txBody>
          <a:bodyPr wrap="square">
            <a:spAutoFit/>
          </a:bodyPr>
          <a:lstStyle/>
          <a:p>
            <a:pPr marL="0" marR="0" lvl="0" indent="0" algn="l" defTabSz="946862" rtl="0" eaLnBrk="1" fontAlgn="auto" latinLnBrk="0" hangingPunct="1">
              <a:lnSpc>
                <a:spcPts val="1500"/>
              </a:lnSpc>
              <a:spcBef>
                <a:spcPts val="0"/>
              </a:spcBef>
              <a:spcAft>
                <a:spcPts val="800"/>
              </a:spcAft>
              <a:buClrTx/>
              <a:buSzTx/>
              <a:buFont typeface="Arial" panose="020B0604020202020204" pitchFamily="34" charset="0"/>
              <a:buNone/>
              <a:tabLst/>
              <a:defRPr/>
            </a:pPr>
            <a:r>
              <a:rPr kumimoji="0" lang="pt-BR" sz="1700" b="1" i="0" u="none" strike="noStrike" kern="100" cap="none" spc="0" normalizeH="0" baseline="0" noProof="0" dirty="0">
                <a:ln>
                  <a:noFill/>
                </a:ln>
                <a:solidFill>
                  <a:prstClr val="white"/>
                </a:solidFill>
                <a:effectLst/>
                <a:uLnTx/>
                <a:uFillTx/>
                <a:latin typeface="GT Walsheim LC Black" pitchFamily="2" charset="0"/>
                <a:ea typeface="Aptos" panose="020B0004020202020204" pitchFamily="34" charset="0"/>
                <a:cs typeface="GT Walsheim LC Black" pitchFamily="2" charset="0"/>
              </a:rPr>
              <a:t>Extra</a:t>
            </a:r>
          </a:p>
          <a:p>
            <a:pPr marL="0" marR="0" lvl="0" indent="0" algn="l" defTabSz="946862" rtl="0" eaLnBrk="1" fontAlgn="auto" latinLnBrk="0" hangingPunct="1">
              <a:lnSpc>
                <a:spcPts val="1500"/>
              </a:lnSpc>
              <a:spcBef>
                <a:spcPts val="0"/>
              </a:spcBef>
              <a:spcAft>
                <a:spcPts val="800"/>
              </a:spcAft>
              <a:buClrTx/>
              <a:buSzTx/>
              <a:buFont typeface="Arial" panose="020B0604020202020204" pitchFamily="34" charset="0"/>
              <a:buNone/>
              <a:tabLst/>
              <a:defRPr/>
            </a:pPr>
            <a:r>
              <a:rPr kumimoji="0" lang="pt-BR" sz="1300" b="0" i="0" u="none" strike="noStrike" kern="100" cap="none" spc="0" normalizeH="0" baseline="0" noProof="0" dirty="0">
                <a:ln>
                  <a:noFill/>
                </a:ln>
                <a:solidFill>
                  <a:prstClr val="white"/>
                </a:solidFill>
                <a:effectLst/>
                <a:uLnTx/>
                <a:uFillTx/>
                <a:latin typeface="GT Walsheim LC" pitchFamily="2" charset="0"/>
                <a:ea typeface="Aptos" panose="020B0004020202020204" pitchFamily="34" charset="0"/>
                <a:cs typeface="GT Walsheim LC" pitchFamily="2" charset="0"/>
              </a:rPr>
              <a:t>Filtro do Primary Sic</a:t>
            </a:r>
            <a:r>
              <a:rPr kumimoji="0" lang="pt-BR" sz="1300" b="0" i="0" u="none" strike="noStrike" kern="100" cap="none" spc="0" normalizeH="0" noProof="0" dirty="0">
                <a:ln>
                  <a:noFill/>
                </a:ln>
                <a:solidFill>
                  <a:prstClr val="white"/>
                </a:solidFill>
                <a:effectLst/>
                <a:uLnTx/>
                <a:uFillTx/>
                <a:latin typeface="GT Walsheim LC" pitchFamily="2" charset="0"/>
                <a:ea typeface="Aptos" panose="020B0004020202020204" pitchFamily="34" charset="0"/>
                <a:cs typeface="GT Walsheim LC" pitchFamily="2" charset="0"/>
              </a:rPr>
              <a:t> </a:t>
            </a:r>
            <a:r>
              <a:rPr kumimoji="0" lang="pt-BR" sz="1300" b="0" i="0" u="none" strike="noStrike" kern="100" cap="none" spc="0" normalizeH="0" noProof="0" dirty="0" err="1">
                <a:ln>
                  <a:noFill/>
                </a:ln>
                <a:solidFill>
                  <a:prstClr val="white"/>
                </a:solidFill>
                <a:effectLst/>
                <a:uLnTx/>
                <a:uFillTx/>
                <a:latin typeface="GT Walsheim LC" pitchFamily="2" charset="0"/>
                <a:ea typeface="Aptos" panose="020B0004020202020204" pitchFamily="34" charset="0"/>
                <a:cs typeface="GT Walsheim LC" pitchFamily="2" charset="0"/>
              </a:rPr>
              <a:t>C</a:t>
            </a:r>
            <a:r>
              <a:rPr kumimoji="0" lang="pt-BR" sz="1300" b="0" i="0" u="none" strike="noStrike" kern="100" cap="none" spc="0" normalizeH="0" baseline="0" noProof="0" dirty="0" err="1">
                <a:ln>
                  <a:noFill/>
                </a:ln>
                <a:solidFill>
                  <a:prstClr val="white"/>
                </a:solidFill>
                <a:effectLst/>
                <a:uLnTx/>
                <a:uFillTx/>
                <a:latin typeface="GT Walsheim LC" pitchFamily="2" charset="0"/>
                <a:ea typeface="Aptos" panose="020B0004020202020204" pitchFamily="34" charset="0"/>
                <a:cs typeface="GT Walsheim LC" pitchFamily="2" charset="0"/>
              </a:rPr>
              <a:t>ode</a:t>
            </a:r>
            <a:endParaRPr kumimoji="0" lang="pt-BR" sz="1300" b="0" i="0" u="none" strike="noStrike" kern="100" cap="none" spc="0" normalizeH="0" baseline="0" noProof="0" dirty="0">
              <a:ln>
                <a:noFill/>
              </a:ln>
              <a:solidFill>
                <a:prstClr val="white"/>
              </a:solidFill>
              <a:effectLst/>
              <a:uLnTx/>
              <a:uFillTx/>
              <a:latin typeface="GT Walsheim LC" pitchFamily="2" charset="0"/>
              <a:ea typeface="Aptos" panose="020B0004020202020204" pitchFamily="34" charset="0"/>
              <a:cs typeface="GT Walsheim LC" pitchFamily="2" charset="0"/>
            </a:endParaRPr>
          </a:p>
        </p:txBody>
      </p:sp>
    </p:spTree>
    <p:extLst>
      <p:ext uri="{BB962C8B-B14F-4D97-AF65-F5344CB8AC3E}">
        <p14:creationId xmlns:p14="http://schemas.microsoft.com/office/powerpoint/2010/main" val="1874107466"/>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fade">
                                      <p:cBhvr>
                                        <p:cTn id="15" dur="500"/>
                                        <p:tgtEl>
                                          <p:spTgt spid="30"/>
                                        </p:tgtEl>
                                      </p:cBhvr>
                                    </p:animEffect>
                                  </p:childTnLst>
                                </p:cTn>
                              </p:par>
                              <p:par>
                                <p:cTn id="16" presetID="10" presetClass="entr" presetSubtype="0" fill="hold" nodeType="withEffect">
                                  <p:stCondLst>
                                    <p:cond delay="0"/>
                                  </p:stCondLst>
                                  <p:childTnLst>
                                    <p:set>
                                      <p:cBhvr>
                                        <p:cTn id="17" dur="1" fill="hold">
                                          <p:stCondLst>
                                            <p:cond delay="0"/>
                                          </p:stCondLst>
                                        </p:cTn>
                                        <p:tgtEl>
                                          <p:spTgt spid="26"/>
                                        </p:tgtEl>
                                        <p:attrNameLst>
                                          <p:attrName>style.visibility</p:attrName>
                                        </p:attrNameLst>
                                      </p:cBhvr>
                                      <p:to>
                                        <p:strVal val="visible"/>
                                      </p:to>
                                    </p:set>
                                    <p:animEffect transition="in" filter="fade">
                                      <p:cBhvr>
                                        <p:cTn id="18" dur="500"/>
                                        <p:tgtEl>
                                          <p:spTgt spid="2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7"/>
                                        </p:tgtEl>
                                        <p:attrNameLst>
                                          <p:attrName>style.visibility</p:attrName>
                                        </p:attrNameLst>
                                      </p:cBhvr>
                                      <p:to>
                                        <p:strVal val="visible"/>
                                      </p:to>
                                    </p:set>
                                    <p:animEffect transition="in" filter="fade">
                                      <p:cBhvr>
                                        <p:cTn id="23" dur="500"/>
                                        <p:tgtEl>
                                          <p:spTgt spid="37"/>
                                        </p:tgtEl>
                                      </p:cBhvr>
                                    </p:animEffect>
                                  </p:childTnLst>
                                </p:cTn>
                              </p:par>
                              <p:par>
                                <p:cTn id="24" presetID="10" presetClass="entr" presetSubtype="0" fill="hold" nodeType="withEffect">
                                  <p:stCondLst>
                                    <p:cond delay="0"/>
                                  </p:stCondLst>
                                  <p:childTnLst>
                                    <p:set>
                                      <p:cBhvr>
                                        <p:cTn id="25" dur="1" fill="hold">
                                          <p:stCondLst>
                                            <p:cond delay="0"/>
                                          </p:stCondLst>
                                        </p:cTn>
                                        <p:tgtEl>
                                          <p:spTgt spid="33"/>
                                        </p:tgtEl>
                                        <p:attrNameLst>
                                          <p:attrName>style.visibility</p:attrName>
                                        </p:attrNameLst>
                                      </p:cBhvr>
                                      <p:to>
                                        <p:strVal val="visible"/>
                                      </p:to>
                                    </p:set>
                                    <p:animEffect transition="in" filter="fade">
                                      <p:cBhvr>
                                        <p:cTn id="26" dur="500"/>
                                        <p:tgtEl>
                                          <p:spTgt spid="3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47"/>
                                        </p:tgtEl>
                                        <p:attrNameLst>
                                          <p:attrName>style.visibility</p:attrName>
                                        </p:attrNameLst>
                                      </p:cBhvr>
                                      <p:to>
                                        <p:strVal val="visible"/>
                                      </p:to>
                                    </p:set>
                                    <p:animEffect transition="in" filter="fade">
                                      <p:cBhvr>
                                        <p:cTn id="31" dur="500"/>
                                        <p:tgtEl>
                                          <p:spTgt spid="47"/>
                                        </p:tgtEl>
                                      </p:cBhvr>
                                    </p:animEffect>
                                  </p:childTnLst>
                                </p:cTn>
                              </p:par>
                              <p:par>
                                <p:cTn id="32" presetID="10" presetClass="entr" presetSubtype="0" fill="hold" nodeType="withEffect">
                                  <p:stCondLst>
                                    <p:cond delay="0"/>
                                  </p:stCondLst>
                                  <p:childTnLst>
                                    <p:set>
                                      <p:cBhvr>
                                        <p:cTn id="33" dur="1" fill="hold">
                                          <p:stCondLst>
                                            <p:cond delay="0"/>
                                          </p:stCondLst>
                                        </p:cTn>
                                        <p:tgtEl>
                                          <p:spTgt spid="43"/>
                                        </p:tgtEl>
                                        <p:attrNameLst>
                                          <p:attrName>style.visibility</p:attrName>
                                        </p:attrNameLst>
                                      </p:cBhvr>
                                      <p:to>
                                        <p:strVal val="visible"/>
                                      </p:to>
                                    </p:set>
                                    <p:animEffect transition="in" filter="fade">
                                      <p:cBhvr>
                                        <p:cTn id="34" dur="500"/>
                                        <p:tgtEl>
                                          <p:spTgt spid="43"/>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57"/>
                                        </p:tgtEl>
                                        <p:attrNameLst>
                                          <p:attrName>style.visibility</p:attrName>
                                        </p:attrNameLst>
                                      </p:cBhvr>
                                      <p:to>
                                        <p:strVal val="visible"/>
                                      </p:to>
                                    </p:set>
                                    <p:animEffect transition="in" filter="fade">
                                      <p:cBhvr>
                                        <p:cTn id="39" dur="500"/>
                                        <p:tgtEl>
                                          <p:spTgt spid="57"/>
                                        </p:tgtEl>
                                      </p:cBhvr>
                                    </p:animEffect>
                                  </p:childTnLst>
                                </p:cTn>
                              </p:par>
                              <p:par>
                                <p:cTn id="40" presetID="10" presetClass="entr" presetSubtype="0" fill="hold" nodeType="withEffect">
                                  <p:stCondLst>
                                    <p:cond delay="0"/>
                                  </p:stCondLst>
                                  <p:childTnLst>
                                    <p:set>
                                      <p:cBhvr>
                                        <p:cTn id="41" dur="1" fill="hold">
                                          <p:stCondLst>
                                            <p:cond delay="0"/>
                                          </p:stCondLst>
                                        </p:cTn>
                                        <p:tgtEl>
                                          <p:spTgt spid="53"/>
                                        </p:tgtEl>
                                        <p:attrNameLst>
                                          <p:attrName>style.visibility</p:attrName>
                                        </p:attrNameLst>
                                      </p:cBhvr>
                                      <p:to>
                                        <p:strVal val="visible"/>
                                      </p:to>
                                    </p:set>
                                    <p:animEffect transition="in" filter="fade">
                                      <p:cBhvr>
                                        <p:cTn id="42" dur="500"/>
                                        <p:tgtEl>
                                          <p:spTgt spid="5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62"/>
                                        </p:tgtEl>
                                        <p:attrNameLst>
                                          <p:attrName>style.visibility</p:attrName>
                                        </p:attrNameLst>
                                      </p:cBhvr>
                                      <p:to>
                                        <p:strVal val="visible"/>
                                      </p:to>
                                    </p:set>
                                    <p:animEffect transition="in" filter="fade">
                                      <p:cBhvr>
                                        <p:cTn id="47" dur="500"/>
                                        <p:tgtEl>
                                          <p:spTgt spid="62"/>
                                        </p:tgtEl>
                                      </p:cBhvr>
                                    </p:animEffect>
                                  </p:childTnLst>
                                </p:cTn>
                              </p:par>
                              <p:par>
                                <p:cTn id="48" presetID="10" presetClass="entr" presetSubtype="0" fill="hold" nodeType="withEffect">
                                  <p:stCondLst>
                                    <p:cond delay="0"/>
                                  </p:stCondLst>
                                  <p:childTnLst>
                                    <p:set>
                                      <p:cBhvr>
                                        <p:cTn id="49" dur="1" fill="hold">
                                          <p:stCondLst>
                                            <p:cond delay="0"/>
                                          </p:stCondLst>
                                        </p:cTn>
                                        <p:tgtEl>
                                          <p:spTgt spid="58"/>
                                        </p:tgtEl>
                                        <p:attrNameLst>
                                          <p:attrName>style.visibility</p:attrName>
                                        </p:attrNameLst>
                                      </p:cBhvr>
                                      <p:to>
                                        <p:strVal val="visible"/>
                                      </p:to>
                                    </p:set>
                                    <p:animEffect transition="in" filter="fade">
                                      <p:cBhvr>
                                        <p:cTn id="50"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30" grpId="0"/>
      <p:bldP spid="37" grpId="0"/>
      <p:bldP spid="47" grpId="0"/>
      <p:bldP spid="57" grpId="0"/>
      <p:bldP spid="6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60224-C4A8-B001-F684-C6DEDB980891}"/>
            </a:ext>
          </a:extLst>
        </p:cNvPr>
        <p:cNvGrpSpPr/>
        <p:nvPr/>
      </p:nvGrpSpPr>
      <p:grpSpPr>
        <a:xfrm>
          <a:off x="0" y="0"/>
          <a:ext cx="0" cy="0"/>
          <a:chOff x="0" y="0"/>
          <a:chExt cx="0" cy="0"/>
        </a:xfrm>
      </p:grpSpPr>
      <p:pic>
        <p:nvPicPr>
          <p:cNvPr id="5" name="Imagem 4">
            <a:extLst>
              <a:ext uri="{FF2B5EF4-FFF2-40B4-BE49-F238E27FC236}">
                <a16:creationId xmlns:a16="http://schemas.microsoft.com/office/drawing/2014/main" id="{E705127D-DE92-A248-012A-8E8B4EE19598}"/>
              </a:ext>
            </a:extLst>
          </p:cNvPr>
          <p:cNvPicPr/>
          <p:nvPr/>
        </p:nvPicPr>
        <p:blipFill>
          <a:blip r:embed="rId3" cstate="screen">
            <a:extLst>
              <a:ext uri="{28A0092B-C50C-407E-A947-70E740481C1C}">
                <a14:useLocalDpi xmlns:a14="http://schemas.microsoft.com/office/drawing/2010/main"/>
              </a:ext>
            </a:extLst>
          </a:blip>
          <a:srcRect l="29421" t="13945" r="-974" b="30730"/>
          <a:stretch>
            <a:fillRect/>
          </a:stretch>
        </p:blipFill>
        <p:spPr>
          <a:xfrm>
            <a:off x="12460" y="0"/>
            <a:ext cx="8912248" cy="6858000"/>
          </a:xfrm>
          <a:prstGeom prst="rect">
            <a:avLst/>
          </a:prstGeom>
        </p:spPr>
      </p:pic>
      <p:pic>
        <p:nvPicPr>
          <p:cNvPr id="3" name="Gráfico 2">
            <a:extLst>
              <a:ext uri="{FF2B5EF4-FFF2-40B4-BE49-F238E27FC236}">
                <a16:creationId xmlns:a16="http://schemas.microsoft.com/office/drawing/2014/main" id="{18CE1C06-C437-2CDE-5F60-DEE3049F28A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432276" y="6224588"/>
            <a:ext cx="372165" cy="372165"/>
          </a:xfrm>
          <a:prstGeom prst="rect">
            <a:avLst/>
          </a:prstGeom>
        </p:spPr>
      </p:pic>
      <p:pic>
        <p:nvPicPr>
          <p:cNvPr id="4" name="Imagem 3">
            <a:extLst>
              <a:ext uri="{FF2B5EF4-FFF2-40B4-BE49-F238E27FC236}">
                <a16:creationId xmlns:a16="http://schemas.microsoft.com/office/drawing/2014/main" id="{086CCF94-E725-86A6-5413-28A14BCEDBF4}"/>
              </a:ext>
            </a:extLst>
          </p:cNvPr>
          <p:cNvPicPr>
            <a:picLocks noGrp="1" noRot="1" noMove="1" noResize="1" noEditPoints="1" noAdjustHandles="1" noChangeArrowheads="1" noChangeShapeType="1" noCrop="1"/>
          </p:cNvPicPr>
          <p:nvPr/>
        </p:nvPicPr>
        <p:blipFill>
          <a:blip r:embed="rId5"/>
          <a:stretch>
            <a:fillRect/>
          </a:stretch>
        </p:blipFill>
        <p:spPr>
          <a:xfrm>
            <a:off x="313071" y="6469072"/>
            <a:ext cx="5183172" cy="129875"/>
          </a:xfrm>
          <a:prstGeom prst="rect">
            <a:avLst/>
          </a:prstGeom>
        </p:spPr>
      </p:pic>
      <p:pic>
        <p:nvPicPr>
          <p:cNvPr id="10" name="Graphic 20">
            <a:extLst>
              <a:ext uri="{FF2B5EF4-FFF2-40B4-BE49-F238E27FC236}">
                <a16:creationId xmlns:a16="http://schemas.microsoft.com/office/drawing/2014/main" id="{DBC682A6-3A64-AB0A-91AB-E9FAC0FF4731}"/>
              </a:ext>
            </a:extLst>
          </p:cNvPr>
          <p:cNvPicPr>
            <a:picLocks noChangeAspect="1"/>
          </p:cNvPicPr>
          <p:nvPr/>
        </p:nvPicPr>
        <p:blipFill rotWithShape="1">
          <a:blip>
            <a:extLst>
              <a:ext uri="{96DAC541-7B7A-43D3-8B79-37D633B846F1}">
                <asvg:svgBlip xmlns:asvg="http://schemas.microsoft.com/office/drawing/2016/SVG/main" r:embed="rId6"/>
              </a:ext>
            </a:extLst>
          </a:blip>
          <a:srcRect l="20422" t="12378" r="35137" b="58794"/>
          <a:stretch>
            <a:fillRect/>
          </a:stretch>
        </p:blipFill>
        <p:spPr>
          <a:xfrm flipH="1">
            <a:off x="9525" y="3594099"/>
            <a:ext cx="6096000" cy="3263901"/>
          </a:xfrm>
          <a:prstGeom prst="rect">
            <a:avLst/>
          </a:prstGeom>
        </p:spPr>
      </p:pic>
      <p:sp>
        <p:nvSpPr>
          <p:cNvPr id="2" name="Title 1">
            <a:extLst>
              <a:ext uri="{FF2B5EF4-FFF2-40B4-BE49-F238E27FC236}">
                <a16:creationId xmlns:a16="http://schemas.microsoft.com/office/drawing/2014/main" id="{2A5100C6-AD56-6F5A-8B0D-D5234C7F1A1B}"/>
              </a:ext>
            </a:extLst>
          </p:cNvPr>
          <p:cNvSpPr>
            <a:spLocks noGrp="1"/>
          </p:cNvSpPr>
          <p:nvPr>
            <p:ph type="title"/>
          </p:nvPr>
        </p:nvSpPr>
        <p:spPr>
          <a:xfrm>
            <a:off x="508003" y="273721"/>
            <a:ext cx="11175997" cy="941388"/>
          </a:xfrm>
        </p:spPr>
        <p:txBody>
          <a:bodyPr anchor="ctr"/>
          <a:lstStyle/>
          <a:p>
            <a:r>
              <a:rPr lang="pt-BR" sz="4000" noProof="0" dirty="0">
                <a:latin typeface="+mj-lt"/>
              </a:rPr>
              <a:t>Fundamentos Legais: Os 4 Critérios de Filtragem na IN RFB nº 2.161/2023</a:t>
            </a:r>
          </a:p>
        </p:txBody>
      </p:sp>
      <p:grpSp>
        <p:nvGrpSpPr>
          <p:cNvPr id="11" name="Agrupar 10">
            <a:extLst>
              <a:ext uri="{FF2B5EF4-FFF2-40B4-BE49-F238E27FC236}">
                <a16:creationId xmlns:a16="http://schemas.microsoft.com/office/drawing/2014/main" id="{6F85032E-3407-0791-94A5-AD3DF1FB610F}"/>
              </a:ext>
            </a:extLst>
          </p:cNvPr>
          <p:cNvGrpSpPr/>
          <p:nvPr/>
        </p:nvGrpSpPr>
        <p:grpSpPr>
          <a:xfrm flipV="1">
            <a:off x="183335" y="1786714"/>
            <a:ext cx="3629254" cy="2205689"/>
            <a:chOff x="4702594" y="2640561"/>
            <a:chExt cx="3914774" cy="1827951"/>
          </a:xfrm>
        </p:grpSpPr>
        <p:sp>
          <p:nvSpPr>
            <p:cNvPr id="12" name="Retângulo: Cantos Arredondados 11">
              <a:extLst>
                <a:ext uri="{FF2B5EF4-FFF2-40B4-BE49-F238E27FC236}">
                  <a16:creationId xmlns:a16="http://schemas.microsoft.com/office/drawing/2014/main" id="{4169CEEB-DD67-78A0-63A6-0D85C56FE2A9}"/>
                </a:ext>
              </a:extLst>
            </p:cNvPr>
            <p:cNvSpPr/>
            <p:nvPr/>
          </p:nvSpPr>
          <p:spPr>
            <a:xfrm>
              <a:off x="4702594" y="2640561"/>
              <a:ext cx="2688224" cy="1827951"/>
            </a:xfrm>
            <a:prstGeom prst="roundRect">
              <a:avLst>
                <a:gd name="adj" fmla="val 9403"/>
              </a:avLst>
            </a:prstGeom>
            <a:solidFill>
              <a:srgbClr val="2511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13" name="Retângulo: Cantos Arredondados 12">
              <a:extLst>
                <a:ext uri="{FF2B5EF4-FFF2-40B4-BE49-F238E27FC236}">
                  <a16:creationId xmlns:a16="http://schemas.microsoft.com/office/drawing/2014/main" id="{776B512F-913E-172E-0F4F-F90D8F261A36}"/>
                </a:ext>
              </a:extLst>
            </p:cNvPr>
            <p:cNvSpPr/>
            <p:nvPr/>
          </p:nvSpPr>
          <p:spPr>
            <a:xfrm>
              <a:off x="6100920" y="2640561"/>
              <a:ext cx="2516448" cy="1827951"/>
            </a:xfrm>
            <a:prstGeom prst="roundRect">
              <a:avLst>
                <a:gd name="adj" fmla="val 34935"/>
              </a:avLst>
            </a:prstGeom>
            <a:solidFill>
              <a:srgbClr val="2511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14" name="Retângulo: Cantos Arredondados 13">
              <a:extLst>
                <a:ext uri="{FF2B5EF4-FFF2-40B4-BE49-F238E27FC236}">
                  <a16:creationId xmlns:a16="http://schemas.microsoft.com/office/drawing/2014/main" id="{AB8E67A8-E963-2DD4-9935-4C0BA7F6A54D}"/>
                </a:ext>
              </a:extLst>
            </p:cNvPr>
            <p:cNvSpPr/>
            <p:nvPr/>
          </p:nvSpPr>
          <p:spPr>
            <a:xfrm>
              <a:off x="5929144" y="2640561"/>
              <a:ext cx="2688224" cy="1057871"/>
            </a:xfrm>
            <a:prstGeom prst="roundRect">
              <a:avLst>
                <a:gd name="adj" fmla="val 15706"/>
              </a:avLst>
            </a:prstGeom>
            <a:solidFill>
              <a:srgbClr val="2511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grpSp>
      <p:sp>
        <p:nvSpPr>
          <p:cNvPr id="15" name="CaixaDeTexto 14">
            <a:extLst>
              <a:ext uri="{FF2B5EF4-FFF2-40B4-BE49-F238E27FC236}">
                <a16:creationId xmlns:a16="http://schemas.microsoft.com/office/drawing/2014/main" id="{62E0B5BE-EE0D-1139-63DC-5E98C6944CD0}"/>
              </a:ext>
            </a:extLst>
          </p:cNvPr>
          <p:cNvSpPr txBox="1"/>
          <p:nvPr/>
        </p:nvSpPr>
        <p:spPr>
          <a:xfrm>
            <a:off x="249262" y="2053603"/>
            <a:ext cx="3329773" cy="1679947"/>
          </a:xfrm>
          <a:prstGeom prst="rect">
            <a:avLst/>
          </a:prstGeom>
          <a:noFill/>
        </p:spPr>
        <p:txBody>
          <a:bodyPr wrap="square">
            <a:spAutoFit/>
          </a:bodyPr>
          <a:lstStyle/>
          <a:p>
            <a:pPr lvl="0" algn="just" defTabSz="946862">
              <a:lnSpc>
                <a:spcPts val="1500"/>
              </a:lnSpc>
              <a:spcAft>
                <a:spcPts val="800"/>
              </a:spcAft>
              <a:defRPr/>
            </a:pPr>
            <a:r>
              <a:rPr lang="pt-BR" sz="1700" b="1" kern="100" dirty="0">
                <a:solidFill>
                  <a:prstClr val="white"/>
                </a:solidFill>
                <a:latin typeface="GT Walsheim LC Black" pitchFamily="2" charset="0"/>
                <a:ea typeface="Aptos" panose="020B0004020202020204" pitchFamily="34" charset="0"/>
                <a:cs typeface="GT Walsheim LC Black" pitchFamily="2" charset="0"/>
              </a:rPr>
              <a:t>1. Critério de Independência</a:t>
            </a:r>
          </a:p>
          <a:p>
            <a:pPr algn="just"/>
            <a:r>
              <a:rPr kumimoji="0" lang="pt-BR" sz="1300" b="0" i="0" u="none" strike="noStrike" kern="100" cap="none" spc="0" normalizeH="0" baseline="0" noProof="0" dirty="0">
                <a:ln>
                  <a:noFill/>
                </a:ln>
                <a:solidFill>
                  <a:prstClr val="white"/>
                </a:solidFill>
                <a:effectLst/>
                <a:uLnTx/>
                <a:uFillTx/>
                <a:latin typeface="GT Walsheim LC" pitchFamily="2" charset="0"/>
                <a:ea typeface="Aptos" panose="020B0004020202020204" pitchFamily="34" charset="0"/>
                <a:cs typeface="GT Walsheim LC" pitchFamily="2" charset="0"/>
              </a:rPr>
              <a:t>Art.4º </a:t>
            </a:r>
            <a:r>
              <a:rPr lang="pt-BR" dirty="0"/>
              <a:t>VI - as entidades que estiverem, direta ou indiretamente, sob controle comum ou em que o mesmo sócio, acionista ou titular detiver 20% (vinte por cento) ou mais do capital social de cada uma</a:t>
            </a:r>
          </a:p>
        </p:txBody>
      </p:sp>
      <p:grpSp>
        <p:nvGrpSpPr>
          <p:cNvPr id="26" name="Agrupar 25">
            <a:extLst>
              <a:ext uri="{FF2B5EF4-FFF2-40B4-BE49-F238E27FC236}">
                <a16:creationId xmlns:a16="http://schemas.microsoft.com/office/drawing/2014/main" id="{0A899CC6-CC39-35A2-CB52-7CFBCE9D5FB6}"/>
              </a:ext>
            </a:extLst>
          </p:cNvPr>
          <p:cNvGrpSpPr/>
          <p:nvPr/>
        </p:nvGrpSpPr>
        <p:grpSpPr>
          <a:xfrm flipV="1">
            <a:off x="4347096" y="1786714"/>
            <a:ext cx="7497721" cy="4099929"/>
            <a:chOff x="4702594" y="2640561"/>
            <a:chExt cx="3914774" cy="1827951"/>
          </a:xfrm>
        </p:grpSpPr>
        <p:sp>
          <p:nvSpPr>
            <p:cNvPr id="27" name="Retângulo: Cantos Arredondados 26">
              <a:extLst>
                <a:ext uri="{FF2B5EF4-FFF2-40B4-BE49-F238E27FC236}">
                  <a16:creationId xmlns:a16="http://schemas.microsoft.com/office/drawing/2014/main" id="{267127D6-DD46-DA88-8C78-34D8F9A19F54}"/>
                </a:ext>
              </a:extLst>
            </p:cNvPr>
            <p:cNvSpPr/>
            <p:nvPr/>
          </p:nvSpPr>
          <p:spPr>
            <a:xfrm>
              <a:off x="4702594" y="2640561"/>
              <a:ext cx="2688224" cy="1827951"/>
            </a:xfrm>
            <a:prstGeom prst="roundRect">
              <a:avLst>
                <a:gd name="adj" fmla="val 9403"/>
              </a:avLst>
            </a:prstGeom>
            <a:solidFill>
              <a:srgbClr val="2511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28" name="Retângulo: Cantos Arredondados 27">
              <a:extLst>
                <a:ext uri="{FF2B5EF4-FFF2-40B4-BE49-F238E27FC236}">
                  <a16:creationId xmlns:a16="http://schemas.microsoft.com/office/drawing/2014/main" id="{9F111BA3-F12D-8643-E6A8-1CC31E240ECF}"/>
                </a:ext>
              </a:extLst>
            </p:cNvPr>
            <p:cNvSpPr/>
            <p:nvPr/>
          </p:nvSpPr>
          <p:spPr>
            <a:xfrm>
              <a:off x="6100920" y="2640561"/>
              <a:ext cx="2516448" cy="1827951"/>
            </a:xfrm>
            <a:prstGeom prst="roundRect">
              <a:avLst>
                <a:gd name="adj" fmla="val 34935"/>
              </a:avLst>
            </a:prstGeom>
            <a:solidFill>
              <a:srgbClr val="2511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29" name="Retângulo: Cantos Arredondados 28">
              <a:extLst>
                <a:ext uri="{FF2B5EF4-FFF2-40B4-BE49-F238E27FC236}">
                  <a16:creationId xmlns:a16="http://schemas.microsoft.com/office/drawing/2014/main" id="{61C0A54E-0269-F59D-3F83-781CF95FC1BA}"/>
                </a:ext>
              </a:extLst>
            </p:cNvPr>
            <p:cNvSpPr/>
            <p:nvPr/>
          </p:nvSpPr>
          <p:spPr>
            <a:xfrm>
              <a:off x="5929144" y="2640561"/>
              <a:ext cx="2688224" cy="1057871"/>
            </a:xfrm>
            <a:prstGeom prst="roundRect">
              <a:avLst>
                <a:gd name="adj" fmla="val 15706"/>
              </a:avLst>
            </a:prstGeom>
            <a:solidFill>
              <a:srgbClr val="2511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grpSp>
      <p:sp>
        <p:nvSpPr>
          <p:cNvPr id="30" name="CaixaDeTexto 29">
            <a:extLst>
              <a:ext uri="{FF2B5EF4-FFF2-40B4-BE49-F238E27FC236}">
                <a16:creationId xmlns:a16="http://schemas.microsoft.com/office/drawing/2014/main" id="{F37B97F8-3805-2CCB-CA49-A3014E5E211A}"/>
              </a:ext>
            </a:extLst>
          </p:cNvPr>
          <p:cNvSpPr txBox="1"/>
          <p:nvPr/>
        </p:nvSpPr>
        <p:spPr>
          <a:xfrm>
            <a:off x="4443364" y="2059520"/>
            <a:ext cx="6970553" cy="3978012"/>
          </a:xfrm>
          <a:prstGeom prst="rect">
            <a:avLst/>
          </a:prstGeom>
          <a:noFill/>
        </p:spPr>
        <p:txBody>
          <a:bodyPr wrap="square">
            <a:spAutoFit/>
          </a:bodyPr>
          <a:lstStyle/>
          <a:p>
            <a:pPr marL="0" marR="0" lvl="0" indent="0" algn="just" defTabSz="946862" rtl="0" eaLnBrk="1" fontAlgn="auto" latinLnBrk="0" hangingPunct="1">
              <a:lnSpc>
                <a:spcPts val="1500"/>
              </a:lnSpc>
              <a:spcBef>
                <a:spcPts val="0"/>
              </a:spcBef>
              <a:spcAft>
                <a:spcPts val="800"/>
              </a:spcAft>
              <a:buClrTx/>
              <a:buSzTx/>
              <a:buFont typeface="Arial" panose="020B0604020202020204" pitchFamily="34" charset="0"/>
              <a:buNone/>
              <a:tabLst/>
              <a:defRPr/>
            </a:pPr>
            <a:r>
              <a:rPr kumimoji="0" lang="pt-BR" sz="1700" b="1" i="0" u="none" strike="noStrike" kern="100" cap="none" spc="0" normalizeH="0" baseline="0" noProof="0" dirty="0">
                <a:ln>
                  <a:noFill/>
                </a:ln>
                <a:solidFill>
                  <a:prstClr val="white"/>
                </a:solidFill>
                <a:effectLst/>
                <a:uLnTx/>
                <a:uFillTx/>
                <a:latin typeface="GT Walsheim LC Black" pitchFamily="2" charset="0"/>
                <a:ea typeface="Aptos" panose="020B0004020202020204" pitchFamily="34" charset="0"/>
                <a:cs typeface="GT Walsheim LC Black" pitchFamily="2" charset="0"/>
              </a:rPr>
              <a:t>2. Dados Financeiros</a:t>
            </a:r>
          </a:p>
          <a:p>
            <a:pPr marL="0" marR="0" lvl="0" indent="0" algn="just" defTabSz="946862" rtl="0" eaLnBrk="1" fontAlgn="auto" latinLnBrk="0" hangingPunct="1">
              <a:lnSpc>
                <a:spcPts val="1500"/>
              </a:lnSpc>
              <a:spcBef>
                <a:spcPts val="0"/>
              </a:spcBef>
              <a:spcAft>
                <a:spcPts val="800"/>
              </a:spcAft>
              <a:buClrTx/>
              <a:buSzTx/>
              <a:buFont typeface="Arial" panose="020B0604020202020204" pitchFamily="34" charset="0"/>
              <a:buNone/>
              <a:tabLst/>
              <a:defRPr/>
            </a:pPr>
            <a:r>
              <a:rPr kumimoji="0" lang="pt-BR" sz="1300" b="0" i="0" u="none" strike="noStrike" kern="100" cap="none" spc="0" normalizeH="0" baseline="0" noProof="0" dirty="0">
                <a:ln>
                  <a:noFill/>
                </a:ln>
                <a:solidFill>
                  <a:prstClr val="white"/>
                </a:solidFill>
                <a:effectLst/>
                <a:uLnTx/>
                <a:uFillTx/>
                <a:latin typeface="GT Walsheim LC" pitchFamily="2" charset="0"/>
                <a:ea typeface="Aptos" panose="020B0004020202020204" pitchFamily="34" charset="0"/>
                <a:cs typeface="GT Walsheim LC" pitchFamily="2" charset="0"/>
              </a:rPr>
              <a:t>Art. 30º O uso de dados de múltiplos anos sobre transações comparáveis poderá ser admitido quando aumentar a confiabilidade da análise de comparabilidade, inclusive para melhorar a compreensão dos fatos e circunstâncias da transação controlada, em particular daqueles que poderiam ou deveriam ter influenciado a determinação do valor da transação segundo o disposto no art. 2º.</a:t>
            </a:r>
          </a:p>
          <a:p>
            <a:pPr lvl="0" algn="just" defTabSz="946862">
              <a:lnSpc>
                <a:spcPts val="1500"/>
              </a:lnSpc>
              <a:spcAft>
                <a:spcPts val="800"/>
              </a:spcAft>
              <a:defRPr/>
            </a:pPr>
            <a:r>
              <a:rPr lang="pt-BR" dirty="0"/>
              <a:t>§ 6º Na análise de múltiplos anos, em especial quando utilizado o método previsto no inciso IV do caput do art. 33 com base em comparáveis externos, serão considerados os seguintes requisitos:</a:t>
            </a:r>
          </a:p>
          <a:p>
            <a:pPr marL="285750" lvl="0" indent="-285750" algn="just" defTabSz="946862">
              <a:lnSpc>
                <a:spcPts val="1500"/>
              </a:lnSpc>
              <a:spcAft>
                <a:spcPts val="800"/>
              </a:spcAft>
              <a:buFont typeface="Arial" panose="020B0604020202020204" pitchFamily="34" charset="0"/>
              <a:buChar char="•"/>
              <a:defRPr/>
            </a:pPr>
            <a:r>
              <a:rPr kumimoji="0" lang="pt-BR" sz="1300" b="0" i="0" u="none" strike="noStrike" kern="100" cap="none" spc="0" normalizeH="0" baseline="0" noProof="0" dirty="0">
                <a:ln>
                  <a:noFill/>
                </a:ln>
                <a:solidFill>
                  <a:prstClr val="white"/>
                </a:solidFill>
                <a:effectLst/>
                <a:uLnTx/>
                <a:uFillTx/>
                <a:latin typeface="GT Walsheim LC" pitchFamily="2" charset="0"/>
                <a:ea typeface="Aptos" panose="020B0004020202020204" pitchFamily="34" charset="0"/>
                <a:cs typeface="GT Walsheim LC" pitchFamily="2" charset="0"/>
              </a:rPr>
              <a:t>I - a média de múltiplos anos dos comparáveis deverá ser obtida, a princípio, a partir dos últimos 3 (três) anos, ou seja, o ano corrente ou o precedente, a depender da disponibilidade da informação, e mais 2 (dois) anos imediatamente anteriores;</a:t>
            </a:r>
          </a:p>
          <a:p>
            <a:pPr marL="285750" lvl="0" indent="-285750" algn="just" defTabSz="946862">
              <a:lnSpc>
                <a:spcPts val="1500"/>
              </a:lnSpc>
              <a:spcAft>
                <a:spcPts val="800"/>
              </a:spcAft>
              <a:buFont typeface="Arial" panose="020B0604020202020204" pitchFamily="34" charset="0"/>
              <a:buChar char="•"/>
              <a:defRPr/>
            </a:pPr>
            <a:endParaRPr kumimoji="0" lang="pt-BR" sz="1300" b="0" i="0" u="none" strike="noStrike" kern="100" cap="none" spc="0" normalizeH="0" baseline="0" noProof="0" dirty="0">
              <a:ln>
                <a:noFill/>
              </a:ln>
              <a:solidFill>
                <a:prstClr val="white"/>
              </a:solidFill>
              <a:effectLst/>
              <a:uLnTx/>
              <a:uFillTx/>
              <a:latin typeface="GT Walsheim LC" pitchFamily="2" charset="0"/>
              <a:ea typeface="Aptos" panose="020B0004020202020204" pitchFamily="34" charset="0"/>
              <a:cs typeface="GT Walsheim LC" pitchFamily="2" charset="0"/>
            </a:endParaRPr>
          </a:p>
          <a:p>
            <a:pPr marL="285750" lvl="0" indent="-285750" algn="just" defTabSz="946862">
              <a:lnSpc>
                <a:spcPts val="1500"/>
              </a:lnSpc>
              <a:spcAft>
                <a:spcPts val="800"/>
              </a:spcAft>
              <a:buFont typeface="Arial" panose="020B0604020202020204" pitchFamily="34" charset="0"/>
              <a:buChar char="•"/>
              <a:defRPr/>
            </a:pPr>
            <a:r>
              <a:rPr kumimoji="0" lang="pt-BR" sz="1300" b="0" i="0" u="none" strike="noStrike" kern="100" cap="none" spc="0" normalizeH="0" baseline="0" noProof="0" dirty="0">
                <a:ln>
                  <a:noFill/>
                </a:ln>
                <a:solidFill>
                  <a:prstClr val="white"/>
                </a:solidFill>
                <a:effectLst/>
                <a:uLnTx/>
                <a:uFillTx/>
                <a:latin typeface="GT Walsheim LC" pitchFamily="2" charset="0"/>
                <a:ea typeface="Aptos" panose="020B0004020202020204" pitchFamily="34" charset="0"/>
                <a:cs typeface="GT Walsheim LC" pitchFamily="2" charset="0"/>
              </a:rPr>
              <a:t>II - em casos excepcionais, em linha com os fatos e circunstâncias, e desde que devidamente justificado pelo contribuinte em vistas do princípio de que trata o art. 2º, pode ser apropriado o uso de dados que abranjam períodos distintos; e</a:t>
            </a:r>
          </a:p>
          <a:p>
            <a:pPr lvl="0" algn="just" defTabSz="946862">
              <a:lnSpc>
                <a:spcPts val="1500"/>
              </a:lnSpc>
              <a:spcAft>
                <a:spcPts val="800"/>
              </a:spcAft>
              <a:defRPr/>
            </a:pPr>
            <a:endParaRPr kumimoji="0" lang="pt-BR" sz="1300" b="0" i="0" u="none" strike="noStrike" kern="100" cap="none" spc="0" normalizeH="0" baseline="0" noProof="0" dirty="0">
              <a:ln>
                <a:noFill/>
              </a:ln>
              <a:solidFill>
                <a:prstClr val="white"/>
              </a:solidFill>
              <a:effectLst/>
              <a:uLnTx/>
              <a:uFillTx/>
              <a:latin typeface="GT Walsheim LC" pitchFamily="2" charset="0"/>
              <a:ea typeface="Aptos" panose="020B0004020202020204" pitchFamily="34" charset="0"/>
              <a:cs typeface="GT Walsheim LC" pitchFamily="2" charset="0"/>
            </a:endParaRPr>
          </a:p>
        </p:txBody>
      </p:sp>
    </p:spTree>
    <p:extLst>
      <p:ext uri="{BB962C8B-B14F-4D97-AF65-F5344CB8AC3E}">
        <p14:creationId xmlns:p14="http://schemas.microsoft.com/office/powerpoint/2010/main" val="1807592514"/>
      </p:ext>
    </p:extLst>
  </p:cSld>
  <p:clrMapOvr>
    <a:masterClrMapping/>
  </p:clrMapOvr>
  <p:transition spd="slow">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EA8542-EAD5-E1C4-77B4-7EDFB89D194E}"/>
            </a:ext>
          </a:extLst>
        </p:cNvPr>
        <p:cNvGrpSpPr/>
        <p:nvPr/>
      </p:nvGrpSpPr>
      <p:grpSpPr>
        <a:xfrm>
          <a:off x="0" y="0"/>
          <a:ext cx="0" cy="0"/>
          <a:chOff x="0" y="0"/>
          <a:chExt cx="0" cy="0"/>
        </a:xfrm>
      </p:grpSpPr>
      <p:pic>
        <p:nvPicPr>
          <p:cNvPr id="5" name="Imagem 4">
            <a:extLst>
              <a:ext uri="{FF2B5EF4-FFF2-40B4-BE49-F238E27FC236}">
                <a16:creationId xmlns:a16="http://schemas.microsoft.com/office/drawing/2014/main" id="{DBA169A9-8ACF-B680-56A7-58A68D432D30}"/>
              </a:ext>
            </a:extLst>
          </p:cNvPr>
          <p:cNvPicPr/>
          <p:nvPr/>
        </p:nvPicPr>
        <p:blipFill>
          <a:blip r:embed="rId3" cstate="screen">
            <a:extLst>
              <a:ext uri="{28A0092B-C50C-407E-A947-70E740481C1C}">
                <a14:useLocalDpi xmlns:a14="http://schemas.microsoft.com/office/drawing/2010/main"/>
              </a:ext>
            </a:extLst>
          </a:blip>
          <a:srcRect l="29421" t="13945" r="-974" b="30730"/>
          <a:stretch>
            <a:fillRect/>
          </a:stretch>
        </p:blipFill>
        <p:spPr>
          <a:xfrm>
            <a:off x="12460" y="0"/>
            <a:ext cx="8912248" cy="6858000"/>
          </a:xfrm>
          <a:prstGeom prst="rect">
            <a:avLst/>
          </a:prstGeom>
        </p:spPr>
      </p:pic>
      <p:pic>
        <p:nvPicPr>
          <p:cNvPr id="4" name="Imagem 3">
            <a:extLst>
              <a:ext uri="{FF2B5EF4-FFF2-40B4-BE49-F238E27FC236}">
                <a16:creationId xmlns:a16="http://schemas.microsoft.com/office/drawing/2014/main" id="{D1B4F0F9-1272-A89C-EF16-88519AF79458}"/>
              </a:ext>
            </a:extLst>
          </p:cNvPr>
          <p:cNvPicPr>
            <a:picLocks noGrp="1" noRot="1" noMove="1" noResize="1" noEditPoints="1" noAdjustHandles="1" noChangeArrowheads="1" noChangeShapeType="1" noCrop="1"/>
          </p:cNvPicPr>
          <p:nvPr/>
        </p:nvPicPr>
        <p:blipFill>
          <a:blip r:embed="rId4"/>
          <a:stretch>
            <a:fillRect/>
          </a:stretch>
        </p:blipFill>
        <p:spPr>
          <a:xfrm>
            <a:off x="313071" y="6469072"/>
            <a:ext cx="5183172" cy="129875"/>
          </a:xfrm>
          <a:prstGeom prst="rect">
            <a:avLst/>
          </a:prstGeom>
        </p:spPr>
      </p:pic>
      <p:pic>
        <p:nvPicPr>
          <p:cNvPr id="3" name="Gráfico 2">
            <a:extLst>
              <a:ext uri="{FF2B5EF4-FFF2-40B4-BE49-F238E27FC236}">
                <a16:creationId xmlns:a16="http://schemas.microsoft.com/office/drawing/2014/main" id="{4DAC09B6-7CA2-CE69-D5E8-A26283369AE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432276" y="6224588"/>
            <a:ext cx="372165" cy="372165"/>
          </a:xfrm>
          <a:prstGeom prst="rect">
            <a:avLst/>
          </a:prstGeom>
        </p:spPr>
      </p:pic>
      <p:sp>
        <p:nvSpPr>
          <p:cNvPr id="2" name="Title 1">
            <a:extLst>
              <a:ext uri="{FF2B5EF4-FFF2-40B4-BE49-F238E27FC236}">
                <a16:creationId xmlns:a16="http://schemas.microsoft.com/office/drawing/2014/main" id="{2CB816E1-F8F3-6C97-F147-CEF6D1D75389}"/>
              </a:ext>
            </a:extLst>
          </p:cNvPr>
          <p:cNvSpPr>
            <a:spLocks noGrp="1"/>
          </p:cNvSpPr>
          <p:nvPr>
            <p:ph type="title"/>
          </p:nvPr>
        </p:nvSpPr>
        <p:spPr>
          <a:xfrm>
            <a:off x="508003" y="273721"/>
            <a:ext cx="11175997" cy="941388"/>
          </a:xfrm>
        </p:spPr>
        <p:txBody>
          <a:bodyPr anchor="ctr"/>
          <a:lstStyle/>
          <a:p>
            <a:r>
              <a:rPr lang="pt-BR" sz="4000" noProof="0" dirty="0">
                <a:latin typeface="+mj-lt"/>
              </a:rPr>
              <a:t>Fundamentos Legais: Os 4 Critérios de Filtragem na IN RFB nº 2.161/2023</a:t>
            </a:r>
          </a:p>
        </p:txBody>
      </p:sp>
      <p:grpSp>
        <p:nvGrpSpPr>
          <p:cNvPr id="11" name="Agrupar 10">
            <a:extLst>
              <a:ext uri="{FF2B5EF4-FFF2-40B4-BE49-F238E27FC236}">
                <a16:creationId xmlns:a16="http://schemas.microsoft.com/office/drawing/2014/main" id="{384757C3-0641-B52F-5C13-2D04CA0B6F46}"/>
              </a:ext>
            </a:extLst>
          </p:cNvPr>
          <p:cNvGrpSpPr/>
          <p:nvPr/>
        </p:nvGrpSpPr>
        <p:grpSpPr>
          <a:xfrm flipV="1">
            <a:off x="794350" y="1822991"/>
            <a:ext cx="3629254" cy="3480800"/>
            <a:chOff x="4702594" y="2640561"/>
            <a:chExt cx="3914774" cy="1827951"/>
          </a:xfrm>
        </p:grpSpPr>
        <p:sp>
          <p:nvSpPr>
            <p:cNvPr id="12" name="Retângulo: Cantos Arredondados 11">
              <a:extLst>
                <a:ext uri="{FF2B5EF4-FFF2-40B4-BE49-F238E27FC236}">
                  <a16:creationId xmlns:a16="http://schemas.microsoft.com/office/drawing/2014/main" id="{2D0193B3-52AA-BE8C-32BF-52D452199552}"/>
                </a:ext>
              </a:extLst>
            </p:cNvPr>
            <p:cNvSpPr/>
            <p:nvPr/>
          </p:nvSpPr>
          <p:spPr>
            <a:xfrm>
              <a:off x="4702594" y="2640561"/>
              <a:ext cx="2688224" cy="1827951"/>
            </a:xfrm>
            <a:prstGeom prst="roundRect">
              <a:avLst>
                <a:gd name="adj" fmla="val 9403"/>
              </a:avLst>
            </a:prstGeom>
            <a:solidFill>
              <a:srgbClr val="2511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13" name="Retângulo: Cantos Arredondados 12">
              <a:extLst>
                <a:ext uri="{FF2B5EF4-FFF2-40B4-BE49-F238E27FC236}">
                  <a16:creationId xmlns:a16="http://schemas.microsoft.com/office/drawing/2014/main" id="{9CC6721D-B86B-D336-4B6E-2A7C029CF296}"/>
                </a:ext>
              </a:extLst>
            </p:cNvPr>
            <p:cNvSpPr/>
            <p:nvPr/>
          </p:nvSpPr>
          <p:spPr>
            <a:xfrm>
              <a:off x="6100920" y="2640561"/>
              <a:ext cx="2516448" cy="1827951"/>
            </a:xfrm>
            <a:prstGeom prst="roundRect">
              <a:avLst>
                <a:gd name="adj" fmla="val 34935"/>
              </a:avLst>
            </a:prstGeom>
            <a:solidFill>
              <a:srgbClr val="2511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14" name="Retângulo: Cantos Arredondados 13">
              <a:extLst>
                <a:ext uri="{FF2B5EF4-FFF2-40B4-BE49-F238E27FC236}">
                  <a16:creationId xmlns:a16="http://schemas.microsoft.com/office/drawing/2014/main" id="{FCF2EDB2-343A-FB4B-2742-4C696A08BF53}"/>
                </a:ext>
              </a:extLst>
            </p:cNvPr>
            <p:cNvSpPr/>
            <p:nvPr/>
          </p:nvSpPr>
          <p:spPr>
            <a:xfrm>
              <a:off x="5929144" y="2640561"/>
              <a:ext cx="2688224" cy="1057871"/>
            </a:xfrm>
            <a:prstGeom prst="roundRect">
              <a:avLst>
                <a:gd name="adj" fmla="val 15706"/>
              </a:avLst>
            </a:prstGeom>
            <a:solidFill>
              <a:srgbClr val="2511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grpSp>
      <p:sp>
        <p:nvSpPr>
          <p:cNvPr id="15" name="CaixaDeTexto 14">
            <a:extLst>
              <a:ext uri="{FF2B5EF4-FFF2-40B4-BE49-F238E27FC236}">
                <a16:creationId xmlns:a16="http://schemas.microsoft.com/office/drawing/2014/main" id="{4E2A6E3D-D3FF-70BD-359C-713057748DF0}"/>
              </a:ext>
            </a:extLst>
          </p:cNvPr>
          <p:cNvSpPr txBox="1"/>
          <p:nvPr/>
        </p:nvSpPr>
        <p:spPr>
          <a:xfrm>
            <a:off x="860277" y="2089881"/>
            <a:ext cx="3329773" cy="3103414"/>
          </a:xfrm>
          <a:prstGeom prst="rect">
            <a:avLst/>
          </a:prstGeom>
          <a:noFill/>
        </p:spPr>
        <p:txBody>
          <a:bodyPr wrap="square">
            <a:spAutoFit/>
          </a:bodyPr>
          <a:lstStyle/>
          <a:p>
            <a:pPr marL="0" marR="0" lvl="0" indent="0" algn="just" defTabSz="946862" rtl="0" eaLnBrk="1" fontAlgn="auto" latinLnBrk="0" hangingPunct="1">
              <a:lnSpc>
                <a:spcPts val="1500"/>
              </a:lnSpc>
              <a:spcBef>
                <a:spcPts val="0"/>
              </a:spcBef>
              <a:spcAft>
                <a:spcPts val="800"/>
              </a:spcAft>
              <a:buClrTx/>
              <a:buSzTx/>
              <a:buFont typeface="Arial" panose="020B0604020202020204" pitchFamily="34" charset="0"/>
              <a:buNone/>
              <a:tabLst/>
              <a:defRPr/>
            </a:pPr>
            <a:r>
              <a:rPr kumimoji="0" lang="pt-BR" sz="1700" b="1" i="0" u="none" strike="noStrike" kern="100" cap="none" spc="0" normalizeH="0" baseline="0" noProof="0" dirty="0">
                <a:ln>
                  <a:noFill/>
                </a:ln>
                <a:solidFill>
                  <a:prstClr val="white"/>
                </a:solidFill>
                <a:effectLst/>
                <a:uLnTx/>
                <a:uFillTx/>
                <a:latin typeface="GT Walsheim LC Black" pitchFamily="2" charset="0"/>
                <a:ea typeface="Aptos" panose="020B0004020202020204" pitchFamily="34" charset="0"/>
                <a:cs typeface="GT Walsheim LC Black" pitchFamily="2" charset="0"/>
              </a:rPr>
              <a:t>3. Exclusão de Dados Insuficientes</a:t>
            </a:r>
          </a:p>
          <a:p>
            <a:r>
              <a:rPr lang="pt-BR" sz="1300" kern="100" dirty="0">
                <a:solidFill>
                  <a:prstClr val="white"/>
                </a:solidFill>
                <a:latin typeface="GT Walsheim LC" pitchFamily="2" charset="0"/>
                <a:ea typeface="Aptos" panose="020B0004020202020204" pitchFamily="34" charset="0"/>
                <a:cs typeface="GT Walsheim LC" pitchFamily="2" charset="0"/>
              </a:rPr>
              <a:t>Art. 30 </a:t>
            </a:r>
            <a:r>
              <a:rPr lang="pt-BR" dirty="0"/>
              <a:t>§ 6º, inciso III: </a:t>
            </a:r>
            <a:br>
              <a:rPr lang="pt-BR" dirty="0"/>
            </a:br>
            <a:endParaRPr lang="pt-BR" dirty="0"/>
          </a:p>
          <a:p>
            <a:pPr marL="285750" indent="-285750" algn="just">
              <a:buFont typeface="Arial" panose="020B0604020202020204" pitchFamily="34" charset="0"/>
              <a:buChar char="•"/>
            </a:pPr>
            <a:r>
              <a:rPr lang="pt-BR" b="1" kern="100" dirty="0">
                <a:solidFill>
                  <a:prstClr val="white"/>
                </a:solidFill>
                <a:latin typeface="GT Walsheim LC" pitchFamily="2" charset="0"/>
                <a:ea typeface="Aptos" panose="020B0004020202020204" pitchFamily="34" charset="0"/>
                <a:cs typeface="GT Walsheim LC" pitchFamily="2" charset="0"/>
              </a:rPr>
              <a:t>III</a:t>
            </a:r>
            <a:r>
              <a:rPr lang="pt-BR" kern="100" dirty="0">
                <a:solidFill>
                  <a:prstClr val="white"/>
                </a:solidFill>
                <a:latin typeface="GT Walsheim LC" pitchFamily="2" charset="0"/>
                <a:ea typeface="Aptos" panose="020B0004020202020204" pitchFamily="34" charset="0"/>
                <a:cs typeface="GT Walsheim LC" pitchFamily="2" charset="0"/>
              </a:rPr>
              <a:t> - deverão ser rejeitadas do intervalo as partes não relacionadas cujo resultado da média ponderada dos indicadores financeiros seja negativo para os múltiplos anos e aquelas que apresentem indicador financeiro negativo em mais de um período.</a:t>
            </a:r>
          </a:p>
          <a:p>
            <a:pPr algn="just"/>
            <a:endParaRPr lang="pt-BR" dirty="0"/>
          </a:p>
        </p:txBody>
      </p:sp>
      <p:grpSp>
        <p:nvGrpSpPr>
          <p:cNvPr id="26" name="Agrupar 25">
            <a:extLst>
              <a:ext uri="{FF2B5EF4-FFF2-40B4-BE49-F238E27FC236}">
                <a16:creationId xmlns:a16="http://schemas.microsoft.com/office/drawing/2014/main" id="{AA164B59-2DA7-7D6D-1300-32B541F932D8}"/>
              </a:ext>
            </a:extLst>
          </p:cNvPr>
          <p:cNvGrpSpPr/>
          <p:nvPr/>
        </p:nvGrpSpPr>
        <p:grpSpPr>
          <a:xfrm flipV="1">
            <a:off x="5147196" y="1822991"/>
            <a:ext cx="6657245" cy="4071358"/>
            <a:chOff x="4702594" y="2640561"/>
            <a:chExt cx="3914774" cy="1827951"/>
          </a:xfrm>
        </p:grpSpPr>
        <p:sp>
          <p:nvSpPr>
            <p:cNvPr id="27" name="Retângulo: Cantos Arredondados 26">
              <a:extLst>
                <a:ext uri="{FF2B5EF4-FFF2-40B4-BE49-F238E27FC236}">
                  <a16:creationId xmlns:a16="http://schemas.microsoft.com/office/drawing/2014/main" id="{3EF279F1-576C-0EB3-85CB-B903587CDDB3}"/>
                </a:ext>
              </a:extLst>
            </p:cNvPr>
            <p:cNvSpPr/>
            <p:nvPr/>
          </p:nvSpPr>
          <p:spPr>
            <a:xfrm>
              <a:off x="4702594" y="2640561"/>
              <a:ext cx="2688224" cy="1827951"/>
            </a:xfrm>
            <a:prstGeom prst="roundRect">
              <a:avLst>
                <a:gd name="adj" fmla="val 9403"/>
              </a:avLst>
            </a:prstGeom>
            <a:solidFill>
              <a:srgbClr val="2511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28" name="Retângulo: Cantos Arredondados 27">
              <a:extLst>
                <a:ext uri="{FF2B5EF4-FFF2-40B4-BE49-F238E27FC236}">
                  <a16:creationId xmlns:a16="http://schemas.microsoft.com/office/drawing/2014/main" id="{94478EFE-072A-5262-22FD-2D51F2965359}"/>
                </a:ext>
              </a:extLst>
            </p:cNvPr>
            <p:cNvSpPr/>
            <p:nvPr/>
          </p:nvSpPr>
          <p:spPr>
            <a:xfrm>
              <a:off x="6100920" y="2640561"/>
              <a:ext cx="2516448" cy="1827951"/>
            </a:xfrm>
            <a:prstGeom prst="roundRect">
              <a:avLst>
                <a:gd name="adj" fmla="val 34935"/>
              </a:avLst>
            </a:prstGeom>
            <a:solidFill>
              <a:srgbClr val="2511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29" name="Retângulo: Cantos Arredondados 28">
              <a:extLst>
                <a:ext uri="{FF2B5EF4-FFF2-40B4-BE49-F238E27FC236}">
                  <a16:creationId xmlns:a16="http://schemas.microsoft.com/office/drawing/2014/main" id="{A180ED91-1104-8986-6A4C-8C84D09ADAE9}"/>
                </a:ext>
              </a:extLst>
            </p:cNvPr>
            <p:cNvSpPr/>
            <p:nvPr/>
          </p:nvSpPr>
          <p:spPr>
            <a:xfrm>
              <a:off x="5929144" y="2640561"/>
              <a:ext cx="2688224" cy="1057871"/>
            </a:xfrm>
            <a:prstGeom prst="roundRect">
              <a:avLst>
                <a:gd name="adj" fmla="val 15706"/>
              </a:avLst>
            </a:prstGeom>
            <a:solidFill>
              <a:srgbClr val="2511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grpSp>
      <p:sp>
        <p:nvSpPr>
          <p:cNvPr id="30" name="CaixaDeTexto 29">
            <a:extLst>
              <a:ext uri="{FF2B5EF4-FFF2-40B4-BE49-F238E27FC236}">
                <a16:creationId xmlns:a16="http://schemas.microsoft.com/office/drawing/2014/main" id="{5813DC35-CED3-8DBC-E727-F81A774BD337}"/>
              </a:ext>
            </a:extLst>
          </p:cNvPr>
          <p:cNvSpPr txBox="1"/>
          <p:nvPr/>
        </p:nvSpPr>
        <p:spPr>
          <a:xfrm>
            <a:off x="5243464" y="2095799"/>
            <a:ext cx="6011928" cy="3477875"/>
          </a:xfrm>
          <a:prstGeom prst="rect">
            <a:avLst/>
          </a:prstGeom>
          <a:noFill/>
        </p:spPr>
        <p:txBody>
          <a:bodyPr wrap="square">
            <a:spAutoFit/>
          </a:bodyPr>
          <a:lstStyle/>
          <a:p>
            <a:pPr marL="0" marR="0" lvl="0" indent="0" algn="just" defTabSz="946862" rtl="0" eaLnBrk="1" fontAlgn="auto" latinLnBrk="0" hangingPunct="1">
              <a:lnSpc>
                <a:spcPts val="1500"/>
              </a:lnSpc>
              <a:spcBef>
                <a:spcPts val="0"/>
              </a:spcBef>
              <a:spcAft>
                <a:spcPts val="800"/>
              </a:spcAft>
              <a:buClrTx/>
              <a:buSzTx/>
              <a:buFont typeface="Arial" panose="020B0604020202020204" pitchFamily="34" charset="0"/>
              <a:buNone/>
              <a:tabLst/>
              <a:defRPr/>
            </a:pPr>
            <a:r>
              <a:rPr kumimoji="0" lang="pt-BR" sz="1700" b="1" i="0" u="none" strike="noStrike" kern="100" cap="none" spc="0" normalizeH="0" baseline="0" noProof="0" dirty="0">
                <a:ln>
                  <a:noFill/>
                </a:ln>
                <a:solidFill>
                  <a:prstClr val="white"/>
                </a:solidFill>
                <a:effectLst/>
                <a:uLnTx/>
                <a:uFillTx/>
                <a:latin typeface="GT Walsheim LC Black" pitchFamily="2" charset="0"/>
                <a:ea typeface="Aptos" panose="020B0004020202020204" pitchFamily="34" charset="0"/>
                <a:cs typeface="GT Walsheim LC Black" pitchFamily="2" charset="0"/>
              </a:rPr>
              <a:t>4. Paraíso Fiscal e Tributação Favorecida</a:t>
            </a:r>
          </a:p>
          <a:p>
            <a:pPr marL="0" marR="0" lvl="0" indent="0" algn="just" defTabSz="946862" rtl="0" eaLnBrk="1" fontAlgn="auto" latinLnBrk="0" hangingPunct="1">
              <a:lnSpc>
                <a:spcPts val="1500"/>
              </a:lnSpc>
              <a:spcBef>
                <a:spcPts val="0"/>
              </a:spcBef>
              <a:spcAft>
                <a:spcPts val="800"/>
              </a:spcAft>
              <a:buClrTx/>
              <a:buSzTx/>
              <a:buFont typeface="Arial" panose="020B0604020202020204" pitchFamily="34" charset="0"/>
              <a:buNone/>
              <a:tabLst/>
              <a:defRPr/>
            </a:pPr>
            <a:r>
              <a:rPr lang="pt-BR" sz="1700" b="1" kern="100" dirty="0">
                <a:solidFill>
                  <a:prstClr val="white"/>
                </a:solidFill>
                <a:latin typeface="GT Walsheim LC Black" pitchFamily="2" charset="0"/>
                <a:ea typeface="Aptos" panose="020B0004020202020204" pitchFamily="34" charset="0"/>
                <a:cs typeface="GT Walsheim LC Black" pitchFamily="2" charset="0"/>
              </a:rPr>
              <a:t>Lei Nº 9.430, DE 27 DE DEZEMBRO DE 1996</a:t>
            </a:r>
            <a:endParaRPr kumimoji="0" lang="pt-BR" sz="1700" b="1" i="0" u="none" strike="noStrike" kern="100" cap="none" spc="0" normalizeH="0" baseline="0" noProof="0" dirty="0">
              <a:ln>
                <a:noFill/>
              </a:ln>
              <a:solidFill>
                <a:prstClr val="white"/>
              </a:solidFill>
              <a:effectLst/>
              <a:uLnTx/>
              <a:uFillTx/>
              <a:latin typeface="GT Walsheim LC Black" pitchFamily="2" charset="0"/>
              <a:ea typeface="Aptos" panose="020B0004020202020204" pitchFamily="34" charset="0"/>
              <a:cs typeface="GT Walsheim LC Black" pitchFamily="2" charset="0"/>
            </a:endParaRPr>
          </a:p>
          <a:p>
            <a:pPr marL="0" marR="0" lvl="0" indent="0" algn="just" defTabSz="946862" rtl="0" eaLnBrk="1" fontAlgn="auto" latinLnBrk="0" hangingPunct="1">
              <a:lnSpc>
                <a:spcPts val="1500"/>
              </a:lnSpc>
              <a:spcBef>
                <a:spcPts val="0"/>
              </a:spcBef>
              <a:spcAft>
                <a:spcPts val="800"/>
              </a:spcAft>
              <a:buClrTx/>
              <a:buSzTx/>
              <a:buFont typeface="Arial" panose="020B0604020202020204" pitchFamily="34" charset="0"/>
              <a:buNone/>
              <a:tabLst/>
              <a:defRPr/>
            </a:pPr>
            <a:r>
              <a:rPr kumimoji="0" lang="pt-BR" sz="1300" b="0" i="0" u="none" strike="noStrike" kern="100" cap="none" spc="0" normalizeH="0" baseline="0" noProof="0" dirty="0">
                <a:ln>
                  <a:noFill/>
                </a:ln>
                <a:solidFill>
                  <a:prstClr val="white"/>
                </a:solidFill>
                <a:effectLst/>
                <a:uLnTx/>
                <a:uFillTx/>
                <a:latin typeface="GT Walsheim LC" pitchFamily="2" charset="0"/>
                <a:ea typeface="Aptos" panose="020B0004020202020204" pitchFamily="34" charset="0"/>
                <a:cs typeface="GT Walsheim LC" pitchFamily="2" charset="0"/>
              </a:rPr>
              <a:t>Art. 24. As disposições previstas nos </a:t>
            </a:r>
            <a:r>
              <a:rPr kumimoji="0" lang="pt-BR" sz="1300" b="0" i="0" u="none" strike="noStrike" kern="100" cap="none" spc="0" normalizeH="0" baseline="0" noProof="0" dirty="0" err="1">
                <a:ln>
                  <a:noFill/>
                </a:ln>
                <a:solidFill>
                  <a:prstClr val="white"/>
                </a:solidFill>
                <a:effectLst/>
                <a:uLnTx/>
                <a:uFillTx/>
                <a:latin typeface="GT Walsheim LC" pitchFamily="2" charset="0"/>
                <a:ea typeface="Aptos" panose="020B0004020202020204" pitchFamily="34" charset="0"/>
                <a:cs typeface="GT Walsheim LC" pitchFamily="2" charset="0"/>
              </a:rPr>
              <a:t>arts</a:t>
            </a:r>
            <a:r>
              <a:rPr kumimoji="0" lang="pt-BR" sz="1300" b="0" i="0" u="none" strike="noStrike" kern="100" cap="none" spc="0" normalizeH="0" baseline="0" noProof="0" dirty="0">
                <a:ln>
                  <a:noFill/>
                </a:ln>
                <a:solidFill>
                  <a:prstClr val="white"/>
                </a:solidFill>
                <a:effectLst/>
                <a:uLnTx/>
                <a:uFillTx/>
                <a:latin typeface="GT Walsheim LC" pitchFamily="2" charset="0"/>
                <a:ea typeface="Aptos" panose="020B0004020202020204" pitchFamily="34" charset="0"/>
                <a:cs typeface="GT Walsheim LC" pitchFamily="2" charset="0"/>
              </a:rPr>
              <a:t>. 1º a 37 da lei decorrente da conversão da Medida Provisória nº 1.152, de 28 de dezembro de 2022, aplicam-se também às transações efetuadas por pessoa física ou jurídica residente ou domiciliada no Brasil com qualquer entidade, ainda que parte não relacionada, residente ou domiciliada em país que não tribute a renda ou que a tribute a alíquota máxima inferior a 17% (dezessete por cento). (Redação dada pela Lei nº 14.596, de 2023) Vigência</a:t>
            </a:r>
          </a:p>
          <a:p>
            <a:pPr marL="0" marR="0" lvl="0" indent="0" algn="just" defTabSz="946862" rtl="0" eaLnBrk="1" fontAlgn="auto" latinLnBrk="0" hangingPunct="1">
              <a:lnSpc>
                <a:spcPts val="1500"/>
              </a:lnSpc>
              <a:spcBef>
                <a:spcPts val="0"/>
              </a:spcBef>
              <a:spcAft>
                <a:spcPts val="800"/>
              </a:spcAft>
              <a:buClrTx/>
              <a:buSzTx/>
              <a:buFont typeface="Arial" panose="020B0604020202020204" pitchFamily="34" charset="0"/>
              <a:buNone/>
              <a:tabLst/>
              <a:defRPr/>
            </a:pPr>
            <a:r>
              <a:rPr kumimoji="0" lang="pt-BR" sz="1300" b="0" i="0" u="none" strike="noStrike" kern="100" cap="none" spc="0" normalizeH="0" baseline="0" noProof="0" dirty="0">
                <a:ln>
                  <a:noFill/>
                </a:ln>
                <a:solidFill>
                  <a:prstClr val="white"/>
                </a:solidFill>
                <a:effectLst/>
                <a:uLnTx/>
                <a:uFillTx/>
                <a:latin typeface="GT Walsheim LC" pitchFamily="2" charset="0"/>
                <a:ea typeface="Aptos" panose="020B0004020202020204" pitchFamily="34" charset="0"/>
                <a:cs typeface="GT Walsheim LC" pitchFamily="2" charset="0"/>
              </a:rPr>
              <a:t>Art. 24-A. As disposições previstas nos </a:t>
            </a:r>
            <a:r>
              <a:rPr kumimoji="0" lang="pt-BR" sz="1300" b="0" i="0" u="none" strike="noStrike" kern="100" cap="none" spc="0" normalizeH="0" baseline="0" noProof="0" dirty="0" err="1">
                <a:ln>
                  <a:noFill/>
                </a:ln>
                <a:solidFill>
                  <a:prstClr val="white"/>
                </a:solidFill>
                <a:effectLst/>
                <a:uLnTx/>
                <a:uFillTx/>
                <a:latin typeface="GT Walsheim LC" pitchFamily="2" charset="0"/>
                <a:ea typeface="Aptos" panose="020B0004020202020204" pitchFamily="34" charset="0"/>
                <a:cs typeface="GT Walsheim LC" pitchFamily="2" charset="0"/>
              </a:rPr>
              <a:t>arts</a:t>
            </a:r>
            <a:r>
              <a:rPr kumimoji="0" lang="pt-BR" sz="1300" b="0" i="0" u="none" strike="noStrike" kern="100" cap="none" spc="0" normalizeH="0" baseline="0" noProof="0" dirty="0">
                <a:ln>
                  <a:noFill/>
                </a:ln>
                <a:solidFill>
                  <a:prstClr val="white"/>
                </a:solidFill>
                <a:effectLst/>
                <a:uLnTx/>
                <a:uFillTx/>
                <a:latin typeface="GT Walsheim LC" pitchFamily="2" charset="0"/>
                <a:ea typeface="Aptos" panose="020B0004020202020204" pitchFamily="34" charset="0"/>
                <a:cs typeface="GT Walsheim LC" pitchFamily="2" charset="0"/>
              </a:rPr>
              <a:t>. 1º a 37 da lei decorrente da conversão da Medida Provisória nº 1.152, de 28 de dezembro de 2022, aplicam-se também às transações efetuadas por pessoa física ou jurídica residente ou domiciliada no Brasil com qualquer entidade residente ou domiciliada no exterior que seja beneficiária de regime fiscal privilegiado, inclusive na hipótese de parte não relacionada. (Redação dada pela Lei nº 14.596, de 2023) Vigência</a:t>
            </a:r>
          </a:p>
        </p:txBody>
      </p:sp>
      <p:pic>
        <p:nvPicPr>
          <p:cNvPr id="10" name="Graphic 20">
            <a:extLst>
              <a:ext uri="{FF2B5EF4-FFF2-40B4-BE49-F238E27FC236}">
                <a16:creationId xmlns:a16="http://schemas.microsoft.com/office/drawing/2014/main" id="{8DD3F326-0297-F13B-12A0-067B1627FAEC}"/>
              </a:ext>
            </a:extLst>
          </p:cNvPr>
          <p:cNvPicPr>
            <a:picLocks noChangeAspect="1"/>
          </p:cNvPicPr>
          <p:nvPr/>
        </p:nvPicPr>
        <p:blipFill rotWithShape="1">
          <a:blip>
            <a:extLst>
              <a:ext uri="{96DAC541-7B7A-43D3-8B79-37D633B846F1}">
                <asvg:svgBlip xmlns:asvg="http://schemas.microsoft.com/office/drawing/2016/SVG/main" r:embed="rId6"/>
              </a:ext>
            </a:extLst>
          </a:blip>
          <a:srcRect l="20422" t="12378" r="35137" b="58794"/>
          <a:stretch>
            <a:fillRect/>
          </a:stretch>
        </p:blipFill>
        <p:spPr>
          <a:xfrm flipH="1">
            <a:off x="9525" y="3594099"/>
            <a:ext cx="6096000" cy="3263901"/>
          </a:xfrm>
          <a:prstGeom prst="rect">
            <a:avLst/>
          </a:prstGeom>
        </p:spPr>
      </p:pic>
    </p:spTree>
    <p:extLst>
      <p:ext uri="{BB962C8B-B14F-4D97-AF65-F5344CB8AC3E}">
        <p14:creationId xmlns:p14="http://schemas.microsoft.com/office/powerpoint/2010/main" val="1705762237"/>
      </p:ext>
    </p:extLst>
  </p:cSld>
  <p:clrMapOvr>
    <a:masterClrMapping/>
  </p:clrMapOvr>
  <p:transition spd="slow">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5B628-6D17-1D4F-C92F-131200A490A7}"/>
            </a:ext>
          </a:extLst>
        </p:cNvPr>
        <p:cNvGrpSpPr/>
        <p:nvPr/>
      </p:nvGrpSpPr>
      <p:grpSpPr>
        <a:xfrm>
          <a:off x="0" y="0"/>
          <a:ext cx="0" cy="0"/>
          <a:chOff x="0" y="0"/>
          <a:chExt cx="0" cy="0"/>
        </a:xfrm>
      </p:grpSpPr>
      <p:sp>
        <p:nvSpPr>
          <p:cNvPr id="6" name="Rectangle: Single Corner Rounded 5">
            <a:extLst>
              <a:ext uri="{FF2B5EF4-FFF2-40B4-BE49-F238E27FC236}">
                <a16:creationId xmlns:a16="http://schemas.microsoft.com/office/drawing/2014/main" id="{353DA678-5275-3B6E-629E-CD150CC4296E}"/>
              </a:ext>
            </a:extLst>
          </p:cNvPr>
          <p:cNvSpPr/>
          <p:nvPr/>
        </p:nvSpPr>
        <p:spPr>
          <a:xfrm flipV="1">
            <a:off x="-3028" y="0"/>
            <a:ext cx="5261977" cy="6369927"/>
          </a:xfrm>
          <a:prstGeom prst="round1Rect">
            <a:avLst>
              <a:gd name="adj" fmla="val 29504"/>
            </a:avLst>
          </a:prstGeom>
          <a:blipFill dpi="0" rotWithShape="1">
            <a:blip r:embed="rId2" cstate="screen">
              <a:extLst>
                <a:ext uri="{28A0092B-C50C-407E-A947-70E740481C1C}">
                  <a14:useLocalDpi xmlns:a14="http://schemas.microsoft.com/office/drawing/2010/main"/>
                </a:ext>
              </a:extLst>
            </a:blip>
            <a:srcRect/>
            <a:stretch>
              <a:fillRect/>
            </a:stretch>
          </a:bli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736656" rtl="0" eaLnBrk="1" fontAlgn="auto" latinLnBrk="0" hangingPunct="1">
              <a:lnSpc>
                <a:spcPct val="100000"/>
              </a:lnSpc>
              <a:spcBef>
                <a:spcPts val="0"/>
              </a:spcBef>
              <a:spcAft>
                <a:spcPts val="600"/>
              </a:spcAft>
              <a:buClrTx/>
              <a:buSzTx/>
              <a:buFont typeface="GT Walsheim LC Light" pitchFamily="2" charset="0"/>
              <a:buNone/>
              <a:tabLst/>
              <a:defRPr/>
            </a:pPr>
            <a:endParaRPr kumimoji="0" lang="pt-BR" sz="2400" b="0" i="0" u="none" strike="noStrike" kern="1200" cap="none" spc="0" normalizeH="0" baseline="0" noProof="0" dirty="0">
              <a:ln>
                <a:noFill/>
              </a:ln>
              <a:solidFill>
                <a:prstClr val="white"/>
              </a:solidFill>
              <a:effectLst/>
              <a:uLnTx/>
              <a:uFillTx/>
              <a:latin typeface="GT Walsheim LC Light"/>
              <a:ea typeface="+mn-ea"/>
              <a:cs typeface="+mn-cs"/>
            </a:endParaRPr>
          </a:p>
        </p:txBody>
      </p:sp>
      <p:sp>
        <p:nvSpPr>
          <p:cNvPr id="16" name="TextBox 15">
            <a:extLst>
              <a:ext uri="{FF2B5EF4-FFF2-40B4-BE49-F238E27FC236}">
                <a16:creationId xmlns:a16="http://schemas.microsoft.com/office/drawing/2014/main" id="{E73DE241-3746-B669-E8B8-865FC07A8A04}"/>
              </a:ext>
            </a:extLst>
          </p:cNvPr>
          <p:cNvSpPr txBox="1"/>
          <p:nvPr/>
        </p:nvSpPr>
        <p:spPr>
          <a:xfrm>
            <a:off x="421360" y="3069577"/>
            <a:ext cx="4264495" cy="1200329"/>
          </a:xfrm>
          <a:prstGeom prst="rect">
            <a:avLst/>
          </a:prstGeom>
          <a:noFill/>
        </p:spPr>
        <p:txBody>
          <a:bodyPr wrap="square">
            <a:spAutoFit/>
          </a:bodyPr>
          <a:lstStyle/>
          <a:p>
            <a:pPr marL="0" marR="0" lvl="0" indent="0" algn="l" defTabSz="736656" rtl="0" eaLnBrk="1" fontAlgn="auto" latinLnBrk="0" hangingPunct="1">
              <a:lnSpc>
                <a:spcPct val="100000"/>
              </a:lnSpc>
              <a:spcBef>
                <a:spcPts val="0"/>
              </a:spcBef>
              <a:spcAft>
                <a:spcPts val="600"/>
              </a:spcAft>
              <a:buClrTx/>
              <a:buSzTx/>
              <a:buFont typeface="GT Walsheim LC Light" pitchFamily="2" charset="0"/>
              <a:buNone/>
              <a:tabLst/>
              <a:defRPr/>
            </a:pPr>
            <a:r>
              <a:rPr kumimoji="0" lang="pt-BR" sz="2400" b="0" i="0" u="none" strike="noStrike" kern="1200" cap="none" spc="0" normalizeH="0" baseline="0" noProof="0" dirty="0">
                <a:ln>
                  <a:noFill/>
                </a:ln>
                <a:solidFill>
                  <a:prstClr val="white"/>
                </a:solidFill>
                <a:effectLst/>
                <a:uLnTx/>
                <a:uFillTx/>
                <a:latin typeface="GT Walsheim LC Light"/>
                <a:ea typeface="+mn-ea"/>
                <a:cs typeface="+mn-cs"/>
              </a:rPr>
              <a:t>O SIQ é o ponto de partida. A validação qualitativa é obrigatória.</a:t>
            </a:r>
          </a:p>
        </p:txBody>
      </p:sp>
      <p:sp>
        <p:nvSpPr>
          <p:cNvPr id="29" name="Rectangle: Rounded Corners 28">
            <a:extLst>
              <a:ext uri="{FF2B5EF4-FFF2-40B4-BE49-F238E27FC236}">
                <a16:creationId xmlns:a16="http://schemas.microsoft.com/office/drawing/2014/main" id="{83970291-5B1D-CC34-E2ED-2061C0F750B7}"/>
              </a:ext>
            </a:extLst>
          </p:cNvPr>
          <p:cNvSpPr/>
          <p:nvPr/>
        </p:nvSpPr>
        <p:spPr>
          <a:xfrm>
            <a:off x="6457031" y="876300"/>
            <a:ext cx="5434401" cy="2962275"/>
          </a:xfrm>
          <a:prstGeom prst="roundRect">
            <a:avLst>
              <a:gd name="adj" fmla="val 5816"/>
            </a:avLst>
          </a:prstGeom>
          <a:solidFill>
            <a:srgbClr val="2B144C">
              <a:alpha val="89804"/>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736656" rtl="0" eaLnBrk="1" fontAlgn="auto" latinLnBrk="0" hangingPunct="1">
              <a:lnSpc>
                <a:spcPct val="100000"/>
              </a:lnSpc>
              <a:spcBef>
                <a:spcPts val="0"/>
              </a:spcBef>
              <a:spcAft>
                <a:spcPts val="600"/>
              </a:spcAft>
              <a:buClrTx/>
              <a:buSzTx/>
              <a:buFont typeface="GT Walsheim LC Light" pitchFamily="2" charset="0"/>
              <a:buNone/>
              <a:tabLst/>
              <a:defRPr/>
            </a:pPr>
            <a:endParaRPr kumimoji="0" lang="pt-BR" sz="2400" b="0" i="0" u="none" strike="noStrike" kern="1200" cap="none" spc="0" normalizeH="0" baseline="0" noProof="0" dirty="0">
              <a:ln>
                <a:noFill/>
              </a:ln>
              <a:solidFill>
                <a:prstClr val="black"/>
              </a:solidFill>
              <a:effectLst/>
              <a:uLnTx/>
              <a:uFillTx/>
              <a:latin typeface="GT Walsheim LC Light"/>
              <a:ea typeface="+mn-ea"/>
              <a:cs typeface="+mn-cs"/>
            </a:endParaRPr>
          </a:p>
        </p:txBody>
      </p:sp>
      <p:sp>
        <p:nvSpPr>
          <p:cNvPr id="10" name="Título 9">
            <a:extLst>
              <a:ext uri="{FF2B5EF4-FFF2-40B4-BE49-F238E27FC236}">
                <a16:creationId xmlns:a16="http://schemas.microsoft.com/office/drawing/2014/main" id="{6740FBFA-371D-4586-3692-6EFAA2EF0F27}"/>
              </a:ext>
            </a:extLst>
          </p:cNvPr>
          <p:cNvSpPr>
            <a:spLocks noGrp="1"/>
          </p:cNvSpPr>
          <p:nvPr>
            <p:ph type="title"/>
          </p:nvPr>
        </p:nvSpPr>
        <p:spPr>
          <a:xfrm>
            <a:off x="421360" y="762000"/>
            <a:ext cx="4717140" cy="941388"/>
          </a:xfrm>
        </p:spPr>
        <p:txBody>
          <a:bodyPr/>
          <a:lstStyle/>
          <a:p>
            <a:r>
              <a:rPr lang="pt-BR" sz="4000" b="0" noProof="0" dirty="0">
                <a:latin typeface="GT Walsheim LC Bold" pitchFamily="2" charset="0"/>
                <a:cs typeface="GT Walsheim LC Bold" pitchFamily="2" charset="0"/>
              </a:rPr>
              <a:t>Análises Complementares: Muito Além dos Números</a:t>
            </a:r>
            <a:endParaRPr lang="pt-BR" sz="3600" b="0" spc="-50" noProof="0" dirty="0">
              <a:latin typeface="GT Walsheim LC Bold" pitchFamily="2" charset="0"/>
              <a:cs typeface="GT Walsheim LC Bold" pitchFamily="2" charset="0"/>
            </a:endParaRPr>
          </a:p>
        </p:txBody>
      </p:sp>
      <p:sp>
        <p:nvSpPr>
          <p:cNvPr id="31" name="Text Placeholder 8">
            <a:extLst>
              <a:ext uri="{FF2B5EF4-FFF2-40B4-BE49-F238E27FC236}">
                <a16:creationId xmlns:a16="http://schemas.microsoft.com/office/drawing/2014/main" id="{4D0A0154-98B7-E765-41EB-7F250564953C}"/>
              </a:ext>
            </a:extLst>
          </p:cNvPr>
          <p:cNvSpPr txBox="1">
            <a:spLocks/>
          </p:cNvSpPr>
          <p:nvPr/>
        </p:nvSpPr>
        <p:spPr>
          <a:xfrm>
            <a:off x="8923684" y="1070783"/>
            <a:ext cx="2846951" cy="557254"/>
          </a:xfrm>
          <a:prstGeom prst="rect">
            <a:avLst/>
          </a:prstGeom>
        </p:spPr>
        <p:txBody>
          <a:bodyPr anchor="ctr"/>
          <a:lstStyle>
            <a:lvl1pPr marL="0" indent="0" algn="ctr" defTabSz="736656" rtl="0" eaLnBrk="1" latinLnBrk="0" hangingPunct="1">
              <a:lnSpc>
                <a:spcPct val="100000"/>
              </a:lnSpc>
              <a:spcBef>
                <a:spcPts val="0"/>
              </a:spcBef>
              <a:spcAft>
                <a:spcPts val="0"/>
              </a:spcAft>
              <a:buFont typeface="GT Walsheim LC Light" pitchFamily="2" charset="0"/>
              <a:buNone/>
              <a:defRPr sz="1600" b="0" kern="1200">
                <a:solidFill>
                  <a:schemeClr val="bg1"/>
                </a:solidFill>
                <a:latin typeface="+mn-lt"/>
                <a:ea typeface="+mn-ea"/>
                <a:cs typeface="+mn-cs"/>
              </a:defRPr>
            </a:lvl1pPr>
            <a:lvl2pPr marL="576000" indent="-288000" algn="l" defTabSz="736656" rtl="0" eaLnBrk="1" latinLnBrk="0" hangingPunct="1">
              <a:lnSpc>
                <a:spcPct val="100000"/>
              </a:lnSpc>
              <a:spcBef>
                <a:spcPts val="0"/>
              </a:spcBef>
              <a:spcAft>
                <a:spcPts val="600"/>
              </a:spcAft>
              <a:buFont typeface="GT Walsheim LC Light" pitchFamily="2" charset="0"/>
              <a:buChar char="–"/>
              <a:tabLst/>
              <a:defRPr sz="1600" b="0" kern="1200">
                <a:solidFill>
                  <a:schemeClr val="tx1"/>
                </a:solidFill>
                <a:latin typeface="+mn-lt"/>
                <a:ea typeface="+mn-ea"/>
                <a:cs typeface="+mn-cs"/>
              </a:defRPr>
            </a:lvl2pPr>
            <a:lvl3pPr marL="864000" indent="-288000" algn="l" defTabSz="901700" rtl="0" eaLnBrk="1" latinLnBrk="0" hangingPunct="1">
              <a:lnSpc>
                <a:spcPct val="100000"/>
              </a:lnSpc>
              <a:spcBef>
                <a:spcPts val="0"/>
              </a:spcBef>
              <a:spcAft>
                <a:spcPts val="0"/>
              </a:spcAft>
              <a:buFont typeface="GT Walsheim LC Light" pitchFamily="2" charset="0"/>
              <a:buChar char="–"/>
              <a:defRPr sz="1400" b="0" kern="1200">
                <a:solidFill>
                  <a:schemeClr val="bg1"/>
                </a:solidFill>
                <a:latin typeface="+mn-lt"/>
                <a:ea typeface="+mn-ea"/>
                <a:cs typeface="+mn-cs"/>
              </a:defRPr>
            </a:lvl3pPr>
            <a:lvl4pPr marL="0" indent="0" algn="l" defTabSz="736656" rtl="0" eaLnBrk="1" latinLnBrk="0" hangingPunct="1">
              <a:lnSpc>
                <a:spcPct val="100000"/>
              </a:lnSpc>
              <a:spcBef>
                <a:spcPts val="0"/>
              </a:spcBef>
              <a:spcAft>
                <a:spcPts val="600"/>
              </a:spcAft>
              <a:buFont typeface="GT Walsheim LC Light" pitchFamily="2" charset="0"/>
              <a:buNone/>
              <a:defRPr lang="en-GB" sz="2400" b="0" kern="1200">
                <a:solidFill>
                  <a:schemeClr val="bg1"/>
                </a:solidFill>
                <a:latin typeface="+mn-lt"/>
                <a:ea typeface="+mn-ea"/>
                <a:cs typeface="+mn-cs"/>
              </a:defRPr>
            </a:lvl4pPr>
            <a:lvl5pPr marL="0" indent="0" algn="l" defTabSz="736656" rtl="0" eaLnBrk="1" latinLnBrk="0" hangingPunct="1">
              <a:lnSpc>
                <a:spcPct val="100000"/>
              </a:lnSpc>
              <a:spcBef>
                <a:spcPts val="0"/>
              </a:spcBef>
              <a:spcAft>
                <a:spcPts val="600"/>
              </a:spcAft>
              <a:buFont typeface="GT Walsheim LC Light" pitchFamily="2" charset="0"/>
              <a:buNone/>
              <a:defRPr lang="en-GB" sz="3200" b="1" kern="1200">
                <a:solidFill>
                  <a:schemeClr val="bg1"/>
                </a:solidFill>
                <a:latin typeface="+mn-lt"/>
                <a:ea typeface="+mn-ea"/>
                <a:cs typeface="+mn-cs"/>
              </a:defRPr>
            </a:lvl5pPr>
            <a:lvl6pPr marL="0" indent="0" algn="l" defTabSz="736656" rtl="0" eaLnBrk="1" latinLnBrk="0" hangingPunct="1">
              <a:lnSpc>
                <a:spcPct val="100000"/>
              </a:lnSpc>
              <a:spcBef>
                <a:spcPts val="0"/>
              </a:spcBef>
              <a:spcAft>
                <a:spcPts val="600"/>
              </a:spcAft>
              <a:buFont typeface="GT Walsheim LC Light" pitchFamily="2" charset="0"/>
              <a:buNone/>
              <a:defRPr lang="en-GB" sz="2400" b="1" kern="1200" dirty="0">
                <a:solidFill>
                  <a:schemeClr val="accent1"/>
                </a:solidFill>
                <a:latin typeface="+mn-lt"/>
                <a:ea typeface="+mn-ea"/>
                <a:cs typeface="+mn-cs"/>
              </a:defRPr>
            </a:lvl6pPr>
            <a:lvl7pPr marL="0" indent="0" algn="l" defTabSz="736656" rtl="0" eaLnBrk="1" latinLnBrk="0" hangingPunct="1">
              <a:lnSpc>
                <a:spcPct val="100000"/>
              </a:lnSpc>
              <a:spcBef>
                <a:spcPts val="0"/>
              </a:spcBef>
              <a:spcAft>
                <a:spcPts val="600"/>
              </a:spcAft>
              <a:buFont typeface="GT Walsheim LC Light" pitchFamily="2" charset="0"/>
              <a:buNone/>
              <a:defRPr lang="en-GB" sz="2400" b="1" kern="1200" dirty="0">
                <a:solidFill>
                  <a:schemeClr val="tx1"/>
                </a:solidFill>
                <a:latin typeface="+mn-lt"/>
                <a:ea typeface="+mn-ea"/>
                <a:cs typeface="+mn-cs"/>
              </a:defRPr>
            </a:lvl7pPr>
            <a:lvl8pPr marL="360000" indent="-360000" algn="l" defTabSz="736656" rtl="0" eaLnBrk="1" latinLnBrk="0" hangingPunct="1">
              <a:lnSpc>
                <a:spcPct val="100000"/>
              </a:lnSpc>
              <a:spcBef>
                <a:spcPts val="0"/>
              </a:spcBef>
              <a:spcAft>
                <a:spcPts val="600"/>
              </a:spcAft>
              <a:buFont typeface="+mj-lt"/>
              <a:buAutoNum type="arabicPeriod"/>
              <a:defRPr sz="2400" kern="1200">
                <a:solidFill>
                  <a:schemeClr val="tx1"/>
                </a:solidFill>
                <a:latin typeface="+mn-lt"/>
                <a:ea typeface="+mn-ea"/>
                <a:cs typeface="+mn-cs"/>
              </a:defRPr>
            </a:lvl8pPr>
            <a:lvl9pPr marL="720000" indent="-360000" algn="l" defTabSz="736656" rtl="0" eaLnBrk="1" latinLnBrk="0" hangingPunct="1">
              <a:lnSpc>
                <a:spcPct val="100000"/>
              </a:lnSpc>
              <a:spcBef>
                <a:spcPts val="0"/>
              </a:spcBef>
              <a:spcAft>
                <a:spcPts val="600"/>
              </a:spcAft>
              <a:buFont typeface="+mj-lt"/>
              <a:buAutoNum type="alphaLcPeriod"/>
              <a:tabLst/>
              <a:defRPr sz="2000" b="0" kern="1200">
                <a:solidFill>
                  <a:schemeClr val="tx1"/>
                </a:solidFill>
                <a:latin typeface="+mn-lt"/>
                <a:ea typeface="+mn-ea"/>
                <a:cs typeface="+mn-cs"/>
              </a:defRPr>
            </a:lvl9pPr>
          </a:lstStyle>
          <a:p>
            <a:pPr marL="0" marR="0" lvl="0" indent="0" algn="l" defTabSz="736656" rtl="0" eaLnBrk="1" fontAlgn="auto" latinLnBrk="0" hangingPunct="1">
              <a:lnSpc>
                <a:spcPct val="100000"/>
              </a:lnSpc>
              <a:spcBef>
                <a:spcPts val="0"/>
              </a:spcBef>
              <a:spcAft>
                <a:spcPts val="0"/>
              </a:spcAft>
              <a:buClrTx/>
              <a:buSzTx/>
              <a:buFont typeface="GT Walsheim LC Light" pitchFamily="2" charset="0"/>
              <a:buNone/>
              <a:tabLst/>
              <a:defRPr/>
            </a:pPr>
            <a:r>
              <a:rPr kumimoji="0" lang="pt-BR" sz="1400" b="0" i="0" u="none" strike="noStrike" kern="1200" cap="none" spc="-40" normalizeH="0" noProof="0" dirty="0">
                <a:ln>
                  <a:noFill/>
                </a:ln>
                <a:solidFill>
                  <a:prstClr val="white"/>
                </a:solidFill>
                <a:effectLst/>
                <a:uLnTx/>
                <a:uFillTx/>
                <a:ea typeface="+mn-ea"/>
                <a:cs typeface="+mn-cs"/>
              </a:rPr>
              <a:t>Confirmação de que a comparável opera de forma similar ao cliente.</a:t>
            </a:r>
          </a:p>
        </p:txBody>
      </p:sp>
      <p:sp>
        <p:nvSpPr>
          <p:cNvPr id="14" name="Text Placeholder 8">
            <a:extLst>
              <a:ext uri="{FF2B5EF4-FFF2-40B4-BE49-F238E27FC236}">
                <a16:creationId xmlns:a16="http://schemas.microsoft.com/office/drawing/2014/main" id="{1A55835B-099F-138D-E048-9AAED8235CDC}"/>
              </a:ext>
            </a:extLst>
          </p:cNvPr>
          <p:cNvSpPr txBox="1">
            <a:spLocks/>
          </p:cNvSpPr>
          <p:nvPr/>
        </p:nvSpPr>
        <p:spPr>
          <a:xfrm>
            <a:off x="8923685" y="2173171"/>
            <a:ext cx="2674528" cy="226781"/>
          </a:xfrm>
          <a:prstGeom prst="rect">
            <a:avLst/>
          </a:prstGeom>
        </p:spPr>
        <p:txBody>
          <a:bodyPr anchor="ctr"/>
          <a:lstStyle>
            <a:lvl1pPr marL="0" indent="0" algn="ctr" defTabSz="736656" rtl="0" eaLnBrk="1" latinLnBrk="0" hangingPunct="1">
              <a:lnSpc>
                <a:spcPct val="100000"/>
              </a:lnSpc>
              <a:spcBef>
                <a:spcPts val="0"/>
              </a:spcBef>
              <a:spcAft>
                <a:spcPts val="0"/>
              </a:spcAft>
              <a:buFont typeface="GT Walsheim LC Light" pitchFamily="2" charset="0"/>
              <a:buNone/>
              <a:defRPr sz="1600" b="0" kern="1200">
                <a:solidFill>
                  <a:schemeClr val="bg1"/>
                </a:solidFill>
                <a:latin typeface="+mn-lt"/>
                <a:ea typeface="+mn-ea"/>
                <a:cs typeface="+mn-cs"/>
              </a:defRPr>
            </a:lvl1pPr>
            <a:lvl2pPr marL="576000" indent="-288000" algn="l" defTabSz="736656" rtl="0" eaLnBrk="1" latinLnBrk="0" hangingPunct="1">
              <a:lnSpc>
                <a:spcPct val="100000"/>
              </a:lnSpc>
              <a:spcBef>
                <a:spcPts val="0"/>
              </a:spcBef>
              <a:spcAft>
                <a:spcPts val="600"/>
              </a:spcAft>
              <a:buFont typeface="GT Walsheim LC Light" pitchFamily="2" charset="0"/>
              <a:buChar char="–"/>
              <a:tabLst/>
              <a:defRPr sz="1600" b="0" kern="1200">
                <a:solidFill>
                  <a:schemeClr val="tx1"/>
                </a:solidFill>
                <a:latin typeface="+mn-lt"/>
                <a:ea typeface="+mn-ea"/>
                <a:cs typeface="+mn-cs"/>
              </a:defRPr>
            </a:lvl2pPr>
            <a:lvl3pPr marL="864000" indent="-288000" algn="l" defTabSz="901700" rtl="0" eaLnBrk="1" latinLnBrk="0" hangingPunct="1">
              <a:lnSpc>
                <a:spcPct val="100000"/>
              </a:lnSpc>
              <a:spcBef>
                <a:spcPts val="0"/>
              </a:spcBef>
              <a:spcAft>
                <a:spcPts val="0"/>
              </a:spcAft>
              <a:buFont typeface="GT Walsheim LC Light" pitchFamily="2" charset="0"/>
              <a:buChar char="–"/>
              <a:defRPr sz="1400" b="0" kern="1200">
                <a:solidFill>
                  <a:schemeClr val="bg1"/>
                </a:solidFill>
                <a:latin typeface="+mn-lt"/>
                <a:ea typeface="+mn-ea"/>
                <a:cs typeface="+mn-cs"/>
              </a:defRPr>
            </a:lvl3pPr>
            <a:lvl4pPr marL="0" indent="0" algn="l" defTabSz="736656" rtl="0" eaLnBrk="1" latinLnBrk="0" hangingPunct="1">
              <a:lnSpc>
                <a:spcPct val="100000"/>
              </a:lnSpc>
              <a:spcBef>
                <a:spcPts val="0"/>
              </a:spcBef>
              <a:spcAft>
                <a:spcPts val="600"/>
              </a:spcAft>
              <a:buFont typeface="GT Walsheim LC Light" pitchFamily="2" charset="0"/>
              <a:buNone/>
              <a:defRPr lang="en-GB" sz="2400" b="0" kern="1200">
                <a:solidFill>
                  <a:schemeClr val="bg1"/>
                </a:solidFill>
                <a:latin typeface="+mn-lt"/>
                <a:ea typeface="+mn-ea"/>
                <a:cs typeface="+mn-cs"/>
              </a:defRPr>
            </a:lvl4pPr>
            <a:lvl5pPr marL="0" indent="0" algn="l" defTabSz="736656" rtl="0" eaLnBrk="1" latinLnBrk="0" hangingPunct="1">
              <a:lnSpc>
                <a:spcPct val="100000"/>
              </a:lnSpc>
              <a:spcBef>
                <a:spcPts val="0"/>
              </a:spcBef>
              <a:spcAft>
                <a:spcPts val="600"/>
              </a:spcAft>
              <a:buFont typeface="GT Walsheim LC Light" pitchFamily="2" charset="0"/>
              <a:buNone/>
              <a:defRPr lang="en-GB" sz="3200" b="1" kern="1200">
                <a:solidFill>
                  <a:schemeClr val="bg1"/>
                </a:solidFill>
                <a:latin typeface="+mn-lt"/>
                <a:ea typeface="+mn-ea"/>
                <a:cs typeface="+mn-cs"/>
              </a:defRPr>
            </a:lvl5pPr>
            <a:lvl6pPr marL="0" indent="0" algn="l" defTabSz="736656" rtl="0" eaLnBrk="1" latinLnBrk="0" hangingPunct="1">
              <a:lnSpc>
                <a:spcPct val="100000"/>
              </a:lnSpc>
              <a:spcBef>
                <a:spcPts val="0"/>
              </a:spcBef>
              <a:spcAft>
                <a:spcPts val="600"/>
              </a:spcAft>
              <a:buFont typeface="GT Walsheim LC Light" pitchFamily="2" charset="0"/>
              <a:buNone/>
              <a:defRPr lang="en-GB" sz="2400" b="1" kern="1200" dirty="0">
                <a:solidFill>
                  <a:schemeClr val="accent1"/>
                </a:solidFill>
                <a:latin typeface="+mn-lt"/>
                <a:ea typeface="+mn-ea"/>
                <a:cs typeface="+mn-cs"/>
              </a:defRPr>
            </a:lvl6pPr>
            <a:lvl7pPr marL="0" indent="0" algn="l" defTabSz="736656" rtl="0" eaLnBrk="1" latinLnBrk="0" hangingPunct="1">
              <a:lnSpc>
                <a:spcPct val="100000"/>
              </a:lnSpc>
              <a:spcBef>
                <a:spcPts val="0"/>
              </a:spcBef>
              <a:spcAft>
                <a:spcPts val="600"/>
              </a:spcAft>
              <a:buFont typeface="GT Walsheim LC Light" pitchFamily="2" charset="0"/>
              <a:buNone/>
              <a:defRPr lang="en-GB" sz="2400" b="1" kern="1200" dirty="0">
                <a:solidFill>
                  <a:schemeClr val="tx1"/>
                </a:solidFill>
                <a:latin typeface="+mn-lt"/>
                <a:ea typeface="+mn-ea"/>
                <a:cs typeface="+mn-cs"/>
              </a:defRPr>
            </a:lvl7pPr>
            <a:lvl8pPr marL="360000" indent="-360000" algn="l" defTabSz="736656" rtl="0" eaLnBrk="1" latinLnBrk="0" hangingPunct="1">
              <a:lnSpc>
                <a:spcPct val="100000"/>
              </a:lnSpc>
              <a:spcBef>
                <a:spcPts val="0"/>
              </a:spcBef>
              <a:spcAft>
                <a:spcPts val="600"/>
              </a:spcAft>
              <a:buFont typeface="+mj-lt"/>
              <a:buAutoNum type="arabicPeriod"/>
              <a:defRPr sz="2400" kern="1200">
                <a:solidFill>
                  <a:schemeClr val="tx1"/>
                </a:solidFill>
                <a:latin typeface="+mn-lt"/>
                <a:ea typeface="+mn-ea"/>
                <a:cs typeface="+mn-cs"/>
              </a:defRPr>
            </a:lvl8pPr>
            <a:lvl9pPr marL="720000" indent="-360000" algn="l" defTabSz="736656" rtl="0" eaLnBrk="1" latinLnBrk="0" hangingPunct="1">
              <a:lnSpc>
                <a:spcPct val="100000"/>
              </a:lnSpc>
              <a:spcBef>
                <a:spcPts val="0"/>
              </a:spcBef>
              <a:spcAft>
                <a:spcPts val="600"/>
              </a:spcAft>
              <a:buFont typeface="+mj-lt"/>
              <a:buAutoNum type="alphaLcPeriod"/>
              <a:tabLst/>
              <a:defRPr sz="2000" b="0" kern="1200">
                <a:solidFill>
                  <a:schemeClr val="tx1"/>
                </a:solidFill>
                <a:latin typeface="+mn-lt"/>
                <a:ea typeface="+mn-ea"/>
                <a:cs typeface="+mn-cs"/>
              </a:defRPr>
            </a:lvl9pPr>
          </a:lstStyle>
          <a:p>
            <a:pPr marL="0" marR="0" lvl="0" indent="0" algn="l" defTabSz="736656" rtl="0" eaLnBrk="1" fontAlgn="auto" latinLnBrk="0" hangingPunct="1">
              <a:lnSpc>
                <a:spcPct val="100000"/>
              </a:lnSpc>
              <a:spcBef>
                <a:spcPts val="0"/>
              </a:spcBef>
              <a:spcAft>
                <a:spcPts val="0"/>
              </a:spcAft>
              <a:buClrTx/>
              <a:buSzTx/>
              <a:buFont typeface="GT Walsheim LC Light" pitchFamily="2" charset="0"/>
              <a:buNone/>
              <a:tabLst/>
              <a:defRPr/>
            </a:pPr>
            <a:r>
              <a:rPr kumimoji="0" lang="pt-BR" sz="1400" b="0" i="0" u="none" strike="noStrike" kern="1200" cap="none" spc="0" normalizeH="0" baseline="0" noProof="0" dirty="0">
                <a:ln>
                  <a:noFill/>
                </a:ln>
                <a:solidFill>
                  <a:prstClr val="white"/>
                </a:solidFill>
                <a:effectLst/>
                <a:uLnTx/>
                <a:uFillTx/>
                <a:ea typeface="+mn-ea"/>
                <a:cs typeface="+mn-cs"/>
              </a:rPr>
              <a:t>Leitura dos relatórios para avaliar desempenho financeiro, posição patrimonial e saúde econômica da empresa.</a:t>
            </a:r>
          </a:p>
        </p:txBody>
      </p:sp>
      <p:sp>
        <p:nvSpPr>
          <p:cNvPr id="20" name="Text Placeholder 8">
            <a:extLst>
              <a:ext uri="{FF2B5EF4-FFF2-40B4-BE49-F238E27FC236}">
                <a16:creationId xmlns:a16="http://schemas.microsoft.com/office/drawing/2014/main" id="{736240C9-B19F-9545-4863-C6C41888F590}"/>
              </a:ext>
            </a:extLst>
          </p:cNvPr>
          <p:cNvSpPr txBox="1">
            <a:spLocks/>
          </p:cNvSpPr>
          <p:nvPr/>
        </p:nvSpPr>
        <p:spPr>
          <a:xfrm>
            <a:off x="8923684" y="2894764"/>
            <a:ext cx="2846955" cy="685889"/>
          </a:xfrm>
          <a:prstGeom prst="rect">
            <a:avLst/>
          </a:prstGeom>
        </p:spPr>
        <p:txBody>
          <a:bodyPr anchor="ctr"/>
          <a:lstStyle>
            <a:lvl1pPr marL="0" indent="0" algn="ctr" defTabSz="736656" rtl="0" eaLnBrk="1" latinLnBrk="0" hangingPunct="1">
              <a:lnSpc>
                <a:spcPct val="100000"/>
              </a:lnSpc>
              <a:spcBef>
                <a:spcPts val="0"/>
              </a:spcBef>
              <a:spcAft>
                <a:spcPts val="0"/>
              </a:spcAft>
              <a:buFont typeface="GT Walsheim LC Light" pitchFamily="2" charset="0"/>
              <a:buNone/>
              <a:defRPr sz="1600" b="0" kern="1200">
                <a:solidFill>
                  <a:schemeClr val="bg1"/>
                </a:solidFill>
                <a:latin typeface="+mn-lt"/>
                <a:ea typeface="+mn-ea"/>
                <a:cs typeface="+mn-cs"/>
              </a:defRPr>
            </a:lvl1pPr>
            <a:lvl2pPr marL="576000" indent="-288000" algn="l" defTabSz="736656" rtl="0" eaLnBrk="1" latinLnBrk="0" hangingPunct="1">
              <a:lnSpc>
                <a:spcPct val="100000"/>
              </a:lnSpc>
              <a:spcBef>
                <a:spcPts val="0"/>
              </a:spcBef>
              <a:spcAft>
                <a:spcPts val="600"/>
              </a:spcAft>
              <a:buFont typeface="GT Walsheim LC Light" pitchFamily="2" charset="0"/>
              <a:buChar char="–"/>
              <a:tabLst/>
              <a:defRPr sz="1600" b="0" kern="1200">
                <a:solidFill>
                  <a:schemeClr val="tx1"/>
                </a:solidFill>
                <a:latin typeface="+mn-lt"/>
                <a:ea typeface="+mn-ea"/>
                <a:cs typeface="+mn-cs"/>
              </a:defRPr>
            </a:lvl2pPr>
            <a:lvl3pPr marL="864000" indent="-288000" algn="l" defTabSz="901700" rtl="0" eaLnBrk="1" latinLnBrk="0" hangingPunct="1">
              <a:lnSpc>
                <a:spcPct val="100000"/>
              </a:lnSpc>
              <a:spcBef>
                <a:spcPts val="0"/>
              </a:spcBef>
              <a:spcAft>
                <a:spcPts val="0"/>
              </a:spcAft>
              <a:buFont typeface="GT Walsheim LC Light" pitchFamily="2" charset="0"/>
              <a:buChar char="–"/>
              <a:defRPr sz="1400" b="0" kern="1200">
                <a:solidFill>
                  <a:schemeClr val="bg1"/>
                </a:solidFill>
                <a:latin typeface="+mn-lt"/>
                <a:ea typeface="+mn-ea"/>
                <a:cs typeface="+mn-cs"/>
              </a:defRPr>
            </a:lvl3pPr>
            <a:lvl4pPr marL="0" indent="0" algn="l" defTabSz="736656" rtl="0" eaLnBrk="1" latinLnBrk="0" hangingPunct="1">
              <a:lnSpc>
                <a:spcPct val="100000"/>
              </a:lnSpc>
              <a:spcBef>
                <a:spcPts val="0"/>
              </a:spcBef>
              <a:spcAft>
                <a:spcPts val="600"/>
              </a:spcAft>
              <a:buFont typeface="GT Walsheim LC Light" pitchFamily="2" charset="0"/>
              <a:buNone/>
              <a:defRPr lang="en-GB" sz="2400" b="0" kern="1200">
                <a:solidFill>
                  <a:schemeClr val="bg1"/>
                </a:solidFill>
                <a:latin typeface="+mn-lt"/>
                <a:ea typeface="+mn-ea"/>
                <a:cs typeface="+mn-cs"/>
              </a:defRPr>
            </a:lvl4pPr>
            <a:lvl5pPr marL="0" indent="0" algn="l" defTabSz="736656" rtl="0" eaLnBrk="1" latinLnBrk="0" hangingPunct="1">
              <a:lnSpc>
                <a:spcPct val="100000"/>
              </a:lnSpc>
              <a:spcBef>
                <a:spcPts val="0"/>
              </a:spcBef>
              <a:spcAft>
                <a:spcPts val="600"/>
              </a:spcAft>
              <a:buFont typeface="GT Walsheim LC Light" pitchFamily="2" charset="0"/>
              <a:buNone/>
              <a:defRPr lang="en-GB" sz="3200" b="1" kern="1200">
                <a:solidFill>
                  <a:schemeClr val="bg1"/>
                </a:solidFill>
                <a:latin typeface="+mn-lt"/>
                <a:ea typeface="+mn-ea"/>
                <a:cs typeface="+mn-cs"/>
              </a:defRPr>
            </a:lvl5pPr>
            <a:lvl6pPr marL="0" indent="0" algn="l" defTabSz="736656" rtl="0" eaLnBrk="1" latinLnBrk="0" hangingPunct="1">
              <a:lnSpc>
                <a:spcPct val="100000"/>
              </a:lnSpc>
              <a:spcBef>
                <a:spcPts val="0"/>
              </a:spcBef>
              <a:spcAft>
                <a:spcPts val="600"/>
              </a:spcAft>
              <a:buFont typeface="GT Walsheim LC Light" pitchFamily="2" charset="0"/>
              <a:buNone/>
              <a:defRPr lang="en-GB" sz="2400" b="1" kern="1200" dirty="0">
                <a:solidFill>
                  <a:schemeClr val="accent1"/>
                </a:solidFill>
                <a:latin typeface="+mn-lt"/>
                <a:ea typeface="+mn-ea"/>
                <a:cs typeface="+mn-cs"/>
              </a:defRPr>
            </a:lvl6pPr>
            <a:lvl7pPr marL="0" indent="0" algn="l" defTabSz="736656" rtl="0" eaLnBrk="1" latinLnBrk="0" hangingPunct="1">
              <a:lnSpc>
                <a:spcPct val="100000"/>
              </a:lnSpc>
              <a:spcBef>
                <a:spcPts val="0"/>
              </a:spcBef>
              <a:spcAft>
                <a:spcPts val="600"/>
              </a:spcAft>
              <a:buFont typeface="GT Walsheim LC Light" pitchFamily="2" charset="0"/>
              <a:buNone/>
              <a:defRPr lang="en-GB" sz="2400" b="1" kern="1200" dirty="0">
                <a:solidFill>
                  <a:schemeClr val="tx1"/>
                </a:solidFill>
                <a:latin typeface="+mn-lt"/>
                <a:ea typeface="+mn-ea"/>
                <a:cs typeface="+mn-cs"/>
              </a:defRPr>
            </a:lvl7pPr>
            <a:lvl8pPr marL="360000" indent="-360000" algn="l" defTabSz="736656" rtl="0" eaLnBrk="1" latinLnBrk="0" hangingPunct="1">
              <a:lnSpc>
                <a:spcPct val="100000"/>
              </a:lnSpc>
              <a:spcBef>
                <a:spcPts val="0"/>
              </a:spcBef>
              <a:spcAft>
                <a:spcPts val="600"/>
              </a:spcAft>
              <a:buFont typeface="+mj-lt"/>
              <a:buAutoNum type="arabicPeriod"/>
              <a:defRPr sz="2400" kern="1200">
                <a:solidFill>
                  <a:schemeClr val="tx1"/>
                </a:solidFill>
                <a:latin typeface="+mn-lt"/>
                <a:ea typeface="+mn-ea"/>
                <a:cs typeface="+mn-cs"/>
              </a:defRPr>
            </a:lvl8pPr>
            <a:lvl9pPr marL="720000" indent="-360000" algn="l" defTabSz="736656" rtl="0" eaLnBrk="1" latinLnBrk="0" hangingPunct="1">
              <a:lnSpc>
                <a:spcPct val="100000"/>
              </a:lnSpc>
              <a:spcBef>
                <a:spcPts val="0"/>
              </a:spcBef>
              <a:spcAft>
                <a:spcPts val="600"/>
              </a:spcAft>
              <a:buFont typeface="+mj-lt"/>
              <a:buAutoNum type="alphaLcPeriod"/>
              <a:tabLst/>
              <a:defRPr sz="2000" b="0" kern="1200">
                <a:solidFill>
                  <a:schemeClr val="tx1"/>
                </a:solidFill>
                <a:latin typeface="+mn-lt"/>
                <a:ea typeface="+mn-ea"/>
                <a:cs typeface="+mn-cs"/>
              </a:defRPr>
            </a:lvl9pPr>
          </a:lstStyle>
          <a:p>
            <a:pPr marL="0" marR="0" lvl="0" indent="0" algn="l" defTabSz="736656" rtl="0" eaLnBrk="1" fontAlgn="auto" latinLnBrk="0" hangingPunct="1">
              <a:lnSpc>
                <a:spcPct val="100000"/>
              </a:lnSpc>
              <a:spcBef>
                <a:spcPts val="0"/>
              </a:spcBef>
              <a:spcAft>
                <a:spcPts val="0"/>
              </a:spcAft>
              <a:buClrTx/>
              <a:buSzTx/>
              <a:buFont typeface="GT Walsheim LC Light" pitchFamily="2" charset="0"/>
              <a:buNone/>
              <a:tabLst/>
              <a:defRPr/>
            </a:pPr>
            <a:r>
              <a:rPr kumimoji="0" lang="pt-BR" sz="1400" b="0" i="0" u="none" strike="noStrike" kern="1200" cap="none" spc="0" normalizeH="0" baseline="0" noProof="0" dirty="0">
                <a:ln>
                  <a:noFill/>
                </a:ln>
                <a:solidFill>
                  <a:prstClr val="white"/>
                </a:solidFill>
                <a:effectLst/>
                <a:uLnTx/>
                <a:uFillTx/>
                <a:ea typeface="+mn-ea"/>
                <a:cs typeface="+mn-cs"/>
              </a:rPr>
              <a:t>Remoção de empresas que, apesar dos filtros quantitativos, não são comparáveis na prática.</a:t>
            </a:r>
          </a:p>
        </p:txBody>
      </p:sp>
      <p:cxnSp>
        <p:nvCxnSpPr>
          <p:cNvPr id="48" name="Conector reto 47">
            <a:extLst>
              <a:ext uri="{FF2B5EF4-FFF2-40B4-BE49-F238E27FC236}">
                <a16:creationId xmlns:a16="http://schemas.microsoft.com/office/drawing/2014/main" id="{788313C3-085C-9039-BB3B-5F3848D78F0B}"/>
              </a:ext>
            </a:extLst>
          </p:cNvPr>
          <p:cNvCxnSpPr>
            <a:cxnSpLocks/>
          </p:cNvCxnSpPr>
          <p:nvPr/>
        </p:nvCxnSpPr>
        <p:spPr>
          <a:xfrm>
            <a:off x="8802890" y="1131560"/>
            <a:ext cx="0" cy="492002"/>
          </a:xfrm>
          <a:prstGeom prst="line">
            <a:avLst/>
          </a:prstGeom>
          <a:ln w="12700">
            <a:solidFill>
              <a:schemeClr val="accent2"/>
            </a:solidFill>
          </a:ln>
          <a:effectLst/>
        </p:spPr>
        <p:style>
          <a:lnRef idx="2">
            <a:schemeClr val="accent1"/>
          </a:lnRef>
          <a:fillRef idx="0">
            <a:schemeClr val="accent1"/>
          </a:fillRef>
          <a:effectRef idx="1">
            <a:schemeClr val="accent1"/>
          </a:effectRef>
          <a:fontRef idx="minor">
            <a:schemeClr val="tx1"/>
          </a:fontRef>
        </p:style>
      </p:cxnSp>
      <p:cxnSp>
        <p:nvCxnSpPr>
          <p:cNvPr id="50" name="Conector reto 49">
            <a:extLst>
              <a:ext uri="{FF2B5EF4-FFF2-40B4-BE49-F238E27FC236}">
                <a16:creationId xmlns:a16="http://schemas.microsoft.com/office/drawing/2014/main" id="{38AFC93F-DC1B-97FB-E2AA-04C7D9127369}"/>
              </a:ext>
            </a:extLst>
          </p:cNvPr>
          <p:cNvCxnSpPr>
            <a:cxnSpLocks/>
          </p:cNvCxnSpPr>
          <p:nvPr/>
        </p:nvCxnSpPr>
        <p:spPr>
          <a:xfrm>
            <a:off x="8802890" y="1892300"/>
            <a:ext cx="0" cy="815975"/>
          </a:xfrm>
          <a:prstGeom prst="line">
            <a:avLst/>
          </a:prstGeom>
          <a:ln w="12700">
            <a:solidFill>
              <a:schemeClr val="accent2"/>
            </a:solidFill>
          </a:ln>
          <a:effectLst/>
        </p:spPr>
        <p:style>
          <a:lnRef idx="2">
            <a:schemeClr val="accent1"/>
          </a:lnRef>
          <a:fillRef idx="0">
            <a:schemeClr val="accent1"/>
          </a:fillRef>
          <a:effectRef idx="1">
            <a:schemeClr val="accent1"/>
          </a:effectRef>
          <a:fontRef idx="minor">
            <a:schemeClr val="tx1"/>
          </a:fontRef>
        </p:style>
      </p:cxnSp>
      <p:cxnSp>
        <p:nvCxnSpPr>
          <p:cNvPr id="52" name="Conector reto 51">
            <a:extLst>
              <a:ext uri="{FF2B5EF4-FFF2-40B4-BE49-F238E27FC236}">
                <a16:creationId xmlns:a16="http://schemas.microsoft.com/office/drawing/2014/main" id="{779168FD-8BDA-F178-C6BA-EB5BD4DC9A12}"/>
              </a:ext>
            </a:extLst>
          </p:cNvPr>
          <p:cNvCxnSpPr>
            <a:cxnSpLocks/>
          </p:cNvCxnSpPr>
          <p:nvPr/>
        </p:nvCxnSpPr>
        <p:spPr>
          <a:xfrm>
            <a:off x="8802890" y="2951777"/>
            <a:ext cx="0" cy="587464"/>
          </a:xfrm>
          <a:prstGeom prst="line">
            <a:avLst/>
          </a:prstGeom>
          <a:ln w="12700">
            <a:solidFill>
              <a:schemeClr val="accent2"/>
            </a:solidFill>
          </a:ln>
          <a:effectLst/>
        </p:spPr>
        <p:style>
          <a:lnRef idx="2">
            <a:schemeClr val="accent1"/>
          </a:lnRef>
          <a:fillRef idx="0">
            <a:schemeClr val="accent1"/>
          </a:fillRef>
          <a:effectRef idx="1">
            <a:schemeClr val="accent1"/>
          </a:effectRef>
          <a:fontRef idx="minor">
            <a:schemeClr val="tx1"/>
          </a:fontRef>
        </p:style>
      </p:cxnSp>
      <p:pic>
        <p:nvPicPr>
          <p:cNvPr id="5" name="Imagem 4">
            <a:extLst>
              <a:ext uri="{FF2B5EF4-FFF2-40B4-BE49-F238E27FC236}">
                <a16:creationId xmlns:a16="http://schemas.microsoft.com/office/drawing/2014/main" id="{74CADB2B-3ED1-E175-9E06-324699D716C0}"/>
              </a:ext>
            </a:extLst>
          </p:cNvPr>
          <p:cNvPicPr>
            <a:picLocks noGrp="1" noRot="1" noChangeAspect="1" noMove="1" noResize="1" noEditPoints="1" noAdjustHandles="1" noChangeArrowheads="1" noChangeShapeType="1" noCrop="1"/>
          </p:cNvPicPr>
          <p:nvPr/>
        </p:nvPicPr>
        <p:blipFill>
          <a:blip r:embed="rId3"/>
          <a:stretch>
            <a:fillRect/>
          </a:stretch>
        </p:blipFill>
        <p:spPr>
          <a:xfrm>
            <a:off x="476732" y="6486515"/>
            <a:ext cx="4962043" cy="138384"/>
          </a:xfrm>
          <a:prstGeom prst="rect">
            <a:avLst/>
          </a:prstGeom>
        </p:spPr>
      </p:pic>
      <p:sp>
        <p:nvSpPr>
          <p:cNvPr id="30" name="Title">
            <a:extLst>
              <a:ext uri="{FF2B5EF4-FFF2-40B4-BE49-F238E27FC236}">
                <a16:creationId xmlns:a16="http://schemas.microsoft.com/office/drawing/2014/main" id="{BBCAAA4A-D63E-8435-17DB-3B7A2C8F676F}"/>
              </a:ext>
            </a:extLst>
          </p:cNvPr>
          <p:cNvSpPr txBox="1">
            <a:spLocks/>
          </p:cNvSpPr>
          <p:nvPr/>
        </p:nvSpPr>
        <p:spPr>
          <a:xfrm>
            <a:off x="6574097" y="1246886"/>
            <a:ext cx="2171569" cy="312835"/>
          </a:xfrm>
          <a:prstGeom prst="rect">
            <a:avLst/>
          </a:prstGeom>
        </p:spPr>
        <p:txBody>
          <a:bodyPr vert="horz" wrap="square" lIns="0" tIns="0" rIns="0" bIns="0" rtlCol="0" anchor="ctr" anchorCtr="0">
            <a:noAutofit/>
          </a:bodyPr>
          <a:lstStyle>
            <a:lvl1pPr algn="l" defTabSz="736656" rtl="0" eaLnBrk="1" latinLnBrk="0" hangingPunct="1">
              <a:lnSpc>
                <a:spcPct val="85000"/>
              </a:lnSpc>
              <a:spcBef>
                <a:spcPct val="0"/>
              </a:spcBef>
              <a:buNone/>
              <a:defRPr sz="3000" b="1" kern="1200">
                <a:solidFill>
                  <a:schemeClr val="accent1"/>
                </a:solidFill>
                <a:latin typeface="+mj-lt"/>
                <a:ea typeface="+mj-ea"/>
                <a:cs typeface="+mj-cs"/>
              </a:defRPr>
            </a:lvl1pPr>
          </a:lstStyle>
          <a:p>
            <a:pPr marL="0" marR="0" lvl="0" indent="0" algn="ctr" defTabSz="736656" rtl="0" eaLnBrk="1" fontAlgn="auto" latinLnBrk="0" hangingPunct="1">
              <a:lnSpc>
                <a:spcPct val="85000"/>
              </a:lnSpc>
              <a:spcBef>
                <a:spcPct val="0"/>
              </a:spcBef>
              <a:spcAft>
                <a:spcPts val="0"/>
              </a:spcAft>
              <a:buClrTx/>
              <a:buSzTx/>
              <a:buFontTx/>
              <a:buNone/>
              <a:tabLst/>
              <a:defRPr/>
            </a:pPr>
            <a:r>
              <a:rPr kumimoji="0" lang="pt-BR" sz="1600" i="0" u="none" strike="noStrike" kern="1200" cap="none" spc="0" normalizeH="0" baseline="0" noProof="0" dirty="0" err="1">
                <a:ln>
                  <a:noFill/>
                </a:ln>
                <a:solidFill>
                  <a:schemeClr val="tx1"/>
                </a:solidFill>
                <a:effectLst/>
                <a:uLnTx/>
                <a:uFillTx/>
                <a:latin typeface="GT Walsheim LC Light" pitchFamily="2" charset="0"/>
                <a:cs typeface="GT Walsheim LC Light" pitchFamily="2" charset="0"/>
              </a:rPr>
              <a:t>Screening</a:t>
            </a:r>
            <a:r>
              <a:rPr kumimoji="0" lang="pt-BR" sz="1600" i="0" u="none" strike="noStrike" kern="1200" cap="none" spc="0" normalizeH="0" baseline="0" noProof="0" dirty="0">
                <a:ln>
                  <a:noFill/>
                </a:ln>
                <a:solidFill>
                  <a:schemeClr val="tx1"/>
                </a:solidFill>
                <a:effectLst/>
                <a:uLnTx/>
                <a:uFillTx/>
                <a:latin typeface="GT Walsheim LC Light" pitchFamily="2" charset="0"/>
                <a:cs typeface="GT Walsheim LC Light" pitchFamily="2" charset="0"/>
              </a:rPr>
              <a:t> Qualitativo</a:t>
            </a:r>
          </a:p>
        </p:txBody>
      </p:sp>
      <p:sp>
        <p:nvSpPr>
          <p:cNvPr id="13" name="Title">
            <a:extLst>
              <a:ext uri="{FF2B5EF4-FFF2-40B4-BE49-F238E27FC236}">
                <a16:creationId xmlns:a16="http://schemas.microsoft.com/office/drawing/2014/main" id="{2AB4AF92-BE76-81C8-C178-66E71E47E8DA}"/>
              </a:ext>
            </a:extLst>
          </p:cNvPr>
          <p:cNvSpPr txBox="1">
            <a:spLocks/>
          </p:cNvSpPr>
          <p:nvPr/>
        </p:nvSpPr>
        <p:spPr>
          <a:xfrm>
            <a:off x="6574097" y="2109554"/>
            <a:ext cx="2171569" cy="354014"/>
          </a:xfrm>
          <a:prstGeom prst="rect">
            <a:avLst/>
          </a:prstGeom>
        </p:spPr>
        <p:txBody>
          <a:bodyPr vert="horz" wrap="square" lIns="0" tIns="0" rIns="0" bIns="0" rtlCol="0" anchor="ctr" anchorCtr="0">
            <a:noAutofit/>
          </a:bodyPr>
          <a:lstStyle>
            <a:lvl1pPr algn="l" defTabSz="736656" rtl="0" eaLnBrk="1" latinLnBrk="0" hangingPunct="1">
              <a:lnSpc>
                <a:spcPct val="85000"/>
              </a:lnSpc>
              <a:spcBef>
                <a:spcPct val="0"/>
              </a:spcBef>
              <a:buNone/>
              <a:defRPr sz="3000" b="1" kern="1200">
                <a:solidFill>
                  <a:schemeClr val="accent1"/>
                </a:solidFill>
                <a:latin typeface="+mj-lt"/>
                <a:ea typeface="+mj-ea"/>
                <a:cs typeface="+mj-cs"/>
              </a:defRPr>
            </a:lvl1pPr>
          </a:lstStyle>
          <a:p>
            <a:pPr marL="0" marR="0" lvl="0" indent="0" algn="ctr" defTabSz="736656" rtl="0" eaLnBrk="1" fontAlgn="auto" latinLnBrk="0" hangingPunct="1">
              <a:lnSpc>
                <a:spcPct val="85000"/>
              </a:lnSpc>
              <a:spcBef>
                <a:spcPct val="0"/>
              </a:spcBef>
              <a:spcAft>
                <a:spcPts val="0"/>
              </a:spcAft>
              <a:buClrTx/>
              <a:buSzTx/>
              <a:buFontTx/>
              <a:buNone/>
              <a:tabLst/>
              <a:defRPr/>
            </a:pPr>
            <a:r>
              <a:rPr kumimoji="0" lang="pt-BR" sz="1600" i="0" u="none" strike="noStrike" kern="1200" cap="none" spc="0" normalizeH="0" baseline="0" noProof="0" dirty="0">
                <a:ln>
                  <a:noFill/>
                </a:ln>
                <a:solidFill>
                  <a:schemeClr val="tx1"/>
                </a:solidFill>
                <a:effectLst/>
                <a:uLnTx/>
                <a:uFillTx/>
                <a:latin typeface="GT Walsheim LC Light" pitchFamily="2" charset="0"/>
                <a:cs typeface="GT Walsheim LC Light" pitchFamily="2" charset="0"/>
              </a:rPr>
              <a:t>Annual Reports / </a:t>
            </a:r>
          </a:p>
          <a:p>
            <a:pPr marL="0" marR="0" lvl="0" indent="0" algn="ctr" defTabSz="736656" rtl="0" eaLnBrk="1" fontAlgn="auto" latinLnBrk="0" hangingPunct="1">
              <a:lnSpc>
                <a:spcPct val="85000"/>
              </a:lnSpc>
              <a:spcBef>
                <a:spcPct val="0"/>
              </a:spcBef>
              <a:spcAft>
                <a:spcPts val="0"/>
              </a:spcAft>
              <a:buClrTx/>
              <a:buSzTx/>
              <a:buFontTx/>
              <a:buNone/>
              <a:tabLst/>
              <a:defRPr/>
            </a:pPr>
            <a:r>
              <a:rPr kumimoji="0" lang="pt-BR" sz="1600" i="0" u="none" strike="noStrike" kern="1200" cap="none" spc="0" normalizeH="0" baseline="0" noProof="0" dirty="0">
                <a:ln>
                  <a:noFill/>
                </a:ln>
                <a:solidFill>
                  <a:schemeClr val="tx1"/>
                </a:solidFill>
                <a:effectLst/>
                <a:uLnTx/>
                <a:uFillTx/>
                <a:latin typeface="GT Walsheim LC Light" pitchFamily="2" charset="0"/>
                <a:cs typeface="GT Walsheim LC Light" pitchFamily="2" charset="0"/>
              </a:rPr>
              <a:t>Form 10-K</a:t>
            </a:r>
          </a:p>
        </p:txBody>
      </p:sp>
      <p:sp>
        <p:nvSpPr>
          <p:cNvPr id="19" name="Title">
            <a:extLst>
              <a:ext uri="{FF2B5EF4-FFF2-40B4-BE49-F238E27FC236}">
                <a16:creationId xmlns:a16="http://schemas.microsoft.com/office/drawing/2014/main" id="{ACEFB518-090C-1429-169B-518B1BE12A07}"/>
              </a:ext>
            </a:extLst>
          </p:cNvPr>
          <p:cNvSpPr txBox="1">
            <a:spLocks/>
          </p:cNvSpPr>
          <p:nvPr/>
        </p:nvSpPr>
        <p:spPr>
          <a:xfrm>
            <a:off x="6574237" y="2975945"/>
            <a:ext cx="2171569" cy="354014"/>
          </a:xfrm>
          <a:prstGeom prst="rect">
            <a:avLst/>
          </a:prstGeom>
        </p:spPr>
        <p:txBody>
          <a:bodyPr vert="horz" wrap="square" lIns="0" tIns="0" rIns="0" bIns="0" rtlCol="0" anchor="ctr" anchorCtr="0">
            <a:noAutofit/>
          </a:bodyPr>
          <a:lstStyle>
            <a:lvl1pPr algn="l" defTabSz="736656" rtl="0" eaLnBrk="1" latinLnBrk="0" hangingPunct="1">
              <a:lnSpc>
                <a:spcPct val="85000"/>
              </a:lnSpc>
              <a:spcBef>
                <a:spcPct val="0"/>
              </a:spcBef>
              <a:buNone/>
              <a:defRPr sz="3000" b="1" kern="1200">
                <a:solidFill>
                  <a:schemeClr val="accent1"/>
                </a:solidFill>
                <a:latin typeface="+mj-lt"/>
                <a:ea typeface="+mj-ea"/>
                <a:cs typeface="+mj-cs"/>
              </a:defRPr>
            </a:lvl1pPr>
          </a:lstStyle>
          <a:p>
            <a:pPr marL="0" marR="0" lvl="0" indent="0" algn="ctr" defTabSz="736656" rtl="0" eaLnBrk="1" fontAlgn="auto" latinLnBrk="0" hangingPunct="1">
              <a:lnSpc>
                <a:spcPct val="85000"/>
              </a:lnSpc>
              <a:spcBef>
                <a:spcPct val="0"/>
              </a:spcBef>
              <a:spcAft>
                <a:spcPts val="0"/>
              </a:spcAft>
              <a:buClrTx/>
              <a:buSzTx/>
              <a:buFontTx/>
              <a:buNone/>
              <a:tabLst/>
              <a:defRPr/>
            </a:pPr>
            <a:r>
              <a:rPr kumimoji="0" lang="pt-BR" sz="1600" i="0" u="none" strike="noStrike" kern="1200" cap="none" spc="0" normalizeH="0" baseline="0" noProof="0" dirty="0">
                <a:ln>
                  <a:noFill/>
                </a:ln>
                <a:solidFill>
                  <a:schemeClr val="tx1"/>
                </a:solidFill>
                <a:effectLst/>
                <a:uLnTx/>
                <a:uFillTx/>
                <a:latin typeface="GT Walsheim LC Light" pitchFamily="2" charset="0"/>
                <a:cs typeface="GT Walsheim LC Light" pitchFamily="2" charset="0"/>
              </a:rPr>
              <a:t>Exclusão Final</a:t>
            </a:r>
          </a:p>
        </p:txBody>
      </p:sp>
    </p:spTree>
    <p:extLst>
      <p:ext uri="{BB962C8B-B14F-4D97-AF65-F5344CB8AC3E}">
        <p14:creationId xmlns:p14="http://schemas.microsoft.com/office/powerpoint/2010/main" val="23981131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4C2A9-243E-C211-DD82-6C8A29E25087}"/>
            </a:ext>
          </a:extLst>
        </p:cNvPr>
        <p:cNvGrpSpPr/>
        <p:nvPr/>
      </p:nvGrpSpPr>
      <p:grpSpPr>
        <a:xfrm>
          <a:off x="0" y="0"/>
          <a:ext cx="0" cy="0"/>
          <a:chOff x="0" y="0"/>
          <a:chExt cx="0" cy="0"/>
        </a:xfrm>
      </p:grpSpPr>
      <p:grpSp>
        <p:nvGrpSpPr>
          <p:cNvPr id="90" name="Agrupar 89">
            <a:extLst>
              <a:ext uri="{FF2B5EF4-FFF2-40B4-BE49-F238E27FC236}">
                <a16:creationId xmlns:a16="http://schemas.microsoft.com/office/drawing/2014/main" id="{449D32C0-BA73-1E39-FAFD-E89C11128B89}"/>
              </a:ext>
            </a:extLst>
          </p:cNvPr>
          <p:cNvGrpSpPr/>
          <p:nvPr/>
        </p:nvGrpSpPr>
        <p:grpSpPr>
          <a:xfrm flipV="1">
            <a:off x="448057" y="380999"/>
            <a:ext cx="11743944" cy="5781674"/>
            <a:chOff x="5815739" y="181263"/>
            <a:chExt cx="6175260" cy="5876637"/>
          </a:xfrm>
        </p:grpSpPr>
        <p:sp>
          <p:nvSpPr>
            <p:cNvPr id="82" name="Retângulo 81">
              <a:extLst>
                <a:ext uri="{FF2B5EF4-FFF2-40B4-BE49-F238E27FC236}">
                  <a16:creationId xmlns:a16="http://schemas.microsoft.com/office/drawing/2014/main" id="{95AA8FEB-29AC-A2C0-7881-7F7DBF7F0C8E}"/>
                </a:ext>
              </a:extLst>
            </p:cNvPr>
            <p:cNvSpPr/>
            <p:nvPr/>
          </p:nvSpPr>
          <p:spPr>
            <a:xfrm>
              <a:off x="8699500" y="3367051"/>
              <a:ext cx="3291499" cy="269084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l"/>
              <a:endParaRPr lang="pt-BR" sz="2400" noProof="0" dirty="0">
                <a:solidFill>
                  <a:schemeClr val="bg1"/>
                </a:solidFill>
              </a:endParaRPr>
            </a:p>
          </p:txBody>
        </p:sp>
        <p:sp>
          <p:nvSpPr>
            <p:cNvPr id="16" name="Forma Livre: Forma 15">
              <a:extLst>
                <a:ext uri="{FF2B5EF4-FFF2-40B4-BE49-F238E27FC236}">
                  <a16:creationId xmlns:a16="http://schemas.microsoft.com/office/drawing/2014/main" id="{ECB635DE-2C2D-795B-8AC0-DC1568B69112}"/>
                </a:ext>
              </a:extLst>
            </p:cNvPr>
            <p:cNvSpPr/>
            <p:nvPr/>
          </p:nvSpPr>
          <p:spPr>
            <a:xfrm>
              <a:off x="5815739" y="181263"/>
              <a:ext cx="6175260" cy="4466957"/>
            </a:xfrm>
            <a:custGeom>
              <a:avLst/>
              <a:gdLst>
                <a:gd name="csX0" fmla="*/ 5791371 w 5791371"/>
                <a:gd name="csY0" fmla="*/ 0 h 3954909"/>
                <a:gd name="csX1" fmla="*/ 2278270 w 5791371"/>
                <a:gd name="csY1" fmla="*/ 0 h 3954909"/>
                <a:gd name="csX2" fmla="*/ 2278270 w 5791371"/>
                <a:gd name="csY2" fmla="*/ 3101 h 3954909"/>
                <a:gd name="csX3" fmla="*/ 269523 w 5791371"/>
                <a:gd name="csY3" fmla="*/ 3101 h 3954909"/>
                <a:gd name="csX4" fmla="*/ 0 w 5791371"/>
                <a:gd name="csY4" fmla="*/ 272624 h 3954909"/>
                <a:gd name="csX5" fmla="*/ 0 w 5791371"/>
                <a:gd name="csY5" fmla="*/ 2657768 h 3954909"/>
                <a:gd name="csX6" fmla="*/ 1 w 5791371"/>
                <a:gd name="csY6" fmla="*/ 2657778 h 3954909"/>
                <a:gd name="csX7" fmla="*/ 1 w 5791371"/>
                <a:gd name="csY7" fmla="*/ 3290118 h 3954909"/>
                <a:gd name="csX8" fmla="*/ 664792 w 5791371"/>
                <a:gd name="csY8" fmla="*/ 3954909 h 3954909"/>
                <a:gd name="csX9" fmla="*/ 2278270 w 5791371"/>
                <a:gd name="csY9" fmla="*/ 3954909 h 3954909"/>
                <a:gd name="csX10" fmla="*/ 3640320 w 5791371"/>
                <a:gd name="csY10" fmla="*/ 3954909 h 3954909"/>
                <a:gd name="csX11" fmla="*/ 5791371 w 5791371"/>
                <a:gd name="csY11" fmla="*/ 3954909 h 39549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791371" h="3954909">
                  <a:moveTo>
                    <a:pt x="5791371" y="0"/>
                  </a:moveTo>
                  <a:lnTo>
                    <a:pt x="2278270" y="0"/>
                  </a:lnTo>
                  <a:lnTo>
                    <a:pt x="2278270" y="3101"/>
                  </a:lnTo>
                  <a:lnTo>
                    <a:pt x="269523" y="3101"/>
                  </a:lnTo>
                  <a:cubicBezTo>
                    <a:pt x="120670" y="3101"/>
                    <a:pt x="0" y="123771"/>
                    <a:pt x="0" y="272624"/>
                  </a:cubicBezTo>
                  <a:lnTo>
                    <a:pt x="0" y="2657768"/>
                  </a:lnTo>
                  <a:lnTo>
                    <a:pt x="1" y="2657778"/>
                  </a:lnTo>
                  <a:lnTo>
                    <a:pt x="1" y="3290118"/>
                  </a:lnTo>
                  <a:cubicBezTo>
                    <a:pt x="1" y="3657272"/>
                    <a:pt x="297638" y="3954909"/>
                    <a:pt x="664792" y="3954909"/>
                  </a:cubicBezTo>
                  <a:lnTo>
                    <a:pt x="2278270" y="3954909"/>
                  </a:lnTo>
                  <a:lnTo>
                    <a:pt x="3640320" y="3954909"/>
                  </a:lnTo>
                  <a:lnTo>
                    <a:pt x="5791371" y="3954909"/>
                  </a:lnTo>
                  <a:close/>
                </a:path>
              </a:pathLst>
            </a:custGeom>
            <a:gradFill flip="none" rotWithShape="1">
              <a:gsLst>
                <a:gs pos="100000">
                  <a:schemeClr val="bg1"/>
                </a:gs>
                <a:gs pos="0">
                  <a:schemeClr val="bg1">
                    <a:lumMod val="95000"/>
                  </a:schemeClr>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marL="0" marR="0" lvl="0" indent="0" algn="l"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20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81" name="Retângulo: Cantos Arredondados 80">
              <a:extLst>
                <a:ext uri="{FF2B5EF4-FFF2-40B4-BE49-F238E27FC236}">
                  <a16:creationId xmlns:a16="http://schemas.microsoft.com/office/drawing/2014/main" id="{65507AE3-FE04-3FA9-3BCA-33E5055A0FE3}"/>
                </a:ext>
              </a:extLst>
            </p:cNvPr>
            <p:cNvSpPr/>
            <p:nvPr/>
          </p:nvSpPr>
          <p:spPr>
            <a:xfrm>
              <a:off x="5815739" y="2253747"/>
              <a:ext cx="5180950" cy="3804153"/>
            </a:xfrm>
            <a:prstGeom prst="roundRect">
              <a:avLst>
                <a:gd name="adj" fmla="val 30355"/>
              </a:avLst>
            </a:prstGeom>
            <a:gradFill flip="none" rotWithShape="1">
              <a:gsLst>
                <a:gs pos="100000">
                  <a:schemeClr val="bg1"/>
                </a:gs>
                <a:gs pos="0">
                  <a:schemeClr val="bg1">
                    <a:lumMod val="95000"/>
                  </a:schemeClr>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endParaRPr lang="pt-BR" sz="2000" noProof="0" dirty="0">
                <a:solidFill>
                  <a:prstClr val="white"/>
                </a:solidFill>
                <a:latin typeface="Arial" panose="020B0604020202020204"/>
              </a:endParaRPr>
            </a:p>
          </p:txBody>
        </p:sp>
      </p:grpSp>
      <p:sp>
        <p:nvSpPr>
          <p:cNvPr id="66" name="CaixaDeTexto 65">
            <a:extLst>
              <a:ext uri="{FF2B5EF4-FFF2-40B4-BE49-F238E27FC236}">
                <a16:creationId xmlns:a16="http://schemas.microsoft.com/office/drawing/2014/main" id="{927C6B0F-2C2C-835D-36DB-EC1D48277BE2}"/>
              </a:ext>
            </a:extLst>
          </p:cNvPr>
          <p:cNvSpPr txBox="1"/>
          <p:nvPr/>
        </p:nvSpPr>
        <p:spPr>
          <a:xfrm>
            <a:off x="3971925" y="524157"/>
            <a:ext cx="4248149" cy="523220"/>
          </a:xfrm>
          <a:prstGeom prst="rect">
            <a:avLst/>
          </a:prstGeom>
          <a:noFill/>
        </p:spPr>
        <p:txBody>
          <a:bodyPr wrap="square">
            <a:spAutoFit/>
          </a:bodyPr>
          <a:lstStyle/>
          <a:p>
            <a:pPr lvl="0" algn="ctr" defTabSz="946862">
              <a:spcAft>
                <a:spcPts val="0"/>
              </a:spcAft>
              <a:defRPr/>
            </a:pPr>
            <a:r>
              <a:rPr lang="pt-BR" sz="2800" dirty="0">
                <a:solidFill>
                  <a:schemeClr val="accent1"/>
                </a:solidFill>
                <a:latin typeface="GT Walsheim LC Bold" pitchFamily="2" charset="0"/>
                <a:cs typeface="GT Walsheim LC Bold" pitchFamily="2" charset="0"/>
              </a:rPr>
              <a:t>Benchmark vs. Cliente</a:t>
            </a:r>
          </a:p>
        </p:txBody>
      </p:sp>
      <p:sp>
        <p:nvSpPr>
          <p:cNvPr id="59" name="CaixaDeTexto 58">
            <a:extLst>
              <a:ext uri="{FF2B5EF4-FFF2-40B4-BE49-F238E27FC236}">
                <a16:creationId xmlns:a16="http://schemas.microsoft.com/office/drawing/2014/main" id="{F3C3D3C1-B9DD-BA93-FD08-72B15CA6A383}"/>
              </a:ext>
            </a:extLst>
          </p:cNvPr>
          <p:cNvSpPr txBox="1"/>
          <p:nvPr/>
        </p:nvSpPr>
        <p:spPr>
          <a:xfrm>
            <a:off x="6623307" y="1355154"/>
            <a:ext cx="5344855" cy="2628925"/>
          </a:xfrm>
          <a:prstGeom prst="rect">
            <a:avLst/>
          </a:prstGeom>
          <a:noFill/>
        </p:spPr>
        <p:txBody>
          <a:bodyPr wrap="square">
            <a:spAutoFit/>
          </a:bodyPr>
          <a:lstStyle/>
          <a:p>
            <a:pPr>
              <a:spcAft>
                <a:spcPts val="500"/>
              </a:spcAft>
              <a:defRPr/>
            </a:pPr>
            <a:r>
              <a:rPr lang="pt-BR" sz="1200" spc="-40" dirty="0">
                <a:solidFill>
                  <a:srgbClr val="7030A0"/>
                </a:solidFill>
                <a:latin typeface="GT Walsheim LC" pitchFamily="2" charset="0"/>
                <a:cs typeface="GT Walsheim LC" pitchFamily="2" charset="0"/>
              </a:rPr>
              <a:t>Após a seleção das empresas comparáveis no benchmarking, calculamos os indicadores de rentabilidade de cada uma para estabelecer o intervalo interquartil (inferior, mediada e superior). Com a régua de mercado definida, confrontamos o </a:t>
            </a:r>
            <a:r>
              <a:rPr lang="pt-BR" sz="1200" b="1" spc="-40" dirty="0">
                <a:solidFill>
                  <a:srgbClr val="7030A0"/>
                </a:solidFill>
                <a:latin typeface="GT Walsheim LC" pitchFamily="2" charset="0"/>
                <a:cs typeface="GT Walsheim LC" pitchFamily="2" charset="0"/>
              </a:rPr>
              <a:t>IR do cliente (6,1%) </a:t>
            </a:r>
            <a:r>
              <a:rPr lang="pt-BR" sz="1200" spc="-40" dirty="0">
                <a:solidFill>
                  <a:srgbClr val="7030A0"/>
                </a:solidFill>
                <a:latin typeface="GT Walsheim LC" pitchFamily="2" charset="0"/>
                <a:cs typeface="GT Walsheim LC" pitchFamily="2" charset="0"/>
              </a:rPr>
              <a:t>para validar sua aderência ao princípio </a:t>
            </a:r>
            <a:r>
              <a:rPr lang="pt-BR" sz="1200" i="1" spc="-40" dirty="0">
                <a:solidFill>
                  <a:srgbClr val="7030A0"/>
                </a:solidFill>
                <a:latin typeface="GT Walsheim LC" pitchFamily="2" charset="0"/>
                <a:cs typeface="GT Walsheim LC" pitchFamily="2" charset="0"/>
              </a:rPr>
              <a:t>arm's length</a:t>
            </a:r>
            <a:r>
              <a:rPr lang="pt-BR" sz="1200" spc="-40" dirty="0">
                <a:solidFill>
                  <a:srgbClr val="7030A0"/>
                </a:solidFill>
                <a:latin typeface="GT Walsheim LC" pitchFamily="2" charset="0"/>
                <a:cs typeface="GT Walsheim LC" pitchFamily="2" charset="0"/>
              </a:rPr>
              <a:t>.</a:t>
            </a:r>
          </a:p>
          <a:p>
            <a:pPr marL="171450" indent="-171450">
              <a:spcAft>
                <a:spcPts val="500"/>
              </a:spcAft>
              <a:buFont typeface="Arial" panose="020B0604020202020204" pitchFamily="34" charset="0"/>
              <a:buChar char="•"/>
              <a:defRPr/>
            </a:pPr>
            <a:r>
              <a:rPr lang="pt-BR" sz="1200" spc="-40" dirty="0">
                <a:solidFill>
                  <a:srgbClr val="7030A0"/>
                </a:solidFill>
                <a:latin typeface="GT Walsheim LC" pitchFamily="2" charset="0"/>
                <a:cs typeface="GT Walsheim LC" pitchFamily="2" charset="0"/>
              </a:rPr>
              <a:t>Processo: Extração de comparáveis → Cálculo da amostra → Definição do Intervalo.</a:t>
            </a:r>
          </a:p>
          <a:p>
            <a:pPr marL="171450" indent="-171450">
              <a:spcAft>
                <a:spcPts val="500"/>
              </a:spcAft>
              <a:buFont typeface="Arial" panose="020B0604020202020204" pitchFamily="34" charset="0"/>
              <a:buChar char="•"/>
              <a:defRPr/>
            </a:pPr>
            <a:r>
              <a:rPr lang="pt-BR" sz="1200" spc="-40" dirty="0">
                <a:solidFill>
                  <a:srgbClr val="7030A0"/>
                </a:solidFill>
                <a:latin typeface="GT Walsheim LC" pitchFamily="2" charset="0"/>
                <a:cs typeface="GT Walsheim LC" pitchFamily="2" charset="0"/>
              </a:rPr>
              <a:t>Análise: O resultado do cliente (6,1%) é testado contra a mediana e os limites do intervalo.</a:t>
            </a:r>
          </a:p>
          <a:p>
            <a:pPr>
              <a:spcAft>
                <a:spcPts val="500"/>
              </a:spcAft>
              <a:defRPr/>
            </a:pPr>
            <a:endParaRPr lang="pt-BR" sz="1200" spc="-40" dirty="0">
              <a:solidFill>
                <a:srgbClr val="7030A0"/>
              </a:solidFill>
              <a:latin typeface="GT Walsheim LC" pitchFamily="2" charset="0"/>
              <a:cs typeface="GT Walsheim LC" pitchFamily="2" charset="0"/>
            </a:endParaRPr>
          </a:p>
          <a:p>
            <a:pPr>
              <a:spcAft>
                <a:spcPts val="500"/>
              </a:spcAft>
              <a:defRPr/>
            </a:pPr>
            <a:endParaRPr lang="pt-BR" sz="1200" spc="-40" dirty="0">
              <a:solidFill>
                <a:srgbClr val="7030A0"/>
              </a:solidFill>
              <a:latin typeface="GT Walsheim LC" pitchFamily="2" charset="0"/>
              <a:cs typeface="GT Walsheim LC" pitchFamily="2" charset="0"/>
            </a:endParaRPr>
          </a:p>
          <a:p>
            <a:pPr>
              <a:spcAft>
                <a:spcPts val="500"/>
              </a:spcAft>
              <a:defRPr/>
            </a:pPr>
            <a:endParaRPr lang="pt-BR" sz="1200" spc="-40" dirty="0">
              <a:solidFill>
                <a:srgbClr val="7030A0"/>
              </a:solidFill>
              <a:latin typeface="GT Walsheim LC" pitchFamily="2" charset="0"/>
              <a:cs typeface="GT Walsheim LC" pitchFamily="2" charset="0"/>
            </a:endParaRPr>
          </a:p>
        </p:txBody>
      </p:sp>
      <p:sp>
        <p:nvSpPr>
          <p:cNvPr id="2" name="Shape 1">
            <a:extLst>
              <a:ext uri="{FF2B5EF4-FFF2-40B4-BE49-F238E27FC236}">
                <a16:creationId xmlns:a16="http://schemas.microsoft.com/office/drawing/2014/main" id="{04ACB160-2E79-63CF-F46C-9678D6BC2AD7}"/>
              </a:ext>
            </a:extLst>
          </p:cNvPr>
          <p:cNvSpPr/>
          <p:nvPr/>
        </p:nvSpPr>
        <p:spPr>
          <a:xfrm>
            <a:off x="807802" y="1601074"/>
            <a:ext cx="1140222" cy="139700"/>
          </a:xfrm>
          <a:prstGeom prst="roundRect">
            <a:avLst>
              <a:gd name="adj" fmla="val 76364"/>
            </a:avLst>
          </a:prstGeom>
          <a:solidFill>
            <a:srgbClr val="FFFFFF">
              <a:alpha val="20000"/>
            </a:srgbClr>
          </a:solidFill>
          <a:ln w="7620">
            <a:solidFill>
              <a:srgbClr val="000000"/>
            </a:solidFill>
            <a:prstDash val="solid"/>
          </a:ln>
        </p:spPr>
        <p:txBody>
          <a:bodyPr/>
          <a:lstStyle/>
          <a:p>
            <a:endParaRPr lang="en-US" sz="1500">
              <a:latin typeface="+mj-lt"/>
            </a:endParaRPr>
          </a:p>
        </p:txBody>
      </p:sp>
      <p:pic>
        <p:nvPicPr>
          <p:cNvPr id="3" name="Image 0" descr="preencoded.png">
            <a:extLst>
              <a:ext uri="{FF2B5EF4-FFF2-40B4-BE49-F238E27FC236}">
                <a16:creationId xmlns:a16="http://schemas.microsoft.com/office/drawing/2014/main" id="{C4AB0AFA-7402-A8BA-4F95-F373DDD29DDF}"/>
              </a:ext>
            </a:extLst>
          </p:cNvPr>
          <p:cNvPicPr>
            <a:picLocks noChangeAspect="1"/>
          </p:cNvPicPr>
          <p:nvPr/>
        </p:nvPicPr>
        <p:blipFill>
          <a:blip r:embed="rId3"/>
          <a:stretch>
            <a:fillRect/>
          </a:stretch>
        </p:blipFill>
        <p:spPr>
          <a:xfrm>
            <a:off x="852252" y="1620124"/>
            <a:ext cx="139700" cy="101600"/>
          </a:xfrm>
          <a:prstGeom prst="rect">
            <a:avLst/>
          </a:prstGeom>
        </p:spPr>
      </p:pic>
      <p:sp>
        <p:nvSpPr>
          <p:cNvPr id="4" name="Text 2">
            <a:extLst>
              <a:ext uri="{FF2B5EF4-FFF2-40B4-BE49-F238E27FC236}">
                <a16:creationId xmlns:a16="http://schemas.microsoft.com/office/drawing/2014/main" id="{627C5D55-0217-1C3C-6B48-3281A0685910}"/>
              </a:ext>
            </a:extLst>
          </p:cNvPr>
          <p:cNvSpPr/>
          <p:nvPr/>
        </p:nvSpPr>
        <p:spPr>
          <a:xfrm>
            <a:off x="1017352" y="1621413"/>
            <a:ext cx="886222" cy="99020"/>
          </a:xfrm>
          <a:prstGeom prst="rect">
            <a:avLst/>
          </a:prstGeom>
          <a:noFill/>
          <a:ln/>
        </p:spPr>
        <p:txBody>
          <a:bodyPr wrap="none" lIns="0" tIns="0" rIns="0" bIns="0" rtlCol="0" anchor="t"/>
          <a:lstStyle/>
          <a:p>
            <a:pPr>
              <a:lnSpc>
                <a:spcPts val="750"/>
              </a:lnSpc>
            </a:pPr>
            <a:r>
              <a:rPr lang="en-US" sz="583" dirty="0">
                <a:solidFill>
                  <a:srgbClr val="1E3063"/>
                </a:solidFill>
                <a:latin typeface="+mj-lt"/>
                <a:ea typeface="-apple-system, BlinkMacSystemFont, Segoe UI, Roboto, Helvetica Neue, Arial, sans-serif Medium" pitchFamily="34" charset="-122"/>
                <a:cs typeface="Arial" panose="020B0604020202020204" pitchFamily="34" charset="0"/>
              </a:rPr>
              <a:t>Margem Operacional (%)</a:t>
            </a:r>
            <a:endParaRPr lang="en-US" sz="583" dirty="0">
              <a:latin typeface="+mj-lt"/>
            </a:endParaRPr>
          </a:p>
        </p:txBody>
      </p:sp>
      <p:pic>
        <p:nvPicPr>
          <p:cNvPr id="5" name="Image 1" descr="preencoded.png">
            <a:extLst>
              <a:ext uri="{FF2B5EF4-FFF2-40B4-BE49-F238E27FC236}">
                <a16:creationId xmlns:a16="http://schemas.microsoft.com/office/drawing/2014/main" id="{F1710569-14EC-393A-B9EE-3413CCAAB5DF}"/>
              </a:ext>
            </a:extLst>
          </p:cNvPr>
          <p:cNvPicPr>
            <a:picLocks noChangeAspect="1"/>
          </p:cNvPicPr>
          <p:nvPr/>
        </p:nvPicPr>
        <p:blipFill>
          <a:blip r:embed="rId4"/>
          <a:stretch>
            <a:fillRect/>
          </a:stretch>
        </p:blipFill>
        <p:spPr>
          <a:xfrm>
            <a:off x="807802" y="1804274"/>
            <a:ext cx="4638873" cy="2335312"/>
          </a:xfrm>
          <a:prstGeom prst="rect">
            <a:avLst/>
          </a:prstGeom>
        </p:spPr>
      </p:pic>
      <p:sp>
        <p:nvSpPr>
          <p:cNvPr id="6" name="Text 3">
            <a:extLst>
              <a:ext uri="{FF2B5EF4-FFF2-40B4-BE49-F238E27FC236}">
                <a16:creationId xmlns:a16="http://schemas.microsoft.com/office/drawing/2014/main" id="{D078FD52-B8F2-DB7C-E14D-086C2F3A44EE}"/>
              </a:ext>
            </a:extLst>
          </p:cNvPr>
          <p:cNvSpPr/>
          <p:nvPr/>
        </p:nvSpPr>
        <p:spPr>
          <a:xfrm>
            <a:off x="2075477" y="2109867"/>
            <a:ext cx="251797" cy="120650"/>
          </a:xfrm>
          <a:prstGeom prst="rect">
            <a:avLst/>
          </a:prstGeom>
          <a:noFill/>
          <a:ln/>
        </p:spPr>
        <p:txBody>
          <a:bodyPr wrap="square" lIns="25400" tIns="25400" rIns="25400" bIns="25400" rtlCol="0" anchor="t"/>
          <a:lstStyle/>
          <a:p>
            <a:pPr>
              <a:lnSpc>
                <a:spcPts val="542"/>
              </a:lnSpc>
            </a:pPr>
            <a:r>
              <a:rPr lang="en-US" sz="542" dirty="0">
                <a:solidFill>
                  <a:srgbClr val="FFFFFF"/>
                </a:solidFill>
                <a:latin typeface="+mj-lt"/>
                <a:ea typeface="-apple-system, BlinkMacSystemFont, Segoe UI, Roboto, Helvetica Neue, Arial, sans-serif Medium" pitchFamily="34" charset="-122"/>
                <a:cs typeface="Arial" panose="020B0604020202020204" pitchFamily="34" charset="0"/>
              </a:rPr>
              <a:t>3.2%</a:t>
            </a:r>
            <a:endParaRPr lang="en-US" sz="542" dirty="0">
              <a:latin typeface="+mj-lt"/>
            </a:endParaRPr>
          </a:p>
        </p:txBody>
      </p:sp>
      <p:sp>
        <p:nvSpPr>
          <p:cNvPr id="7" name="Text 4">
            <a:extLst>
              <a:ext uri="{FF2B5EF4-FFF2-40B4-BE49-F238E27FC236}">
                <a16:creationId xmlns:a16="http://schemas.microsoft.com/office/drawing/2014/main" id="{087F3275-C2DA-EBA6-7A20-4DE0C90DB036}"/>
              </a:ext>
            </a:extLst>
          </p:cNvPr>
          <p:cNvSpPr/>
          <p:nvPr/>
        </p:nvSpPr>
        <p:spPr>
          <a:xfrm>
            <a:off x="2637735" y="2606755"/>
            <a:ext cx="259741" cy="120650"/>
          </a:xfrm>
          <a:prstGeom prst="rect">
            <a:avLst/>
          </a:prstGeom>
          <a:noFill/>
          <a:ln/>
        </p:spPr>
        <p:txBody>
          <a:bodyPr wrap="square" lIns="25400" tIns="25400" rIns="25400" bIns="25400" rtlCol="0" anchor="t"/>
          <a:lstStyle/>
          <a:p>
            <a:pPr>
              <a:lnSpc>
                <a:spcPts val="542"/>
              </a:lnSpc>
            </a:pPr>
            <a:r>
              <a:rPr lang="en-US" sz="542" dirty="0">
                <a:solidFill>
                  <a:srgbClr val="FFFFFF"/>
                </a:solidFill>
                <a:latin typeface="+mj-lt"/>
                <a:ea typeface="-apple-system, BlinkMacSystemFont, Segoe UI, Roboto, Helvetica Neue, Arial, sans-serif Medium" pitchFamily="34" charset="-122"/>
                <a:cs typeface="Arial" panose="020B0604020202020204" pitchFamily="34" charset="0"/>
              </a:rPr>
              <a:t>5.8%</a:t>
            </a:r>
            <a:endParaRPr lang="en-US" sz="542" dirty="0">
              <a:latin typeface="+mj-lt"/>
            </a:endParaRPr>
          </a:p>
        </p:txBody>
      </p:sp>
      <p:sp>
        <p:nvSpPr>
          <p:cNvPr id="8" name="Text 5">
            <a:extLst>
              <a:ext uri="{FF2B5EF4-FFF2-40B4-BE49-F238E27FC236}">
                <a16:creationId xmlns:a16="http://schemas.microsoft.com/office/drawing/2014/main" id="{8DB3CDEA-10E8-64DB-0981-4F3DD155D8AA}"/>
              </a:ext>
            </a:extLst>
          </p:cNvPr>
          <p:cNvSpPr/>
          <p:nvPr/>
        </p:nvSpPr>
        <p:spPr>
          <a:xfrm>
            <a:off x="3199993" y="3103642"/>
            <a:ext cx="346482" cy="120650"/>
          </a:xfrm>
          <a:prstGeom prst="rect">
            <a:avLst/>
          </a:prstGeom>
          <a:noFill/>
          <a:ln/>
        </p:spPr>
        <p:txBody>
          <a:bodyPr wrap="square" lIns="25400" tIns="25400" rIns="25400" bIns="25400" rtlCol="0" anchor="t"/>
          <a:lstStyle/>
          <a:p>
            <a:pPr>
              <a:lnSpc>
                <a:spcPts val="542"/>
              </a:lnSpc>
            </a:pPr>
            <a:r>
              <a:rPr lang="en-US" sz="542" dirty="0">
                <a:solidFill>
                  <a:srgbClr val="FFFFFF"/>
                </a:solidFill>
                <a:latin typeface="+mj-lt"/>
                <a:ea typeface="-apple-system, BlinkMacSystemFont, Segoe UI, Roboto, Helvetica Neue, Arial, sans-serif Medium" pitchFamily="34" charset="-122"/>
                <a:cs typeface="Arial" panose="020B0604020202020204" pitchFamily="34" charset="0"/>
              </a:rPr>
              <a:t>8.4%</a:t>
            </a:r>
            <a:endParaRPr lang="en-US" sz="542" dirty="0">
              <a:latin typeface="+mj-lt"/>
            </a:endParaRPr>
          </a:p>
        </p:txBody>
      </p:sp>
      <p:sp>
        <p:nvSpPr>
          <p:cNvPr id="9" name="Text 6">
            <a:extLst>
              <a:ext uri="{FF2B5EF4-FFF2-40B4-BE49-F238E27FC236}">
                <a16:creationId xmlns:a16="http://schemas.microsoft.com/office/drawing/2014/main" id="{D7E06550-4DCC-0352-0F91-E45AE9AAF9A3}"/>
              </a:ext>
            </a:extLst>
          </p:cNvPr>
          <p:cNvSpPr/>
          <p:nvPr/>
        </p:nvSpPr>
        <p:spPr>
          <a:xfrm>
            <a:off x="2702611" y="3600530"/>
            <a:ext cx="234264" cy="120650"/>
          </a:xfrm>
          <a:prstGeom prst="rect">
            <a:avLst/>
          </a:prstGeom>
          <a:noFill/>
          <a:ln/>
        </p:spPr>
        <p:txBody>
          <a:bodyPr wrap="square" lIns="25400" tIns="25400" rIns="25400" bIns="25400" rtlCol="0" anchor="t"/>
          <a:lstStyle/>
          <a:p>
            <a:pPr>
              <a:lnSpc>
                <a:spcPts val="542"/>
              </a:lnSpc>
            </a:pPr>
            <a:r>
              <a:rPr lang="en-US" sz="542" dirty="0">
                <a:solidFill>
                  <a:schemeClr val="bg1"/>
                </a:solidFill>
                <a:latin typeface="+mj-lt"/>
                <a:ea typeface="-apple-system, BlinkMacSystemFont, Segoe UI, Roboto, Helvetica Neue, Arial, sans-serif Medium" pitchFamily="34" charset="-122"/>
                <a:cs typeface="Arial" panose="020B0604020202020204" pitchFamily="34" charset="0"/>
              </a:rPr>
              <a:t>6.1%</a:t>
            </a:r>
            <a:endParaRPr lang="en-US" sz="542" dirty="0">
              <a:solidFill>
                <a:schemeClr val="bg1"/>
              </a:solidFill>
              <a:latin typeface="+mj-lt"/>
            </a:endParaRPr>
          </a:p>
        </p:txBody>
      </p:sp>
      <p:sp>
        <p:nvSpPr>
          <p:cNvPr id="10" name="Text 7">
            <a:extLst>
              <a:ext uri="{FF2B5EF4-FFF2-40B4-BE49-F238E27FC236}">
                <a16:creationId xmlns:a16="http://schemas.microsoft.com/office/drawing/2014/main" id="{09153603-BE43-43B7-9AD3-AB823547C891}"/>
              </a:ext>
            </a:extLst>
          </p:cNvPr>
          <p:cNvSpPr/>
          <p:nvPr/>
        </p:nvSpPr>
        <p:spPr>
          <a:xfrm>
            <a:off x="807802" y="4102081"/>
            <a:ext cx="265013" cy="99020"/>
          </a:xfrm>
          <a:prstGeom prst="rect">
            <a:avLst/>
          </a:prstGeom>
          <a:noFill/>
          <a:ln/>
        </p:spPr>
        <p:txBody>
          <a:bodyPr wrap="none" lIns="0" tIns="0" rIns="0" bIns="0" rtlCol="0" anchor="t"/>
          <a:lstStyle/>
          <a:p>
            <a:pPr>
              <a:lnSpc>
                <a:spcPts val="750"/>
              </a:lnSpc>
            </a:pPr>
            <a:r>
              <a:rPr lang="en-US" sz="583" dirty="0">
                <a:solidFill>
                  <a:srgbClr val="000000"/>
                </a:solidFill>
                <a:latin typeface="+mj-lt"/>
                <a:ea typeface="-apple-system, BlinkMacSystemFont, Segoe UI, Roboto, Helvetica Neue, Arial, sans-serif Medium" pitchFamily="34" charset="-122"/>
                <a:cs typeface="Arial" panose="020B0604020202020204" pitchFamily="34" charset="0"/>
              </a:rPr>
              <a:t>Source:</a:t>
            </a:r>
            <a:endParaRPr lang="en-US" sz="583" dirty="0">
              <a:latin typeface="+mj-lt"/>
            </a:endParaRPr>
          </a:p>
        </p:txBody>
      </p:sp>
      <p:sp>
        <p:nvSpPr>
          <p:cNvPr id="11" name="Text 8">
            <a:extLst>
              <a:ext uri="{FF2B5EF4-FFF2-40B4-BE49-F238E27FC236}">
                <a16:creationId xmlns:a16="http://schemas.microsoft.com/office/drawing/2014/main" id="{1B1D2381-3503-E0F9-89AD-2F4585724424}"/>
              </a:ext>
            </a:extLst>
          </p:cNvPr>
          <p:cNvSpPr/>
          <p:nvPr/>
        </p:nvSpPr>
        <p:spPr>
          <a:xfrm>
            <a:off x="807802" y="4369773"/>
            <a:ext cx="5301457" cy="203597"/>
          </a:xfrm>
          <a:prstGeom prst="rect">
            <a:avLst/>
          </a:prstGeom>
          <a:noFill/>
          <a:ln/>
        </p:spPr>
        <p:txBody>
          <a:bodyPr wrap="none" lIns="0" tIns="0" rIns="0" bIns="0" rtlCol="0" anchor="t"/>
          <a:lstStyle/>
          <a:p>
            <a:pPr>
              <a:lnSpc>
                <a:spcPts val="1583"/>
              </a:lnSpc>
            </a:pPr>
            <a:r>
              <a:rPr lang="en-US" sz="1042" dirty="0">
                <a:solidFill>
                  <a:srgbClr val="1E3063"/>
                </a:solidFill>
                <a:latin typeface="+mj-lt"/>
                <a:ea typeface="Instrument Sans Medium" pitchFamily="34" charset="-122"/>
                <a:cs typeface="Instrument Sans Medium" pitchFamily="34" charset="-120"/>
              </a:rPr>
              <a:t>Dados ilustrativos para fins de demonstração metodológica.</a:t>
            </a:r>
            <a:endParaRPr lang="en-US" sz="1042" dirty="0">
              <a:latin typeface="+mj-lt"/>
            </a:endParaRPr>
          </a:p>
        </p:txBody>
      </p:sp>
      <p:grpSp>
        <p:nvGrpSpPr>
          <p:cNvPr id="12" name="Agrupar 11">
            <a:extLst>
              <a:ext uri="{FF2B5EF4-FFF2-40B4-BE49-F238E27FC236}">
                <a16:creationId xmlns:a16="http://schemas.microsoft.com/office/drawing/2014/main" id="{FF4BA596-FF6A-00D1-027C-69B8BD00C947}"/>
              </a:ext>
            </a:extLst>
          </p:cNvPr>
          <p:cNvGrpSpPr/>
          <p:nvPr/>
        </p:nvGrpSpPr>
        <p:grpSpPr>
          <a:xfrm flipV="1">
            <a:off x="7178040" y="3762739"/>
            <a:ext cx="4790122" cy="1373559"/>
            <a:chOff x="5815739" y="181263"/>
            <a:chExt cx="6175260" cy="5876637"/>
          </a:xfrm>
        </p:grpSpPr>
        <p:sp>
          <p:nvSpPr>
            <p:cNvPr id="13" name="Retângulo 12">
              <a:extLst>
                <a:ext uri="{FF2B5EF4-FFF2-40B4-BE49-F238E27FC236}">
                  <a16:creationId xmlns:a16="http://schemas.microsoft.com/office/drawing/2014/main" id="{1223C5F5-04E1-07C6-5BE4-9B6C2458102A}"/>
                </a:ext>
              </a:extLst>
            </p:cNvPr>
            <p:cNvSpPr/>
            <p:nvPr/>
          </p:nvSpPr>
          <p:spPr>
            <a:xfrm>
              <a:off x="8699500" y="3367051"/>
              <a:ext cx="3291499" cy="269084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l"/>
              <a:endParaRPr lang="pt-BR" sz="2400" noProof="0" dirty="0">
                <a:solidFill>
                  <a:schemeClr val="bg1"/>
                </a:solidFill>
              </a:endParaRPr>
            </a:p>
          </p:txBody>
        </p:sp>
        <p:sp>
          <p:nvSpPr>
            <p:cNvPr id="14" name="Forma Livre: Forma 13">
              <a:extLst>
                <a:ext uri="{FF2B5EF4-FFF2-40B4-BE49-F238E27FC236}">
                  <a16:creationId xmlns:a16="http://schemas.microsoft.com/office/drawing/2014/main" id="{3B1125AF-A5A2-3EB3-CA1B-A8961425D07D}"/>
                </a:ext>
              </a:extLst>
            </p:cNvPr>
            <p:cNvSpPr/>
            <p:nvPr/>
          </p:nvSpPr>
          <p:spPr>
            <a:xfrm>
              <a:off x="5815739" y="181263"/>
              <a:ext cx="6175260" cy="4466957"/>
            </a:xfrm>
            <a:custGeom>
              <a:avLst/>
              <a:gdLst>
                <a:gd name="csX0" fmla="*/ 5791371 w 5791371"/>
                <a:gd name="csY0" fmla="*/ 0 h 3954909"/>
                <a:gd name="csX1" fmla="*/ 2278270 w 5791371"/>
                <a:gd name="csY1" fmla="*/ 0 h 3954909"/>
                <a:gd name="csX2" fmla="*/ 2278270 w 5791371"/>
                <a:gd name="csY2" fmla="*/ 3101 h 3954909"/>
                <a:gd name="csX3" fmla="*/ 269523 w 5791371"/>
                <a:gd name="csY3" fmla="*/ 3101 h 3954909"/>
                <a:gd name="csX4" fmla="*/ 0 w 5791371"/>
                <a:gd name="csY4" fmla="*/ 272624 h 3954909"/>
                <a:gd name="csX5" fmla="*/ 0 w 5791371"/>
                <a:gd name="csY5" fmla="*/ 2657768 h 3954909"/>
                <a:gd name="csX6" fmla="*/ 1 w 5791371"/>
                <a:gd name="csY6" fmla="*/ 2657778 h 3954909"/>
                <a:gd name="csX7" fmla="*/ 1 w 5791371"/>
                <a:gd name="csY7" fmla="*/ 3290118 h 3954909"/>
                <a:gd name="csX8" fmla="*/ 664792 w 5791371"/>
                <a:gd name="csY8" fmla="*/ 3954909 h 3954909"/>
                <a:gd name="csX9" fmla="*/ 2278270 w 5791371"/>
                <a:gd name="csY9" fmla="*/ 3954909 h 3954909"/>
                <a:gd name="csX10" fmla="*/ 3640320 w 5791371"/>
                <a:gd name="csY10" fmla="*/ 3954909 h 3954909"/>
                <a:gd name="csX11" fmla="*/ 5791371 w 5791371"/>
                <a:gd name="csY11" fmla="*/ 3954909 h 39549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791371" h="3954909">
                  <a:moveTo>
                    <a:pt x="5791371" y="0"/>
                  </a:moveTo>
                  <a:lnTo>
                    <a:pt x="2278270" y="0"/>
                  </a:lnTo>
                  <a:lnTo>
                    <a:pt x="2278270" y="3101"/>
                  </a:lnTo>
                  <a:lnTo>
                    <a:pt x="269523" y="3101"/>
                  </a:lnTo>
                  <a:cubicBezTo>
                    <a:pt x="120670" y="3101"/>
                    <a:pt x="0" y="123771"/>
                    <a:pt x="0" y="272624"/>
                  </a:cubicBezTo>
                  <a:lnTo>
                    <a:pt x="0" y="2657768"/>
                  </a:lnTo>
                  <a:lnTo>
                    <a:pt x="1" y="2657778"/>
                  </a:lnTo>
                  <a:lnTo>
                    <a:pt x="1" y="3290118"/>
                  </a:lnTo>
                  <a:cubicBezTo>
                    <a:pt x="1" y="3657272"/>
                    <a:pt x="297638" y="3954909"/>
                    <a:pt x="664792" y="3954909"/>
                  </a:cubicBezTo>
                  <a:lnTo>
                    <a:pt x="2278270" y="3954909"/>
                  </a:lnTo>
                  <a:lnTo>
                    <a:pt x="3640320" y="3954909"/>
                  </a:lnTo>
                  <a:lnTo>
                    <a:pt x="5791371" y="3954909"/>
                  </a:lnTo>
                  <a:close/>
                </a:path>
              </a:pathLst>
            </a:custGeom>
            <a:gradFill flip="none" rotWithShape="1">
              <a:gsLst>
                <a:gs pos="100000">
                  <a:schemeClr val="bg1"/>
                </a:gs>
                <a:gs pos="0">
                  <a:schemeClr val="bg1">
                    <a:lumMod val="95000"/>
                  </a:schemeClr>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marL="0" marR="0" lvl="0" indent="0" algn="l"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20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15" name="Retângulo: Cantos Arredondados 14">
              <a:extLst>
                <a:ext uri="{FF2B5EF4-FFF2-40B4-BE49-F238E27FC236}">
                  <a16:creationId xmlns:a16="http://schemas.microsoft.com/office/drawing/2014/main" id="{B4F2DB1B-91F8-F9AB-CE27-43494182B968}"/>
                </a:ext>
              </a:extLst>
            </p:cNvPr>
            <p:cNvSpPr/>
            <p:nvPr/>
          </p:nvSpPr>
          <p:spPr>
            <a:xfrm>
              <a:off x="5815739" y="2253747"/>
              <a:ext cx="5180950" cy="3804153"/>
            </a:xfrm>
            <a:prstGeom prst="roundRect">
              <a:avLst>
                <a:gd name="adj" fmla="val 30355"/>
              </a:avLst>
            </a:prstGeom>
            <a:gradFill flip="none" rotWithShape="1">
              <a:gsLst>
                <a:gs pos="100000">
                  <a:schemeClr val="bg1"/>
                </a:gs>
                <a:gs pos="0">
                  <a:schemeClr val="bg1">
                    <a:lumMod val="95000"/>
                  </a:schemeClr>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endParaRPr lang="pt-BR" sz="2000" noProof="0" dirty="0">
                <a:solidFill>
                  <a:prstClr val="white"/>
                </a:solidFill>
                <a:latin typeface="Arial" panose="020B0604020202020204"/>
              </a:endParaRPr>
            </a:p>
          </p:txBody>
        </p:sp>
      </p:grpSp>
      <p:sp>
        <p:nvSpPr>
          <p:cNvPr id="17" name="CaixaDeTexto 16">
            <a:extLst>
              <a:ext uri="{FF2B5EF4-FFF2-40B4-BE49-F238E27FC236}">
                <a16:creationId xmlns:a16="http://schemas.microsoft.com/office/drawing/2014/main" id="{4C34DE5E-E94F-66C7-C642-826EC7E5F1E5}"/>
              </a:ext>
            </a:extLst>
          </p:cNvPr>
          <p:cNvSpPr txBox="1"/>
          <p:nvPr/>
        </p:nvSpPr>
        <p:spPr>
          <a:xfrm>
            <a:off x="7291134" y="4029811"/>
            <a:ext cx="4741279" cy="1079783"/>
          </a:xfrm>
          <a:prstGeom prst="rect">
            <a:avLst/>
          </a:prstGeom>
          <a:noFill/>
        </p:spPr>
        <p:txBody>
          <a:bodyPr wrap="square">
            <a:spAutoFit/>
          </a:bodyPr>
          <a:lstStyle/>
          <a:p>
            <a:pPr algn="just">
              <a:spcAft>
                <a:spcPts val="500"/>
              </a:spcAft>
              <a:defRPr/>
            </a:pPr>
            <a:r>
              <a:rPr lang="pt-BR" sz="1200" spc="-40" dirty="0">
                <a:solidFill>
                  <a:srgbClr val="7030A0"/>
                </a:solidFill>
                <a:latin typeface="GT Walsheim LC" pitchFamily="2" charset="0"/>
                <a:cs typeface="GT Walsheim LC" pitchFamily="2" charset="0"/>
              </a:rPr>
              <a:t>🔍 </a:t>
            </a:r>
            <a:r>
              <a:rPr lang="pt-BR" sz="1200" b="1" spc="-40" dirty="0">
                <a:solidFill>
                  <a:srgbClr val="7030A0"/>
                </a:solidFill>
                <a:latin typeface="GT Walsheim LC" pitchFamily="2" charset="0"/>
                <a:cs typeface="GT Walsheim LC" pitchFamily="2" charset="0"/>
              </a:rPr>
              <a:t>Curiosidade</a:t>
            </a:r>
            <a:r>
              <a:rPr lang="pt-BR" sz="1200" spc="-40" dirty="0">
                <a:solidFill>
                  <a:srgbClr val="7030A0"/>
                </a:solidFill>
                <a:latin typeface="GT Walsheim LC" pitchFamily="2" charset="0"/>
                <a:cs typeface="GT Walsheim LC" pitchFamily="2" charset="0"/>
              </a:rPr>
              <a:t>: O conceito de quartis foi cunhado por Sir Francis </a:t>
            </a:r>
            <a:r>
              <a:rPr lang="pt-BR" sz="1200" spc="-40" dirty="0" err="1">
                <a:solidFill>
                  <a:srgbClr val="7030A0"/>
                </a:solidFill>
                <a:latin typeface="GT Walsheim LC" pitchFamily="2" charset="0"/>
                <a:cs typeface="GT Walsheim LC" pitchFamily="2" charset="0"/>
              </a:rPr>
              <a:t>Galton</a:t>
            </a:r>
            <a:r>
              <a:rPr lang="pt-BR" sz="1200" spc="-40" dirty="0">
                <a:solidFill>
                  <a:srgbClr val="7030A0"/>
                </a:solidFill>
                <a:latin typeface="GT Walsheim LC" pitchFamily="2" charset="0"/>
                <a:cs typeface="GT Walsheim LC" pitchFamily="2" charset="0"/>
              </a:rPr>
              <a:t> em 1879. Em TP, serve para eliminar a volatilidade dos extremos e focar na tendência central da amostra, onde o grau de comparabilidade é estatisticamente mais robusto.</a:t>
            </a:r>
          </a:p>
          <a:p>
            <a:pPr>
              <a:spcAft>
                <a:spcPts val="500"/>
              </a:spcAft>
              <a:defRPr/>
            </a:pPr>
            <a:endParaRPr lang="pt-BR" sz="1200" spc="-40" dirty="0">
              <a:solidFill>
                <a:srgbClr val="7030A0"/>
              </a:solidFill>
              <a:latin typeface="GT Walsheim LC" pitchFamily="2" charset="0"/>
              <a:cs typeface="GT Walsheim LC" pitchFamily="2" charset="0"/>
            </a:endParaRPr>
          </a:p>
        </p:txBody>
      </p:sp>
      <p:pic>
        <p:nvPicPr>
          <p:cNvPr id="19" name="Imagem 18">
            <a:extLst>
              <a:ext uri="{FF2B5EF4-FFF2-40B4-BE49-F238E27FC236}">
                <a16:creationId xmlns:a16="http://schemas.microsoft.com/office/drawing/2014/main" id="{917DA84F-02C9-A62F-EC9F-0CAB559FF338}"/>
              </a:ext>
            </a:extLst>
          </p:cNvPr>
          <p:cNvPicPr>
            <a:picLocks noGrp="1" noRot="1" noChangeAspect="1" noMove="1" noResize="1" noEditPoints="1" noAdjustHandles="1" noChangeArrowheads="1" noChangeShapeType="1" noCrop="1"/>
          </p:cNvPicPr>
          <p:nvPr/>
        </p:nvPicPr>
        <p:blipFill>
          <a:blip r:embed="rId5"/>
          <a:stretch>
            <a:fillRect/>
          </a:stretch>
        </p:blipFill>
        <p:spPr>
          <a:xfrm>
            <a:off x="350476" y="6469472"/>
            <a:ext cx="5172797" cy="133369"/>
          </a:xfrm>
          <a:prstGeom prst="rect">
            <a:avLst/>
          </a:prstGeom>
        </p:spPr>
      </p:pic>
    </p:spTree>
    <p:extLst>
      <p:ext uri="{BB962C8B-B14F-4D97-AF65-F5344CB8AC3E}">
        <p14:creationId xmlns:p14="http://schemas.microsoft.com/office/powerpoint/2010/main" val="32126107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D756F-E09F-C9FC-843C-B9D624646981}"/>
            </a:ext>
          </a:extLst>
        </p:cNvPr>
        <p:cNvGrpSpPr/>
        <p:nvPr/>
      </p:nvGrpSpPr>
      <p:grpSpPr>
        <a:xfrm>
          <a:off x="0" y="0"/>
          <a:ext cx="0" cy="0"/>
          <a:chOff x="0" y="0"/>
          <a:chExt cx="0" cy="0"/>
        </a:xfrm>
      </p:grpSpPr>
      <p:grpSp>
        <p:nvGrpSpPr>
          <p:cNvPr id="90" name="Agrupar 89">
            <a:extLst>
              <a:ext uri="{FF2B5EF4-FFF2-40B4-BE49-F238E27FC236}">
                <a16:creationId xmlns:a16="http://schemas.microsoft.com/office/drawing/2014/main" id="{DE69AEBF-2E63-BAC0-DDCF-71EF962FCA40}"/>
              </a:ext>
            </a:extLst>
          </p:cNvPr>
          <p:cNvGrpSpPr/>
          <p:nvPr/>
        </p:nvGrpSpPr>
        <p:grpSpPr>
          <a:xfrm flipV="1">
            <a:off x="448057" y="380999"/>
            <a:ext cx="11743944" cy="5781674"/>
            <a:chOff x="5815739" y="181263"/>
            <a:chExt cx="6175260" cy="5876637"/>
          </a:xfrm>
        </p:grpSpPr>
        <p:sp>
          <p:nvSpPr>
            <p:cNvPr id="82" name="Retângulo 81">
              <a:extLst>
                <a:ext uri="{FF2B5EF4-FFF2-40B4-BE49-F238E27FC236}">
                  <a16:creationId xmlns:a16="http://schemas.microsoft.com/office/drawing/2014/main" id="{6868CC1F-9441-537F-E266-ABDAD52CCFB3}"/>
                </a:ext>
              </a:extLst>
            </p:cNvPr>
            <p:cNvSpPr/>
            <p:nvPr/>
          </p:nvSpPr>
          <p:spPr>
            <a:xfrm>
              <a:off x="8699500" y="3367051"/>
              <a:ext cx="3291499" cy="269084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l"/>
              <a:endParaRPr lang="pt-BR" sz="2400" noProof="0" dirty="0">
                <a:solidFill>
                  <a:schemeClr val="bg1"/>
                </a:solidFill>
              </a:endParaRPr>
            </a:p>
          </p:txBody>
        </p:sp>
        <p:sp>
          <p:nvSpPr>
            <p:cNvPr id="16" name="Forma Livre: Forma 15">
              <a:extLst>
                <a:ext uri="{FF2B5EF4-FFF2-40B4-BE49-F238E27FC236}">
                  <a16:creationId xmlns:a16="http://schemas.microsoft.com/office/drawing/2014/main" id="{3933C479-5E1C-84E0-A491-A9316828272A}"/>
                </a:ext>
              </a:extLst>
            </p:cNvPr>
            <p:cNvSpPr/>
            <p:nvPr/>
          </p:nvSpPr>
          <p:spPr>
            <a:xfrm>
              <a:off x="5815739" y="181263"/>
              <a:ext cx="6175260" cy="4466957"/>
            </a:xfrm>
            <a:custGeom>
              <a:avLst/>
              <a:gdLst>
                <a:gd name="csX0" fmla="*/ 5791371 w 5791371"/>
                <a:gd name="csY0" fmla="*/ 0 h 3954909"/>
                <a:gd name="csX1" fmla="*/ 2278270 w 5791371"/>
                <a:gd name="csY1" fmla="*/ 0 h 3954909"/>
                <a:gd name="csX2" fmla="*/ 2278270 w 5791371"/>
                <a:gd name="csY2" fmla="*/ 3101 h 3954909"/>
                <a:gd name="csX3" fmla="*/ 269523 w 5791371"/>
                <a:gd name="csY3" fmla="*/ 3101 h 3954909"/>
                <a:gd name="csX4" fmla="*/ 0 w 5791371"/>
                <a:gd name="csY4" fmla="*/ 272624 h 3954909"/>
                <a:gd name="csX5" fmla="*/ 0 w 5791371"/>
                <a:gd name="csY5" fmla="*/ 2657768 h 3954909"/>
                <a:gd name="csX6" fmla="*/ 1 w 5791371"/>
                <a:gd name="csY6" fmla="*/ 2657778 h 3954909"/>
                <a:gd name="csX7" fmla="*/ 1 w 5791371"/>
                <a:gd name="csY7" fmla="*/ 3290118 h 3954909"/>
                <a:gd name="csX8" fmla="*/ 664792 w 5791371"/>
                <a:gd name="csY8" fmla="*/ 3954909 h 3954909"/>
                <a:gd name="csX9" fmla="*/ 2278270 w 5791371"/>
                <a:gd name="csY9" fmla="*/ 3954909 h 3954909"/>
                <a:gd name="csX10" fmla="*/ 3640320 w 5791371"/>
                <a:gd name="csY10" fmla="*/ 3954909 h 3954909"/>
                <a:gd name="csX11" fmla="*/ 5791371 w 5791371"/>
                <a:gd name="csY11" fmla="*/ 3954909 h 39549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791371" h="3954909">
                  <a:moveTo>
                    <a:pt x="5791371" y="0"/>
                  </a:moveTo>
                  <a:lnTo>
                    <a:pt x="2278270" y="0"/>
                  </a:lnTo>
                  <a:lnTo>
                    <a:pt x="2278270" y="3101"/>
                  </a:lnTo>
                  <a:lnTo>
                    <a:pt x="269523" y="3101"/>
                  </a:lnTo>
                  <a:cubicBezTo>
                    <a:pt x="120670" y="3101"/>
                    <a:pt x="0" y="123771"/>
                    <a:pt x="0" y="272624"/>
                  </a:cubicBezTo>
                  <a:lnTo>
                    <a:pt x="0" y="2657768"/>
                  </a:lnTo>
                  <a:lnTo>
                    <a:pt x="1" y="2657778"/>
                  </a:lnTo>
                  <a:lnTo>
                    <a:pt x="1" y="3290118"/>
                  </a:lnTo>
                  <a:cubicBezTo>
                    <a:pt x="1" y="3657272"/>
                    <a:pt x="297638" y="3954909"/>
                    <a:pt x="664792" y="3954909"/>
                  </a:cubicBezTo>
                  <a:lnTo>
                    <a:pt x="2278270" y="3954909"/>
                  </a:lnTo>
                  <a:lnTo>
                    <a:pt x="3640320" y="3954909"/>
                  </a:lnTo>
                  <a:lnTo>
                    <a:pt x="5791371" y="3954909"/>
                  </a:lnTo>
                  <a:close/>
                </a:path>
              </a:pathLst>
            </a:custGeom>
            <a:gradFill flip="none" rotWithShape="1">
              <a:gsLst>
                <a:gs pos="100000">
                  <a:schemeClr val="bg1"/>
                </a:gs>
                <a:gs pos="0">
                  <a:schemeClr val="bg1">
                    <a:lumMod val="95000"/>
                  </a:schemeClr>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marL="0" marR="0" lvl="0" indent="0" algn="l" defTabSz="946862"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pt-BR" sz="20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81" name="Retângulo: Cantos Arredondados 80">
              <a:extLst>
                <a:ext uri="{FF2B5EF4-FFF2-40B4-BE49-F238E27FC236}">
                  <a16:creationId xmlns:a16="http://schemas.microsoft.com/office/drawing/2014/main" id="{7EE07F58-0D86-30AF-52EE-C5A3FF78CEB0}"/>
                </a:ext>
              </a:extLst>
            </p:cNvPr>
            <p:cNvSpPr/>
            <p:nvPr/>
          </p:nvSpPr>
          <p:spPr>
            <a:xfrm>
              <a:off x="5815739" y="2253747"/>
              <a:ext cx="5180950" cy="3804153"/>
            </a:xfrm>
            <a:prstGeom prst="roundRect">
              <a:avLst>
                <a:gd name="adj" fmla="val 30355"/>
              </a:avLst>
            </a:prstGeom>
            <a:gradFill flip="none" rotWithShape="1">
              <a:gsLst>
                <a:gs pos="100000">
                  <a:schemeClr val="bg1"/>
                </a:gs>
                <a:gs pos="0">
                  <a:schemeClr val="bg1">
                    <a:lumMod val="95000"/>
                  </a:schemeClr>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endParaRPr lang="pt-BR" sz="2000" noProof="0" dirty="0">
                <a:solidFill>
                  <a:prstClr val="white"/>
                </a:solidFill>
                <a:latin typeface="Arial" panose="020B0604020202020204"/>
              </a:endParaRPr>
            </a:p>
          </p:txBody>
        </p:sp>
      </p:grpSp>
      <p:sp>
        <p:nvSpPr>
          <p:cNvPr id="66" name="CaixaDeTexto 65">
            <a:extLst>
              <a:ext uri="{FF2B5EF4-FFF2-40B4-BE49-F238E27FC236}">
                <a16:creationId xmlns:a16="http://schemas.microsoft.com/office/drawing/2014/main" id="{F87FC64F-8CE5-8775-FCBE-7CB5BF15D425}"/>
              </a:ext>
            </a:extLst>
          </p:cNvPr>
          <p:cNvSpPr txBox="1"/>
          <p:nvPr/>
        </p:nvSpPr>
        <p:spPr>
          <a:xfrm>
            <a:off x="3971925" y="524157"/>
            <a:ext cx="4248149" cy="523220"/>
          </a:xfrm>
          <a:prstGeom prst="rect">
            <a:avLst/>
          </a:prstGeom>
          <a:noFill/>
        </p:spPr>
        <p:txBody>
          <a:bodyPr wrap="square">
            <a:spAutoFit/>
          </a:bodyPr>
          <a:lstStyle/>
          <a:p>
            <a:pPr lvl="0" algn="ctr" defTabSz="946862">
              <a:spcAft>
                <a:spcPts val="0"/>
              </a:spcAft>
              <a:defRPr/>
            </a:pPr>
            <a:r>
              <a:rPr lang="pt-BR" sz="2800" dirty="0">
                <a:solidFill>
                  <a:schemeClr val="accent1"/>
                </a:solidFill>
                <a:latin typeface="GT Walsheim LC Bold" pitchFamily="2" charset="0"/>
                <a:cs typeface="GT Walsheim LC Bold" pitchFamily="2" charset="0"/>
              </a:rPr>
              <a:t>IN. 2161/23</a:t>
            </a:r>
          </a:p>
        </p:txBody>
      </p:sp>
      <p:sp>
        <p:nvSpPr>
          <p:cNvPr id="59" name="CaixaDeTexto 58">
            <a:extLst>
              <a:ext uri="{FF2B5EF4-FFF2-40B4-BE49-F238E27FC236}">
                <a16:creationId xmlns:a16="http://schemas.microsoft.com/office/drawing/2014/main" id="{2572C623-ECDC-2C74-2522-A77A0077B2C3}"/>
              </a:ext>
            </a:extLst>
          </p:cNvPr>
          <p:cNvSpPr txBox="1"/>
          <p:nvPr/>
        </p:nvSpPr>
        <p:spPr>
          <a:xfrm>
            <a:off x="609599" y="1355154"/>
            <a:ext cx="11358563" cy="4803879"/>
          </a:xfrm>
          <a:prstGeom prst="rect">
            <a:avLst/>
          </a:prstGeom>
          <a:noFill/>
        </p:spPr>
        <p:txBody>
          <a:bodyPr wrap="square">
            <a:spAutoFit/>
          </a:bodyPr>
          <a:lstStyle/>
          <a:p>
            <a:pPr>
              <a:spcAft>
                <a:spcPts val="500"/>
              </a:spcAft>
              <a:defRPr/>
            </a:pPr>
            <a:r>
              <a:rPr lang="pt-BR" sz="1200" spc="-40" dirty="0">
                <a:solidFill>
                  <a:srgbClr val="7030A0"/>
                </a:solidFill>
                <a:latin typeface="GT Walsheim LC" pitchFamily="2" charset="0"/>
                <a:cs typeface="GT Walsheim LC" pitchFamily="2" charset="0"/>
              </a:rPr>
              <a:t>Art. 47. Quando a aplicação do método mais apropriado conduzir a um intervalo de observações de indicadores financeiros de transações comparáveis realizadas entre partes não relacionadas, o intervalo apropriado será utilizado para determinar se os termos e as condições da transação controlada estão de acordo com o princípio previsto no art. 2º.</a:t>
            </a:r>
          </a:p>
          <a:p>
            <a:pPr>
              <a:spcAft>
                <a:spcPts val="500"/>
              </a:spcAft>
              <a:defRPr/>
            </a:pPr>
            <a:r>
              <a:rPr lang="pt-BR" sz="1200" spc="-40" dirty="0">
                <a:solidFill>
                  <a:srgbClr val="7030A0"/>
                </a:solidFill>
                <a:latin typeface="GT Walsheim LC" pitchFamily="2" charset="0"/>
                <a:cs typeface="GT Walsheim LC" pitchFamily="2" charset="0"/>
              </a:rPr>
              <a:t>§ 1º A determinação do intervalo apropriado será efetuada observados os seguintes critérios:</a:t>
            </a:r>
          </a:p>
          <a:p>
            <a:pPr>
              <a:spcAft>
                <a:spcPts val="500"/>
              </a:spcAft>
              <a:defRPr/>
            </a:pPr>
            <a:endParaRPr lang="pt-BR" sz="1200" spc="-40" dirty="0">
              <a:solidFill>
                <a:srgbClr val="7030A0"/>
              </a:solidFill>
              <a:latin typeface="GT Walsheim LC" pitchFamily="2" charset="0"/>
              <a:cs typeface="GT Walsheim LC" pitchFamily="2" charset="0"/>
            </a:endParaRPr>
          </a:p>
          <a:p>
            <a:pPr marL="171450" indent="-171450">
              <a:spcAft>
                <a:spcPts val="500"/>
              </a:spcAft>
              <a:buFont typeface="Arial" panose="020B0604020202020204" pitchFamily="34" charset="0"/>
              <a:buChar char="•"/>
              <a:defRPr/>
            </a:pPr>
            <a:r>
              <a:rPr lang="pt-BR" sz="1200" spc="-40" dirty="0">
                <a:solidFill>
                  <a:srgbClr val="7030A0"/>
                </a:solidFill>
                <a:latin typeface="GT Walsheim LC" pitchFamily="2" charset="0"/>
                <a:cs typeface="GT Walsheim LC" pitchFamily="2" charset="0"/>
              </a:rPr>
              <a:t>I - o intervalo deve ser composto de observações obtidas de comparáveis em conformidade com o disposto no art. 7º;</a:t>
            </a:r>
          </a:p>
          <a:p>
            <a:pPr marL="171450" indent="-171450">
              <a:spcAft>
                <a:spcPts val="500"/>
              </a:spcAft>
              <a:buFont typeface="Arial" panose="020B0604020202020204" pitchFamily="34" charset="0"/>
              <a:buChar char="•"/>
              <a:defRPr/>
            </a:pPr>
            <a:endParaRPr lang="pt-BR" sz="1200" spc="-40" dirty="0">
              <a:solidFill>
                <a:srgbClr val="7030A0"/>
              </a:solidFill>
              <a:latin typeface="GT Walsheim LC" pitchFamily="2" charset="0"/>
              <a:cs typeface="GT Walsheim LC" pitchFamily="2" charset="0"/>
            </a:endParaRPr>
          </a:p>
          <a:p>
            <a:pPr marL="171450" indent="-171450">
              <a:spcAft>
                <a:spcPts val="500"/>
              </a:spcAft>
              <a:buFont typeface="Arial" panose="020B0604020202020204" pitchFamily="34" charset="0"/>
              <a:buChar char="•"/>
              <a:defRPr/>
            </a:pPr>
            <a:r>
              <a:rPr lang="pt-BR" sz="1200" spc="-40" dirty="0">
                <a:solidFill>
                  <a:srgbClr val="7030A0"/>
                </a:solidFill>
                <a:latin typeface="GT Walsheim LC" pitchFamily="2" charset="0"/>
                <a:cs typeface="GT Walsheim LC" pitchFamily="2" charset="0"/>
              </a:rPr>
              <a:t>II - as observações selecionadas que possuam um grau inferior de comparabilidade em relação à transação controlada ou que não sejam suficientemente confiáveis devem ser eliminadas;</a:t>
            </a:r>
          </a:p>
          <a:p>
            <a:pPr marL="171450" indent="-171450">
              <a:spcAft>
                <a:spcPts val="500"/>
              </a:spcAft>
              <a:buFont typeface="Arial" panose="020B0604020202020204" pitchFamily="34" charset="0"/>
              <a:buChar char="•"/>
              <a:defRPr/>
            </a:pPr>
            <a:endParaRPr lang="pt-BR" sz="1200" spc="-40" dirty="0">
              <a:solidFill>
                <a:srgbClr val="7030A0"/>
              </a:solidFill>
              <a:latin typeface="GT Walsheim LC" pitchFamily="2" charset="0"/>
              <a:cs typeface="GT Walsheim LC" pitchFamily="2" charset="0"/>
            </a:endParaRPr>
          </a:p>
          <a:p>
            <a:pPr marL="171450" indent="-171450">
              <a:spcAft>
                <a:spcPts val="500"/>
              </a:spcAft>
              <a:buFont typeface="Arial" panose="020B0604020202020204" pitchFamily="34" charset="0"/>
              <a:buChar char="•"/>
              <a:defRPr/>
            </a:pPr>
            <a:r>
              <a:rPr lang="pt-BR" sz="1200" spc="-40" dirty="0">
                <a:solidFill>
                  <a:srgbClr val="7030A0"/>
                </a:solidFill>
                <a:latin typeface="GT Walsheim LC" pitchFamily="2" charset="0"/>
                <a:cs typeface="GT Walsheim LC" pitchFamily="2" charset="0"/>
              </a:rPr>
              <a:t>III - após a eliminação referida no inciso II, caso permaneçam incertezas sobre o grau de comparabilidade das transações comparáveis em relação à transação controlada que não tenham sido precisamente identificadas ou quantificadas e ajustadas ou caso permaneça qualquer incerteza com relação à confiabilidade, o intervalo interquartil será considerado como o intervalo apropriado; e</a:t>
            </a:r>
          </a:p>
          <a:p>
            <a:pPr marL="171450" indent="-171450">
              <a:spcAft>
                <a:spcPts val="500"/>
              </a:spcAft>
              <a:buFont typeface="Arial" panose="020B0604020202020204" pitchFamily="34" charset="0"/>
              <a:buChar char="•"/>
              <a:defRPr/>
            </a:pPr>
            <a:endParaRPr lang="pt-BR" sz="1200" spc="-40" dirty="0">
              <a:solidFill>
                <a:srgbClr val="7030A0"/>
              </a:solidFill>
              <a:latin typeface="GT Walsheim LC" pitchFamily="2" charset="0"/>
              <a:cs typeface="GT Walsheim LC" pitchFamily="2" charset="0"/>
            </a:endParaRPr>
          </a:p>
          <a:p>
            <a:pPr marL="171450" indent="-171450">
              <a:spcAft>
                <a:spcPts val="500"/>
              </a:spcAft>
              <a:buFont typeface="Arial" panose="020B0604020202020204" pitchFamily="34" charset="0"/>
              <a:buChar char="•"/>
              <a:defRPr/>
            </a:pPr>
            <a:r>
              <a:rPr lang="pt-BR" sz="1200" spc="-40" dirty="0">
                <a:solidFill>
                  <a:srgbClr val="7030A0"/>
                </a:solidFill>
                <a:latin typeface="GT Walsheim LC" pitchFamily="2" charset="0"/>
                <a:cs typeface="GT Walsheim LC" pitchFamily="2" charset="0"/>
              </a:rPr>
              <a:t>IV - caso não haja incertezas sobre o grau de comparabilidade das transações comparáveis em relação à transação controlada, e nem sobre sua confiabilidade, o intervalo completo será considerado o intervalo apropriado.</a:t>
            </a:r>
          </a:p>
          <a:p>
            <a:pPr>
              <a:spcAft>
                <a:spcPts val="500"/>
              </a:spcAft>
              <a:defRPr/>
            </a:pPr>
            <a:endParaRPr lang="pt-BR" sz="1200" spc="-40" dirty="0">
              <a:solidFill>
                <a:srgbClr val="7030A0"/>
              </a:solidFill>
              <a:latin typeface="GT Walsheim LC" pitchFamily="2" charset="0"/>
              <a:cs typeface="GT Walsheim LC" pitchFamily="2" charset="0"/>
            </a:endParaRPr>
          </a:p>
          <a:p>
            <a:pPr>
              <a:spcAft>
                <a:spcPts val="500"/>
              </a:spcAft>
              <a:defRPr/>
            </a:pPr>
            <a:r>
              <a:rPr lang="pt-BR" sz="1200" spc="-40" dirty="0">
                <a:solidFill>
                  <a:srgbClr val="00A4B3"/>
                </a:solidFill>
                <a:latin typeface="GT Walsheim LC" pitchFamily="2" charset="0"/>
                <a:cs typeface="GT Walsheim LC" pitchFamily="2" charset="0"/>
              </a:rPr>
              <a:t>§ 2º Quando a aplicação do método mais apropriado levar à identificação de um comparável que apresente o mais alto grau de confiabilidade e comparabilidade em relação à transação controlada, o uso do intervalo interquartil não será apropriado.</a:t>
            </a:r>
          </a:p>
          <a:p>
            <a:pPr>
              <a:spcAft>
                <a:spcPts val="500"/>
              </a:spcAft>
              <a:defRPr/>
            </a:pPr>
            <a:endParaRPr lang="pt-BR" sz="1200" spc="-40" dirty="0">
              <a:solidFill>
                <a:srgbClr val="7030A0"/>
              </a:solidFill>
              <a:latin typeface="GT Walsheim LC" pitchFamily="2" charset="0"/>
              <a:cs typeface="GT Walsheim LC" pitchFamily="2" charset="0"/>
            </a:endParaRPr>
          </a:p>
          <a:p>
            <a:pPr>
              <a:spcAft>
                <a:spcPts val="500"/>
              </a:spcAft>
              <a:defRPr/>
            </a:pPr>
            <a:endParaRPr lang="pt-BR" sz="1200" spc="-40" dirty="0">
              <a:solidFill>
                <a:srgbClr val="7030A0"/>
              </a:solidFill>
              <a:latin typeface="GT Walsheim LC" pitchFamily="2" charset="0"/>
              <a:cs typeface="GT Walsheim LC" pitchFamily="2" charset="0"/>
            </a:endParaRPr>
          </a:p>
        </p:txBody>
      </p:sp>
      <p:pic>
        <p:nvPicPr>
          <p:cNvPr id="23" name="Imagem 22">
            <a:extLst>
              <a:ext uri="{FF2B5EF4-FFF2-40B4-BE49-F238E27FC236}">
                <a16:creationId xmlns:a16="http://schemas.microsoft.com/office/drawing/2014/main" id="{FA9317B9-9869-4FFA-1DDD-5BCE6C599814}"/>
              </a:ext>
            </a:extLst>
          </p:cNvPr>
          <p:cNvPicPr>
            <a:picLocks noGrp="1" noRot="1" noChangeAspect="1" noMove="1" noResize="1" noEditPoints="1" noAdjustHandles="1" noChangeArrowheads="1" noChangeShapeType="1" noCrop="1"/>
          </p:cNvPicPr>
          <p:nvPr/>
        </p:nvPicPr>
        <p:blipFill>
          <a:blip r:embed="rId3"/>
          <a:stretch>
            <a:fillRect/>
          </a:stretch>
        </p:blipFill>
        <p:spPr>
          <a:xfrm>
            <a:off x="213945" y="6457285"/>
            <a:ext cx="5268060" cy="152421"/>
          </a:xfrm>
          <a:prstGeom prst="rect">
            <a:avLst/>
          </a:prstGeom>
        </p:spPr>
      </p:pic>
    </p:spTree>
    <p:extLst>
      <p:ext uri="{BB962C8B-B14F-4D97-AF65-F5344CB8AC3E}">
        <p14:creationId xmlns:p14="http://schemas.microsoft.com/office/powerpoint/2010/main" val="39354872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7833B-606E-7C12-BC2C-BB81F9E08C27}"/>
            </a:ext>
          </a:extLst>
        </p:cNvPr>
        <p:cNvGrpSpPr/>
        <p:nvPr/>
      </p:nvGrpSpPr>
      <p:grpSpPr>
        <a:xfrm>
          <a:off x="0" y="0"/>
          <a:ext cx="0" cy="0"/>
          <a:chOff x="0" y="0"/>
          <a:chExt cx="0" cy="0"/>
        </a:xfrm>
      </p:grpSpPr>
      <p:pic>
        <p:nvPicPr>
          <p:cNvPr id="10" name="Graphic 20">
            <a:extLst>
              <a:ext uri="{FF2B5EF4-FFF2-40B4-BE49-F238E27FC236}">
                <a16:creationId xmlns:a16="http://schemas.microsoft.com/office/drawing/2014/main" id="{7044A389-86A4-CA51-BF3E-0A97FC031ED3}"/>
              </a:ext>
            </a:extLst>
          </p:cNvPr>
          <p:cNvPicPr>
            <a:picLocks noGrp="1" noRot="1" noChangeAspect="1" noMove="1" noResize="1" noEditPoints="1" noAdjustHandles="1" noChangeArrowheads="1" noChangeShapeType="1" noCrop="1"/>
          </p:cNvPicPr>
          <p:nvPr/>
        </p:nvPicPr>
        <p:blipFill rotWithShape="1">
          <a:blip>
            <a:extLst>
              <a:ext uri="{96DAC541-7B7A-43D3-8B79-37D633B846F1}">
                <asvg:svgBlip xmlns:asvg="http://schemas.microsoft.com/office/drawing/2016/SVG/main" r:embed="rId3"/>
              </a:ext>
            </a:extLst>
          </a:blip>
          <a:srcRect l="20422" t="12378" r="35137" b="58794"/>
          <a:stretch>
            <a:fillRect/>
          </a:stretch>
        </p:blipFill>
        <p:spPr>
          <a:xfrm flipV="1">
            <a:off x="6091900" y="0"/>
            <a:ext cx="6096000" cy="3263901"/>
          </a:xfrm>
          <a:prstGeom prst="rect">
            <a:avLst/>
          </a:prstGeom>
        </p:spPr>
      </p:pic>
      <p:sp>
        <p:nvSpPr>
          <p:cNvPr id="2" name="Title 1">
            <a:extLst>
              <a:ext uri="{FF2B5EF4-FFF2-40B4-BE49-F238E27FC236}">
                <a16:creationId xmlns:a16="http://schemas.microsoft.com/office/drawing/2014/main" id="{6ADCFB5F-E2DE-A761-89B0-9B72CCB38F75}"/>
              </a:ext>
            </a:extLst>
          </p:cNvPr>
          <p:cNvSpPr>
            <a:spLocks noGrp="1"/>
          </p:cNvSpPr>
          <p:nvPr>
            <p:ph type="title"/>
          </p:nvPr>
        </p:nvSpPr>
        <p:spPr>
          <a:xfrm>
            <a:off x="508003" y="273721"/>
            <a:ext cx="11175997" cy="941388"/>
          </a:xfrm>
        </p:spPr>
        <p:txBody>
          <a:bodyPr anchor="ctr"/>
          <a:lstStyle/>
          <a:p>
            <a:r>
              <a:rPr lang="pt-BR" sz="3600" noProof="0" dirty="0">
                <a:latin typeface="+mj-lt"/>
              </a:rPr>
              <a:t>A Raiz de Tudo: As Informações Financeiras do Cliente</a:t>
            </a:r>
          </a:p>
        </p:txBody>
      </p:sp>
      <p:sp>
        <p:nvSpPr>
          <p:cNvPr id="6" name="Content Placeholder 5">
            <a:extLst>
              <a:ext uri="{FF2B5EF4-FFF2-40B4-BE49-F238E27FC236}">
                <a16:creationId xmlns:a16="http://schemas.microsoft.com/office/drawing/2014/main" id="{CA471023-6B69-D76C-B79E-42BA64C494CB}"/>
              </a:ext>
            </a:extLst>
          </p:cNvPr>
          <p:cNvSpPr>
            <a:spLocks noGrp="1"/>
          </p:cNvSpPr>
          <p:nvPr>
            <p:ph type="body" sz="quarter" idx="15"/>
          </p:nvPr>
        </p:nvSpPr>
        <p:spPr>
          <a:xfrm>
            <a:off x="508003" y="1273178"/>
            <a:ext cx="5654672" cy="461291"/>
          </a:xfrm>
        </p:spPr>
        <p:txBody>
          <a:bodyPr/>
          <a:lstStyle/>
          <a:p>
            <a:pPr lvl="3">
              <a:spcAft>
                <a:spcPts val="1200"/>
              </a:spcAft>
            </a:pPr>
            <a:r>
              <a:rPr lang="pt-BR" sz="1200" b="1" noProof="0" dirty="0"/>
              <a:t>Solicitar dados precisos ao cliente não é burocracia — é a fundação do estudo.</a:t>
            </a:r>
          </a:p>
        </p:txBody>
      </p:sp>
      <p:pic>
        <p:nvPicPr>
          <p:cNvPr id="3" name="Gráfico 2">
            <a:extLst>
              <a:ext uri="{FF2B5EF4-FFF2-40B4-BE49-F238E27FC236}">
                <a16:creationId xmlns:a16="http://schemas.microsoft.com/office/drawing/2014/main" id="{13544900-5834-7CF5-99D4-5DD25CFE992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432276" y="6224588"/>
            <a:ext cx="372165" cy="372165"/>
          </a:xfrm>
          <a:prstGeom prst="rect">
            <a:avLst/>
          </a:prstGeom>
        </p:spPr>
      </p:pic>
      <p:sp>
        <p:nvSpPr>
          <p:cNvPr id="4" name="Shape 2">
            <a:extLst>
              <a:ext uri="{FF2B5EF4-FFF2-40B4-BE49-F238E27FC236}">
                <a16:creationId xmlns:a16="http://schemas.microsoft.com/office/drawing/2014/main" id="{D69D929D-2C32-A46A-74C7-4EB87DF86CF8}"/>
              </a:ext>
            </a:extLst>
          </p:cNvPr>
          <p:cNvSpPr/>
          <p:nvPr/>
        </p:nvSpPr>
        <p:spPr>
          <a:xfrm>
            <a:off x="246236" y="2291237"/>
            <a:ext cx="365423" cy="365423"/>
          </a:xfrm>
          <a:prstGeom prst="roundRect">
            <a:avLst>
              <a:gd name="adj" fmla="val 40008"/>
            </a:avLst>
          </a:prstGeom>
          <a:solidFill>
            <a:srgbClr val="9581B2"/>
          </a:solidFill>
          <a:ln/>
        </p:spPr>
        <p:txBody>
          <a:bodyPr/>
          <a:lstStyle/>
          <a:p>
            <a:endParaRPr lang="en-US" sz="1500"/>
          </a:p>
        </p:txBody>
      </p:sp>
      <p:sp>
        <p:nvSpPr>
          <p:cNvPr id="5" name="Text 3">
            <a:extLst>
              <a:ext uri="{FF2B5EF4-FFF2-40B4-BE49-F238E27FC236}">
                <a16:creationId xmlns:a16="http://schemas.microsoft.com/office/drawing/2014/main" id="{542CCE54-EAAD-A24F-9DB1-5B60944C6E9A}"/>
              </a:ext>
            </a:extLst>
          </p:cNvPr>
          <p:cNvSpPr/>
          <p:nvPr/>
        </p:nvSpPr>
        <p:spPr>
          <a:xfrm>
            <a:off x="307106" y="2321647"/>
            <a:ext cx="243582" cy="304503"/>
          </a:xfrm>
          <a:prstGeom prst="rect">
            <a:avLst/>
          </a:prstGeom>
          <a:noFill/>
          <a:ln/>
        </p:spPr>
        <p:txBody>
          <a:bodyPr wrap="none" lIns="0" tIns="0" rIns="0" bIns="0" rtlCol="0" anchor="t"/>
          <a:lstStyle/>
          <a:p>
            <a:pPr algn="ctr">
              <a:lnSpc>
                <a:spcPts val="1917"/>
              </a:lnSpc>
            </a:pPr>
            <a:r>
              <a:rPr lang="en-US" sz="1917" dirty="0">
                <a:solidFill>
                  <a:srgbClr val="1E3063"/>
                </a:solidFill>
                <a:latin typeface="Instrument Sans Semi Bold" pitchFamily="34" charset="0"/>
                <a:ea typeface="Instrument Sans Semi Bold" pitchFamily="34" charset="-122"/>
                <a:cs typeface="Instrument Sans Semi Bold" pitchFamily="34" charset="-120"/>
              </a:rPr>
              <a:t>1</a:t>
            </a:r>
            <a:endParaRPr lang="en-US" sz="1917" dirty="0"/>
          </a:p>
        </p:txBody>
      </p:sp>
      <p:sp>
        <p:nvSpPr>
          <p:cNvPr id="7" name="Content Placeholder 5">
            <a:extLst>
              <a:ext uri="{FF2B5EF4-FFF2-40B4-BE49-F238E27FC236}">
                <a16:creationId xmlns:a16="http://schemas.microsoft.com/office/drawing/2014/main" id="{21EB9A75-4CB7-FAFD-FC95-945ADE49A15B}"/>
              </a:ext>
            </a:extLst>
          </p:cNvPr>
          <p:cNvSpPr txBox="1">
            <a:spLocks/>
          </p:cNvSpPr>
          <p:nvPr/>
        </p:nvSpPr>
        <p:spPr>
          <a:xfrm>
            <a:off x="643585" y="2434309"/>
            <a:ext cx="3169464" cy="994691"/>
          </a:xfrm>
          <a:prstGeom prst="rect">
            <a:avLst/>
          </a:prstGeom>
        </p:spPr>
        <p:txBody>
          <a:bodyPr vert="horz" wrap="square" lIns="0" tIns="0" rIns="0" bIns="0" rtlCol="0" anchor="t" anchorCtr="0">
            <a:noAutofit/>
          </a:bodyPr>
          <a:lstStyle>
            <a:lvl1pPr marL="0" indent="0" algn="l" defTabSz="736656" rtl="0" eaLnBrk="1" latinLnBrk="0" hangingPunct="1">
              <a:lnSpc>
                <a:spcPct val="10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1pPr>
            <a:lvl2pPr marL="0" indent="0" algn="l" defTabSz="736656" rtl="0" eaLnBrk="1" latinLnBrk="0" hangingPunct="1">
              <a:lnSpc>
                <a:spcPct val="100000"/>
              </a:lnSpc>
              <a:spcBef>
                <a:spcPts val="0"/>
              </a:spcBef>
              <a:spcAft>
                <a:spcPts val="600"/>
              </a:spcAft>
              <a:buFont typeface="Arial" panose="020B0604020202020204" pitchFamily="34" charset="0"/>
              <a:buNone/>
              <a:tabLst/>
              <a:defRPr sz="1400" b="1" kern="1200">
                <a:solidFill>
                  <a:schemeClr val="tx1"/>
                </a:solidFill>
                <a:latin typeface="+mn-lt"/>
                <a:ea typeface="+mn-ea"/>
                <a:cs typeface="+mn-cs"/>
              </a:defRPr>
            </a:lvl2pPr>
            <a:lvl3pPr marL="0" indent="0" algn="l" defTabSz="901700" rtl="0" eaLnBrk="1" latinLnBrk="0" hangingPunct="1">
              <a:lnSpc>
                <a:spcPct val="100000"/>
              </a:lnSpc>
              <a:spcBef>
                <a:spcPts val="0"/>
              </a:spcBef>
              <a:spcAft>
                <a:spcPts val="600"/>
              </a:spcAft>
              <a:buFont typeface="Arial" panose="020B0604020202020204" pitchFamily="34" charset="0"/>
              <a:buNone/>
              <a:defRPr sz="1400" b="1" kern="1200">
                <a:solidFill>
                  <a:schemeClr val="tx1"/>
                </a:solidFill>
                <a:latin typeface="+mn-lt"/>
                <a:ea typeface="+mn-ea"/>
                <a:cs typeface="+mn-cs"/>
              </a:defRPr>
            </a:lvl3pPr>
            <a:lvl4pPr marL="0" indent="0" algn="l" defTabSz="736656" rtl="0" eaLnBrk="1" latinLnBrk="0" hangingPunct="1">
              <a:lnSpc>
                <a:spcPct val="100000"/>
              </a:lnSpc>
              <a:spcBef>
                <a:spcPts val="0"/>
              </a:spcBef>
              <a:spcAft>
                <a:spcPts val="600"/>
              </a:spcAft>
              <a:buFont typeface="Arial" panose="020B0604020202020204" pitchFamily="34" charset="0"/>
              <a:buNone/>
              <a:defRPr lang="en-GB" sz="1400" b="0" kern="1200">
                <a:solidFill>
                  <a:schemeClr val="tx1"/>
                </a:solidFill>
                <a:latin typeface="+mn-lt"/>
                <a:ea typeface="+mn-ea"/>
                <a:cs typeface="+mn-cs"/>
              </a:defRPr>
            </a:lvl4pPr>
            <a:lvl5pPr marL="182563" indent="-182563" algn="l" defTabSz="736656"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5pPr>
            <a:lvl6pPr marL="358775" indent="-176213" algn="l" defTabSz="736656" rtl="0" eaLnBrk="1" latinLnBrk="0" hangingPunct="1">
              <a:lnSpc>
                <a:spcPct val="100000"/>
              </a:lnSpc>
              <a:spcBef>
                <a:spcPts val="0"/>
              </a:spcBef>
              <a:spcAft>
                <a:spcPts val="600"/>
              </a:spcAft>
              <a:buFont typeface="Arial" panose="020B0604020202020204" pitchFamily="34" charset="0"/>
              <a:buChar char="–"/>
              <a:tabLst/>
              <a:defRPr sz="1200" b="0" kern="1200">
                <a:solidFill>
                  <a:schemeClr val="tx1"/>
                </a:solidFill>
                <a:latin typeface="+mn-lt"/>
                <a:ea typeface="+mn-ea"/>
                <a:cs typeface="+mn-cs"/>
              </a:defRPr>
            </a:lvl6pPr>
            <a:lvl7pPr marL="541338" indent="-182563" algn="l" defTabSz="736656" rtl="0" eaLnBrk="1" latinLnBrk="0" hangingPunct="1">
              <a:lnSpc>
                <a:spcPct val="100000"/>
              </a:lnSpc>
              <a:spcBef>
                <a:spcPts val="0"/>
              </a:spcBef>
              <a:spcAft>
                <a:spcPts val="600"/>
              </a:spcAft>
              <a:buFont typeface="Arial" panose="020B0604020202020204" pitchFamily="34" charset="0"/>
              <a:buChar char="–"/>
              <a:defRPr lang="en-GB" sz="1200" b="0" kern="1200">
                <a:solidFill>
                  <a:schemeClr val="tx1"/>
                </a:solidFill>
                <a:latin typeface="+mn-lt"/>
                <a:ea typeface="+mn-ea"/>
                <a:cs typeface="+mn-cs"/>
              </a:defRPr>
            </a:lvl7pPr>
            <a:lvl8pPr marL="266700" indent="-266700" algn="l" defTabSz="736656" rtl="0" eaLnBrk="1" latinLnBrk="0" hangingPunct="1">
              <a:lnSpc>
                <a:spcPct val="100000"/>
              </a:lnSpc>
              <a:spcBef>
                <a:spcPts val="0"/>
              </a:spcBef>
              <a:spcAft>
                <a:spcPts val="600"/>
              </a:spcAft>
              <a:buFont typeface="+mj-lt"/>
              <a:buAutoNum type="arabicPeriod"/>
              <a:defRPr lang="en-GB" sz="1400" b="0" kern="1200">
                <a:solidFill>
                  <a:schemeClr val="tx1"/>
                </a:solidFill>
                <a:latin typeface="+mn-lt"/>
                <a:ea typeface="+mn-ea"/>
                <a:cs typeface="+mn-cs"/>
              </a:defRPr>
            </a:lvl8pPr>
            <a:lvl9pPr marL="541338" indent="-266700" algn="l" defTabSz="736656" rtl="0" eaLnBrk="1" latinLnBrk="0" hangingPunct="1">
              <a:lnSpc>
                <a:spcPct val="100000"/>
              </a:lnSpc>
              <a:spcBef>
                <a:spcPts val="0"/>
              </a:spcBef>
              <a:spcAft>
                <a:spcPts val="600"/>
              </a:spcAft>
              <a:buFont typeface="+mj-lt"/>
              <a:buAutoNum type="alphaLcPeriod"/>
              <a:defRPr lang="en-GB" sz="1400" b="0" kern="1200">
                <a:solidFill>
                  <a:schemeClr val="tx1"/>
                </a:solidFill>
                <a:latin typeface="+mn-lt"/>
                <a:ea typeface="+mn-ea"/>
                <a:cs typeface="+mn-cs"/>
              </a:defRPr>
            </a:lvl9pPr>
          </a:lstStyle>
          <a:p>
            <a:pPr lvl="3" algn="just">
              <a:spcAft>
                <a:spcPts val="1200"/>
              </a:spcAft>
            </a:pPr>
            <a:r>
              <a:rPr lang="pt-BR" sz="1200" b="1" dirty="0"/>
              <a:t>Segregar Despesas</a:t>
            </a:r>
          </a:p>
          <a:p>
            <a:pPr marL="285750" lvl="3" indent="-285750" algn="just">
              <a:spcAft>
                <a:spcPts val="1200"/>
              </a:spcAft>
              <a:buFont typeface="Arial" panose="020B0604020202020204" pitchFamily="34" charset="0"/>
              <a:buChar char="•"/>
            </a:pPr>
            <a:r>
              <a:rPr lang="pt-BR" sz="1200" dirty="0"/>
              <a:t>Separar operacionais de não operacionais na DRE, excluindo: receitas/despesas financeiras, tributos sobre o lucro (IRPJ/CSLL), itens extraordinários, multas indedutíveis e eventos pontuais não relacionados à operação principal.</a:t>
            </a:r>
          </a:p>
        </p:txBody>
      </p:sp>
      <p:sp>
        <p:nvSpPr>
          <p:cNvPr id="13" name="Shape 2">
            <a:extLst>
              <a:ext uri="{FF2B5EF4-FFF2-40B4-BE49-F238E27FC236}">
                <a16:creationId xmlns:a16="http://schemas.microsoft.com/office/drawing/2014/main" id="{6DE1756F-B53B-30BF-08CB-AE00A0BD2C74}"/>
              </a:ext>
            </a:extLst>
          </p:cNvPr>
          <p:cNvSpPr/>
          <p:nvPr/>
        </p:nvSpPr>
        <p:spPr>
          <a:xfrm>
            <a:off x="4031775" y="2291237"/>
            <a:ext cx="365423" cy="365423"/>
          </a:xfrm>
          <a:prstGeom prst="roundRect">
            <a:avLst>
              <a:gd name="adj" fmla="val 40008"/>
            </a:avLst>
          </a:prstGeom>
          <a:solidFill>
            <a:srgbClr val="9581B2"/>
          </a:solidFill>
          <a:ln/>
        </p:spPr>
        <p:txBody>
          <a:bodyPr/>
          <a:lstStyle/>
          <a:p>
            <a:endParaRPr lang="en-US" sz="1500"/>
          </a:p>
        </p:txBody>
      </p:sp>
      <p:sp>
        <p:nvSpPr>
          <p:cNvPr id="14" name="Text 3">
            <a:extLst>
              <a:ext uri="{FF2B5EF4-FFF2-40B4-BE49-F238E27FC236}">
                <a16:creationId xmlns:a16="http://schemas.microsoft.com/office/drawing/2014/main" id="{C98B9372-30C9-C8C3-D5BA-17FA45FFCC38}"/>
              </a:ext>
            </a:extLst>
          </p:cNvPr>
          <p:cNvSpPr/>
          <p:nvPr/>
        </p:nvSpPr>
        <p:spPr>
          <a:xfrm>
            <a:off x="4092645" y="2321647"/>
            <a:ext cx="243582" cy="304503"/>
          </a:xfrm>
          <a:prstGeom prst="rect">
            <a:avLst/>
          </a:prstGeom>
          <a:noFill/>
          <a:ln/>
        </p:spPr>
        <p:txBody>
          <a:bodyPr wrap="none" lIns="0" tIns="0" rIns="0" bIns="0" rtlCol="0" anchor="t"/>
          <a:lstStyle/>
          <a:p>
            <a:pPr algn="ctr">
              <a:lnSpc>
                <a:spcPts val="1917"/>
              </a:lnSpc>
            </a:pPr>
            <a:r>
              <a:rPr lang="pt-BR" sz="1917" dirty="0">
                <a:solidFill>
                  <a:srgbClr val="1E3063"/>
                </a:solidFill>
                <a:latin typeface="Instrument Sans Semi Bold" pitchFamily="34" charset="0"/>
                <a:ea typeface="Instrument Sans Semi Bold" pitchFamily="34" charset="-122"/>
              </a:rPr>
              <a:t>2</a:t>
            </a:r>
            <a:endParaRPr lang="en-US" sz="1917" dirty="0"/>
          </a:p>
        </p:txBody>
      </p:sp>
      <p:sp>
        <p:nvSpPr>
          <p:cNvPr id="15" name="Content Placeholder 5">
            <a:extLst>
              <a:ext uri="{FF2B5EF4-FFF2-40B4-BE49-F238E27FC236}">
                <a16:creationId xmlns:a16="http://schemas.microsoft.com/office/drawing/2014/main" id="{46A1991C-6C48-03A4-FA00-E9D137AFCF72}"/>
              </a:ext>
            </a:extLst>
          </p:cNvPr>
          <p:cNvSpPr txBox="1">
            <a:spLocks/>
          </p:cNvSpPr>
          <p:nvPr/>
        </p:nvSpPr>
        <p:spPr>
          <a:xfrm>
            <a:off x="4444999" y="2434309"/>
            <a:ext cx="3051991" cy="2183411"/>
          </a:xfrm>
          <a:prstGeom prst="rect">
            <a:avLst/>
          </a:prstGeom>
        </p:spPr>
        <p:txBody>
          <a:bodyPr vert="horz" wrap="square" lIns="0" tIns="0" rIns="0" bIns="0" rtlCol="0" anchor="t" anchorCtr="0">
            <a:noAutofit/>
          </a:bodyPr>
          <a:lstStyle>
            <a:lvl1pPr marL="0" indent="0" algn="l" defTabSz="736656" rtl="0" eaLnBrk="1" latinLnBrk="0" hangingPunct="1">
              <a:lnSpc>
                <a:spcPct val="10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1pPr>
            <a:lvl2pPr marL="0" indent="0" algn="l" defTabSz="736656" rtl="0" eaLnBrk="1" latinLnBrk="0" hangingPunct="1">
              <a:lnSpc>
                <a:spcPct val="100000"/>
              </a:lnSpc>
              <a:spcBef>
                <a:spcPts val="0"/>
              </a:spcBef>
              <a:spcAft>
                <a:spcPts val="600"/>
              </a:spcAft>
              <a:buFont typeface="Arial" panose="020B0604020202020204" pitchFamily="34" charset="0"/>
              <a:buNone/>
              <a:tabLst/>
              <a:defRPr sz="1400" b="1" kern="1200">
                <a:solidFill>
                  <a:schemeClr val="tx1"/>
                </a:solidFill>
                <a:latin typeface="+mn-lt"/>
                <a:ea typeface="+mn-ea"/>
                <a:cs typeface="+mn-cs"/>
              </a:defRPr>
            </a:lvl2pPr>
            <a:lvl3pPr marL="0" indent="0" algn="l" defTabSz="901700" rtl="0" eaLnBrk="1" latinLnBrk="0" hangingPunct="1">
              <a:lnSpc>
                <a:spcPct val="100000"/>
              </a:lnSpc>
              <a:spcBef>
                <a:spcPts val="0"/>
              </a:spcBef>
              <a:spcAft>
                <a:spcPts val="600"/>
              </a:spcAft>
              <a:buFont typeface="Arial" panose="020B0604020202020204" pitchFamily="34" charset="0"/>
              <a:buNone/>
              <a:defRPr sz="1400" b="1" kern="1200">
                <a:solidFill>
                  <a:schemeClr val="tx1"/>
                </a:solidFill>
                <a:latin typeface="+mn-lt"/>
                <a:ea typeface="+mn-ea"/>
                <a:cs typeface="+mn-cs"/>
              </a:defRPr>
            </a:lvl3pPr>
            <a:lvl4pPr marL="0" indent="0" algn="l" defTabSz="736656" rtl="0" eaLnBrk="1" latinLnBrk="0" hangingPunct="1">
              <a:lnSpc>
                <a:spcPct val="100000"/>
              </a:lnSpc>
              <a:spcBef>
                <a:spcPts val="0"/>
              </a:spcBef>
              <a:spcAft>
                <a:spcPts val="600"/>
              </a:spcAft>
              <a:buFont typeface="Arial" panose="020B0604020202020204" pitchFamily="34" charset="0"/>
              <a:buNone/>
              <a:defRPr lang="en-GB" sz="1400" b="0" kern="1200">
                <a:solidFill>
                  <a:schemeClr val="tx1"/>
                </a:solidFill>
                <a:latin typeface="+mn-lt"/>
                <a:ea typeface="+mn-ea"/>
                <a:cs typeface="+mn-cs"/>
              </a:defRPr>
            </a:lvl4pPr>
            <a:lvl5pPr marL="182563" indent="-182563" algn="l" defTabSz="736656"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5pPr>
            <a:lvl6pPr marL="358775" indent="-176213" algn="l" defTabSz="736656" rtl="0" eaLnBrk="1" latinLnBrk="0" hangingPunct="1">
              <a:lnSpc>
                <a:spcPct val="100000"/>
              </a:lnSpc>
              <a:spcBef>
                <a:spcPts val="0"/>
              </a:spcBef>
              <a:spcAft>
                <a:spcPts val="600"/>
              </a:spcAft>
              <a:buFont typeface="Arial" panose="020B0604020202020204" pitchFamily="34" charset="0"/>
              <a:buChar char="–"/>
              <a:tabLst/>
              <a:defRPr sz="1200" b="0" kern="1200">
                <a:solidFill>
                  <a:schemeClr val="tx1"/>
                </a:solidFill>
                <a:latin typeface="+mn-lt"/>
                <a:ea typeface="+mn-ea"/>
                <a:cs typeface="+mn-cs"/>
              </a:defRPr>
            </a:lvl6pPr>
            <a:lvl7pPr marL="541338" indent="-182563" algn="l" defTabSz="736656" rtl="0" eaLnBrk="1" latinLnBrk="0" hangingPunct="1">
              <a:lnSpc>
                <a:spcPct val="100000"/>
              </a:lnSpc>
              <a:spcBef>
                <a:spcPts val="0"/>
              </a:spcBef>
              <a:spcAft>
                <a:spcPts val="600"/>
              </a:spcAft>
              <a:buFont typeface="Arial" panose="020B0604020202020204" pitchFamily="34" charset="0"/>
              <a:buChar char="–"/>
              <a:defRPr lang="en-GB" sz="1200" b="0" kern="1200">
                <a:solidFill>
                  <a:schemeClr val="tx1"/>
                </a:solidFill>
                <a:latin typeface="+mn-lt"/>
                <a:ea typeface="+mn-ea"/>
                <a:cs typeface="+mn-cs"/>
              </a:defRPr>
            </a:lvl7pPr>
            <a:lvl8pPr marL="266700" indent="-266700" algn="l" defTabSz="736656" rtl="0" eaLnBrk="1" latinLnBrk="0" hangingPunct="1">
              <a:lnSpc>
                <a:spcPct val="100000"/>
              </a:lnSpc>
              <a:spcBef>
                <a:spcPts val="0"/>
              </a:spcBef>
              <a:spcAft>
                <a:spcPts val="600"/>
              </a:spcAft>
              <a:buFont typeface="+mj-lt"/>
              <a:buAutoNum type="arabicPeriod"/>
              <a:defRPr lang="en-GB" sz="1400" b="0" kern="1200">
                <a:solidFill>
                  <a:schemeClr val="tx1"/>
                </a:solidFill>
                <a:latin typeface="+mn-lt"/>
                <a:ea typeface="+mn-ea"/>
                <a:cs typeface="+mn-cs"/>
              </a:defRPr>
            </a:lvl8pPr>
            <a:lvl9pPr marL="541338" indent="-266700" algn="l" defTabSz="736656" rtl="0" eaLnBrk="1" latinLnBrk="0" hangingPunct="1">
              <a:lnSpc>
                <a:spcPct val="100000"/>
              </a:lnSpc>
              <a:spcBef>
                <a:spcPts val="0"/>
              </a:spcBef>
              <a:spcAft>
                <a:spcPts val="600"/>
              </a:spcAft>
              <a:buFont typeface="+mj-lt"/>
              <a:buAutoNum type="alphaLcPeriod"/>
              <a:defRPr lang="en-GB" sz="1400" b="0" kern="1200">
                <a:solidFill>
                  <a:schemeClr val="tx1"/>
                </a:solidFill>
                <a:latin typeface="+mn-lt"/>
                <a:ea typeface="+mn-ea"/>
                <a:cs typeface="+mn-cs"/>
              </a:defRPr>
            </a:lvl9pPr>
          </a:lstStyle>
          <a:p>
            <a:pPr lvl="3" algn="just">
              <a:spcAft>
                <a:spcPts val="1200"/>
              </a:spcAft>
            </a:pPr>
            <a:r>
              <a:rPr lang="pt-BR" sz="1200" b="1" dirty="0"/>
              <a:t>Mapear Centros de Custo</a:t>
            </a:r>
          </a:p>
          <a:p>
            <a:pPr marL="285750" lvl="3" indent="-285750" algn="just">
              <a:spcAft>
                <a:spcPts val="1200"/>
              </a:spcAft>
              <a:buFont typeface="Arial" panose="020B0604020202020204" pitchFamily="34" charset="0"/>
              <a:buChar char="•"/>
            </a:pPr>
            <a:r>
              <a:rPr lang="pt-BR" sz="1200" dirty="0"/>
              <a:t>Identificar e alocar custos diretos e indiretos vinculados à transação testada. Este mapeamento permite segregar resultados de partes relacionadas das operações com terceiros, garantindo que o indicador de rentabilidade reflita exclusivamente a função analisada.</a:t>
            </a:r>
          </a:p>
        </p:txBody>
      </p:sp>
      <p:sp>
        <p:nvSpPr>
          <p:cNvPr id="16" name="Shape 2">
            <a:extLst>
              <a:ext uri="{FF2B5EF4-FFF2-40B4-BE49-F238E27FC236}">
                <a16:creationId xmlns:a16="http://schemas.microsoft.com/office/drawing/2014/main" id="{CD5BF7D3-891F-F881-D3A0-6E2BCF699421}"/>
              </a:ext>
            </a:extLst>
          </p:cNvPr>
          <p:cNvSpPr/>
          <p:nvPr/>
        </p:nvSpPr>
        <p:spPr>
          <a:xfrm>
            <a:off x="7904836" y="2291237"/>
            <a:ext cx="365423" cy="365423"/>
          </a:xfrm>
          <a:prstGeom prst="roundRect">
            <a:avLst>
              <a:gd name="adj" fmla="val 40008"/>
            </a:avLst>
          </a:prstGeom>
          <a:solidFill>
            <a:srgbClr val="9581B2"/>
          </a:solidFill>
          <a:ln/>
        </p:spPr>
        <p:txBody>
          <a:bodyPr/>
          <a:lstStyle/>
          <a:p>
            <a:endParaRPr lang="en-US" sz="1500"/>
          </a:p>
        </p:txBody>
      </p:sp>
      <p:sp>
        <p:nvSpPr>
          <p:cNvPr id="17" name="Text 3">
            <a:extLst>
              <a:ext uri="{FF2B5EF4-FFF2-40B4-BE49-F238E27FC236}">
                <a16:creationId xmlns:a16="http://schemas.microsoft.com/office/drawing/2014/main" id="{09CAB5BA-CFE2-0E41-84C1-3ECA6F997B76}"/>
              </a:ext>
            </a:extLst>
          </p:cNvPr>
          <p:cNvSpPr/>
          <p:nvPr/>
        </p:nvSpPr>
        <p:spPr>
          <a:xfrm>
            <a:off x="7965706" y="2321647"/>
            <a:ext cx="243582" cy="304503"/>
          </a:xfrm>
          <a:prstGeom prst="rect">
            <a:avLst/>
          </a:prstGeom>
          <a:noFill/>
          <a:ln/>
        </p:spPr>
        <p:txBody>
          <a:bodyPr wrap="none" lIns="0" tIns="0" rIns="0" bIns="0" rtlCol="0" anchor="t"/>
          <a:lstStyle/>
          <a:p>
            <a:pPr algn="ctr">
              <a:lnSpc>
                <a:spcPts val="1917"/>
              </a:lnSpc>
            </a:pPr>
            <a:r>
              <a:rPr lang="pt-BR" sz="1917" dirty="0">
                <a:solidFill>
                  <a:srgbClr val="1E3063"/>
                </a:solidFill>
                <a:latin typeface="Instrument Sans Semi Bold" pitchFamily="34" charset="0"/>
                <a:ea typeface="Instrument Sans Semi Bold" pitchFamily="34" charset="-122"/>
              </a:rPr>
              <a:t>3</a:t>
            </a:r>
            <a:endParaRPr lang="en-US" sz="1917" dirty="0"/>
          </a:p>
        </p:txBody>
      </p:sp>
      <p:sp>
        <p:nvSpPr>
          <p:cNvPr id="18" name="Content Placeholder 5">
            <a:extLst>
              <a:ext uri="{FF2B5EF4-FFF2-40B4-BE49-F238E27FC236}">
                <a16:creationId xmlns:a16="http://schemas.microsoft.com/office/drawing/2014/main" id="{D6E368D6-121F-30DA-962A-35D71F10351D}"/>
              </a:ext>
            </a:extLst>
          </p:cNvPr>
          <p:cNvSpPr txBox="1">
            <a:spLocks/>
          </p:cNvSpPr>
          <p:nvPr/>
        </p:nvSpPr>
        <p:spPr>
          <a:xfrm>
            <a:off x="8299338" y="2434310"/>
            <a:ext cx="3661758" cy="1916780"/>
          </a:xfrm>
          <a:prstGeom prst="rect">
            <a:avLst/>
          </a:prstGeom>
        </p:spPr>
        <p:txBody>
          <a:bodyPr vert="horz" wrap="square" lIns="0" tIns="0" rIns="0" bIns="0" rtlCol="0" anchor="t" anchorCtr="0">
            <a:noAutofit/>
          </a:bodyPr>
          <a:lstStyle>
            <a:lvl1pPr marL="0" indent="0" algn="l" defTabSz="736656" rtl="0" eaLnBrk="1" latinLnBrk="0" hangingPunct="1">
              <a:lnSpc>
                <a:spcPct val="10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1pPr>
            <a:lvl2pPr marL="0" indent="0" algn="l" defTabSz="736656" rtl="0" eaLnBrk="1" latinLnBrk="0" hangingPunct="1">
              <a:lnSpc>
                <a:spcPct val="100000"/>
              </a:lnSpc>
              <a:spcBef>
                <a:spcPts val="0"/>
              </a:spcBef>
              <a:spcAft>
                <a:spcPts val="600"/>
              </a:spcAft>
              <a:buFont typeface="Arial" panose="020B0604020202020204" pitchFamily="34" charset="0"/>
              <a:buNone/>
              <a:tabLst/>
              <a:defRPr sz="1400" b="1" kern="1200">
                <a:solidFill>
                  <a:schemeClr val="tx1"/>
                </a:solidFill>
                <a:latin typeface="+mn-lt"/>
                <a:ea typeface="+mn-ea"/>
                <a:cs typeface="+mn-cs"/>
              </a:defRPr>
            </a:lvl2pPr>
            <a:lvl3pPr marL="0" indent="0" algn="l" defTabSz="901700" rtl="0" eaLnBrk="1" latinLnBrk="0" hangingPunct="1">
              <a:lnSpc>
                <a:spcPct val="100000"/>
              </a:lnSpc>
              <a:spcBef>
                <a:spcPts val="0"/>
              </a:spcBef>
              <a:spcAft>
                <a:spcPts val="600"/>
              </a:spcAft>
              <a:buFont typeface="Arial" panose="020B0604020202020204" pitchFamily="34" charset="0"/>
              <a:buNone/>
              <a:defRPr sz="1400" b="1" kern="1200">
                <a:solidFill>
                  <a:schemeClr val="tx1"/>
                </a:solidFill>
                <a:latin typeface="+mn-lt"/>
                <a:ea typeface="+mn-ea"/>
                <a:cs typeface="+mn-cs"/>
              </a:defRPr>
            </a:lvl3pPr>
            <a:lvl4pPr marL="0" indent="0" algn="l" defTabSz="736656" rtl="0" eaLnBrk="1" latinLnBrk="0" hangingPunct="1">
              <a:lnSpc>
                <a:spcPct val="100000"/>
              </a:lnSpc>
              <a:spcBef>
                <a:spcPts val="0"/>
              </a:spcBef>
              <a:spcAft>
                <a:spcPts val="600"/>
              </a:spcAft>
              <a:buFont typeface="Arial" panose="020B0604020202020204" pitchFamily="34" charset="0"/>
              <a:buNone/>
              <a:defRPr lang="en-GB" sz="1400" b="0" kern="1200">
                <a:solidFill>
                  <a:schemeClr val="tx1"/>
                </a:solidFill>
                <a:latin typeface="+mn-lt"/>
                <a:ea typeface="+mn-ea"/>
                <a:cs typeface="+mn-cs"/>
              </a:defRPr>
            </a:lvl4pPr>
            <a:lvl5pPr marL="182563" indent="-182563" algn="l" defTabSz="736656"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5pPr>
            <a:lvl6pPr marL="358775" indent="-176213" algn="l" defTabSz="736656" rtl="0" eaLnBrk="1" latinLnBrk="0" hangingPunct="1">
              <a:lnSpc>
                <a:spcPct val="100000"/>
              </a:lnSpc>
              <a:spcBef>
                <a:spcPts val="0"/>
              </a:spcBef>
              <a:spcAft>
                <a:spcPts val="600"/>
              </a:spcAft>
              <a:buFont typeface="Arial" panose="020B0604020202020204" pitchFamily="34" charset="0"/>
              <a:buChar char="–"/>
              <a:tabLst/>
              <a:defRPr sz="1200" b="0" kern="1200">
                <a:solidFill>
                  <a:schemeClr val="tx1"/>
                </a:solidFill>
                <a:latin typeface="+mn-lt"/>
                <a:ea typeface="+mn-ea"/>
                <a:cs typeface="+mn-cs"/>
              </a:defRPr>
            </a:lvl6pPr>
            <a:lvl7pPr marL="541338" indent="-182563" algn="l" defTabSz="736656" rtl="0" eaLnBrk="1" latinLnBrk="0" hangingPunct="1">
              <a:lnSpc>
                <a:spcPct val="100000"/>
              </a:lnSpc>
              <a:spcBef>
                <a:spcPts val="0"/>
              </a:spcBef>
              <a:spcAft>
                <a:spcPts val="600"/>
              </a:spcAft>
              <a:buFont typeface="Arial" panose="020B0604020202020204" pitchFamily="34" charset="0"/>
              <a:buChar char="–"/>
              <a:defRPr lang="en-GB" sz="1200" b="0" kern="1200">
                <a:solidFill>
                  <a:schemeClr val="tx1"/>
                </a:solidFill>
                <a:latin typeface="+mn-lt"/>
                <a:ea typeface="+mn-ea"/>
                <a:cs typeface="+mn-cs"/>
              </a:defRPr>
            </a:lvl7pPr>
            <a:lvl8pPr marL="266700" indent="-266700" algn="l" defTabSz="736656" rtl="0" eaLnBrk="1" latinLnBrk="0" hangingPunct="1">
              <a:lnSpc>
                <a:spcPct val="100000"/>
              </a:lnSpc>
              <a:spcBef>
                <a:spcPts val="0"/>
              </a:spcBef>
              <a:spcAft>
                <a:spcPts val="600"/>
              </a:spcAft>
              <a:buFont typeface="+mj-lt"/>
              <a:buAutoNum type="arabicPeriod"/>
              <a:defRPr lang="en-GB" sz="1400" b="0" kern="1200">
                <a:solidFill>
                  <a:schemeClr val="tx1"/>
                </a:solidFill>
                <a:latin typeface="+mn-lt"/>
                <a:ea typeface="+mn-ea"/>
                <a:cs typeface="+mn-cs"/>
              </a:defRPr>
            </a:lvl8pPr>
            <a:lvl9pPr marL="541338" indent="-266700" algn="l" defTabSz="736656" rtl="0" eaLnBrk="1" latinLnBrk="0" hangingPunct="1">
              <a:lnSpc>
                <a:spcPct val="100000"/>
              </a:lnSpc>
              <a:spcBef>
                <a:spcPts val="0"/>
              </a:spcBef>
              <a:spcAft>
                <a:spcPts val="600"/>
              </a:spcAft>
              <a:buFont typeface="+mj-lt"/>
              <a:buAutoNum type="alphaLcPeriod"/>
              <a:defRPr lang="en-GB" sz="1400" b="0" kern="1200">
                <a:solidFill>
                  <a:schemeClr val="tx1"/>
                </a:solidFill>
                <a:latin typeface="+mn-lt"/>
                <a:ea typeface="+mn-ea"/>
                <a:cs typeface="+mn-cs"/>
              </a:defRPr>
            </a:lvl9pPr>
          </a:lstStyle>
          <a:p>
            <a:pPr lvl="3" algn="just">
              <a:spcAft>
                <a:spcPts val="1200"/>
              </a:spcAft>
            </a:pPr>
            <a:r>
              <a:rPr lang="pt-BR" sz="1200" b="1" dirty="0"/>
              <a:t>Alinhar Contabilidades</a:t>
            </a:r>
          </a:p>
          <a:p>
            <a:pPr marL="285750" lvl="3" indent="-285750" algn="just">
              <a:spcAft>
                <a:spcPts val="1200"/>
              </a:spcAft>
              <a:buFont typeface="Arial" panose="020B0604020202020204" pitchFamily="34" charset="0"/>
              <a:buChar char="•"/>
            </a:pPr>
            <a:r>
              <a:rPr lang="pt-BR" sz="1200" dirty="0"/>
              <a:t>Garantir a comparabilidade entre os números da parte testada e o benchmark por meio de ajustes de normalização. Este processo elimina disparidades causadas por diferentes critérios de depreciação, avaliação de estoques ou reconhecimento de receitas, assegurando que as margens sejam analisadas sob a mesma base contábil, conforme o Art. 21 da IN RFB nº 2.161/23.</a:t>
            </a:r>
          </a:p>
        </p:txBody>
      </p:sp>
      <p:sp>
        <p:nvSpPr>
          <p:cNvPr id="19" name="Shape 14">
            <a:extLst>
              <a:ext uri="{FF2B5EF4-FFF2-40B4-BE49-F238E27FC236}">
                <a16:creationId xmlns:a16="http://schemas.microsoft.com/office/drawing/2014/main" id="{5CC02FB3-7B5F-35BA-9189-29080F85FD7F}"/>
              </a:ext>
            </a:extLst>
          </p:cNvPr>
          <p:cNvSpPr/>
          <p:nvPr/>
        </p:nvSpPr>
        <p:spPr>
          <a:xfrm>
            <a:off x="568525" y="4870450"/>
            <a:ext cx="10587156" cy="1111647"/>
          </a:xfrm>
          <a:prstGeom prst="roundRect">
            <a:avLst>
              <a:gd name="adj" fmla="val 13151"/>
            </a:avLst>
          </a:prstGeom>
          <a:solidFill>
            <a:srgbClr val="554370"/>
          </a:solidFill>
          <a:ln/>
        </p:spPr>
        <p:txBody>
          <a:bodyPr/>
          <a:lstStyle/>
          <a:p>
            <a:endParaRPr lang="en-US" sz="1500"/>
          </a:p>
        </p:txBody>
      </p:sp>
      <p:sp>
        <p:nvSpPr>
          <p:cNvPr id="20" name="Content Placeholder 5">
            <a:extLst>
              <a:ext uri="{FF2B5EF4-FFF2-40B4-BE49-F238E27FC236}">
                <a16:creationId xmlns:a16="http://schemas.microsoft.com/office/drawing/2014/main" id="{FBE6A153-C36A-3F1D-7E58-059C45CD19D6}"/>
              </a:ext>
            </a:extLst>
          </p:cNvPr>
          <p:cNvSpPr txBox="1">
            <a:spLocks/>
          </p:cNvSpPr>
          <p:nvPr/>
        </p:nvSpPr>
        <p:spPr>
          <a:xfrm>
            <a:off x="1036320" y="5122548"/>
            <a:ext cx="9854184" cy="784476"/>
          </a:xfrm>
          <a:prstGeom prst="rect">
            <a:avLst/>
          </a:prstGeom>
        </p:spPr>
        <p:txBody>
          <a:bodyPr vert="horz" wrap="square" lIns="0" tIns="0" rIns="0" bIns="0" rtlCol="0" anchor="t" anchorCtr="0">
            <a:noAutofit/>
          </a:bodyPr>
          <a:lstStyle>
            <a:lvl1pPr marL="0" indent="0" algn="l" defTabSz="736656" rtl="0" eaLnBrk="1" latinLnBrk="0" hangingPunct="1">
              <a:lnSpc>
                <a:spcPct val="10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1pPr>
            <a:lvl2pPr marL="0" indent="0" algn="l" defTabSz="736656" rtl="0" eaLnBrk="1" latinLnBrk="0" hangingPunct="1">
              <a:lnSpc>
                <a:spcPct val="100000"/>
              </a:lnSpc>
              <a:spcBef>
                <a:spcPts val="0"/>
              </a:spcBef>
              <a:spcAft>
                <a:spcPts val="600"/>
              </a:spcAft>
              <a:buFont typeface="Arial" panose="020B0604020202020204" pitchFamily="34" charset="0"/>
              <a:buNone/>
              <a:tabLst/>
              <a:defRPr sz="1400" b="1" kern="1200">
                <a:solidFill>
                  <a:schemeClr val="tx1"/>
                </a:solidFill>
                <a:latin typeface="+mn-lt"/>
                <a:ea typeface="+mn-ea"/>
                <a:cs typeface="+mn-cs"/>
              </a:defRPr>
            </a:lvl2pPr>
            <a:lvl3pPr marL="0" indent="0" algn="l" defTabSz="901700" rtl="0" eaLnBrk="1" latinLnBrk="0" hangingPunct="1">
              <a:lnSpc>
                <a:spcPct val="100000"/>
              </a:lnSpc>
              <a:spcBef>
                <a:spcPts val="0"/>
              </a:spcBef>
              <a:spcAft>
                <a:spcPts val="600"/>
              </a:spcAft>
              <a:buFont typeface="Arial" panose="020B0604020202020204" pitchFamily="34" charset="0"/>
              <a:buNone/>
              <a:defRPr sz="1400" b="1" kern="1200">
                <a:solidFill>
                  <a:schemeClr val="tx1"/>
                </a:solidFill>
                <a:latin typeface="+mn-lt"/>
                <a:ea typeface="+mn-ea"/>
                <a:cs typeface="+mn-cs"/>
              </a:defRPr>
            </a:lvl3pPr>
            <a:lvl4pPr marL="0" indent="0" algn="l" defTabSz="736656" rtl="0" eaLnBrk="1" latinLnBrk="0" hangingPunct="1">
              <a:lnSpc>
                <a:spcPct val="100000"/>
              </a:lnSpc>
              <a:spcBef>
                <a:spcPts val="0"/>
              </a:spcBef>
              <a:spcAft>
                <a:spcPts val="600"/>
              </a:spcAft>
              <a:buFont typeface="Arial" panose="020B0604020202020204" pitchFamily="34" charset="0"/>
              <a:buNone/>
              <a:defRPr lang="en-GB" sz="1400" b="0" kern="1200">
                <a:solidFill>
                  <a:schemeClr val="tx1"/>
                </a:solidFill>
                <a:latin typeface="+mn-lt"/>
                <a:ea typeface="+mn-ea"/>
                <a:cs typeface="+mn-cs"/>
              </a:defRPr>
            </a:lvl4pPr>
            <a:lvl5pPr marL="182563" indent="-182563" algn="l" defTabSz="736656"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5pPr>
            <a:lvl6pPr marL="358775" indent="-176213" algn="l" defTabSz="736656" rtl="0" eaLnBrk="1" latinLnBrk="0" hangingPunct="1">
              <a:lnSpc>
                <a:spcPct val="100000"/>
              </a:lnSpc>
              <a:spcBef>
                <a:spcPts val="0"/>
              </a:spcBef>
              <a:spcAft>
                <a:spcPts val="600"/>
              </a:spcAft>
              <a:buFont typeface="Arial" panose="020B0604020202020204" pitchFamily="34" charset="0"/>
              <a:buChar char="–"/>
              <a:tabLst/>
              <a:defRPr sz="1200" b="0" kern="1200">
                <a:solidFill>
                  <a:schemeClr val="tx1"/>
                </a:solidFill>
                <a:latin typeface="+mn-lt"/>
                <a:ea typeface="+mn-ea"/>
                <a:cs typeface="+mn-cs"/>
              </a:defRPr>
            </a:lvl6pPr>
            <a:lvl7pPr marL="541338" indent="-182563" algn="l" defTabSz="736656" rtl="0" eaLnBrk="1" latinLnBrk="0" hangingPunct="1">
              <a:lnSpc>
                <a:spcPct val="100000"/>
              </a:lnSpc>
              <a:spcBef>
                <a:spcPts val="0"/>
              </a:spcBef>
              <a:spcAft>
                <a:spcPts val="600"/>
              </a:spcAft>
              <a:buFont typeface="Arial" panose="020B0604020202020204" pitchFamily="34" charset="0"/>
              <a:buChar char="–"/>
              <a:defRPr lang="en-GB" sz="1200" b="0" kern="1200">
                <a:solidFill>
                  <a:schemeClr val="tx1"/>
                </a:solidFill>
                <a:latin typeface="+mn-lt"/>
                <a:ea typeface="+mn-ea"/>
                <a:cs typeface="+mn-cs"/>
              </a:defRPr>
            </a:lvl7pPr>
            <a:lvl8pPr marL="266700" indent="-266700" algn="l" defTabSz="736656" rtl="0" eaLnBrk="1" latinLnBrk="0" hangingPunct="1">
              <a:lnSpc>
                <a:spcPct val="100000"/>
              </a:lnSpc>
              <a:spcBef>
                <a:spcPts val="0"/>
              </a:spcBef>
              <a:spcAft>
                <a:spcPts val="600"/>
              </a:spcAft>
              <a:buFont typeface="+mj-lt"/>
              <a:buAutoNum type="arabicPeriod"/>
              <a:defRPr lang="en-GB" sz="1400" b="0" kern="1200">
                <a:solidFill>
                  <a:schemeClr val="tx1"/>
                </a:solidFill>
                <a:latin typeface="+mn-lt"/>
                <a:ea typeface="+mn-ea"/>
                <a:cs typeface="+mn-cs"/>
              </a:defRPr>
            </a:lvl8pPr>
            <a:lvl9pPr marL="541338" indent="-266700" algn="l" defTabSz="736656" rtl="0" eaLnBrk="1" latinLnBrk="0" hangingPunct="1">
              <a:lnSpc>
                <a:spcPct val="100000"/>
              </a:lnSpc>
              <a:spcBef>
                <a:spcPts val="0"/>
              </a:spcBef>
              <a:spcAft>
                <a:spcPts val="600"/>
              </a:spcAft>
              <a:buFont typeface="+mj-lt"/>
              <a:buAutoNum type="alphaLcPeriod"/>
              <a:defRPr lang="en-GB" sz="1400" b="0" kern="1200">
                <a:solidFill>
                  <a:schemeClr val="tx1"/>
                </a:solidFill>
                <a:latin typeface="+mn-lt"/>
                <a:ea typeface="+mn-ea"/>
                <a:cs typeface="+mn-cs"/>
              </a:defRPr>
            </a:lvl9pPr>
          </a:lstStyle>
          <a:p>
            <a:pPr lvl="3" algn="just">
              <a:spcAft>
                <a:spcPts val="1200"/>
              </a:spcAft>
            </a:pPr>
            <a:r>
              <a:rPr lang="pt-BR" sz="1200" dirty="0"/>
              <a:t>A IFRS 18 substituirá a IAS 1 a partir de 2027, introduzindo categorias rígidas na DRE (Operacional, Investimento e Financiamento). No Preço de Transferência, ela facilitará o alinhamento contábil ao padronizar o Lucro Operacional global, reduzindo discrepâncias subjetivas na segregação de despesas e aumentando a precisão dos indicadores de rentabilidade (</a:t>
            </a:r>
            <a:r>
              <a:rPr lang="pt-BR" sz="1200" dirty="0" err="1"/>
              <a:t>PLIs</a:t>
            </a:r>
            <a:r>
              <a:rPr lang="pt-BR" sz="1200" dirty="0"/>
              <a:t>) entre a parte testada e o benchmark.</a:t>
            </a:r>
          </a:p>
        </p:txBody>
      </p:sp>
      <p:pic>
        <p:nvPicPr>
          <p:cNvPr id="22" name="Image 0" descr="preencoded.png">
            <a:extLst>
              <a:ext uri="{FF2B5EF4-FFF2-40B4-BE49-F238E27FC236}">
                <a16:creationId xmlns:a16="http://schemas.microsoft.com/office/drawing/2014/main" id="{5D64CF6E-B749-0750-B970-BB5A4DC3FB3D}"/>
              </a:ext>
            </a:extLst>
          </p:cNvPr>
          <p:cNvPicPr>
            <a:picLocks noChangeAspect="1"/>
          </p:cNvPicPr>
          <p:nvPr/>
        </p:nvPicPr>
        <p:blipFill>
          <a:blip r:embed="rId5"/>
          <a:stretch>
            <a:fillRect/>
          </a:stretch>
        </p:blipFill>
        <p:spPr>
          <a:xfrm>
            <a:off x="670100" y="4954338"/>
            <a:ext cx="203002" cy="162421"/>
          </a:xfrm>
          <a:prstGeom prst="rect">
            <a:avLst/>
          </a:prstGeom>
        </p:spPr>
      </p:pic>
      <p:pic>
        <p:nvPicPr>
          <p:cNvPr id="24" name="Imagem 23">
            <a:extLst>
              <a:ext uri="{FF2B5EF4-FFF2-40B4-BE49-F238E27FC236}">
                <a16:creationId xmlns:a16="http://schemas.microsoft.com/office/drawing/2014/main" id="{C1A3AAA8-460B-E903-42DB-9F5529D7DE6B}"/>
              </a:ext>
            </a:extLst>
          </p:cNvPr>
          <p:cNvPicPr>
            <a:picLocks noGrp="1" noRot="1" noChangeAspect="1" noMove="1" noResize="1" noEditPoints="1" noAdjustHandles="1" noChangeArrowheads="1" noChangeShapeType="1" noCrop="1"/>
          </p:cNvPicPr>
          <p:nvPr/>
        </p:nvPicPr>
        <p:blipFill>
          <a:blip r:embed="rId6"/>
          <a:stretch>
            <a:fillRect/>
          </a:stretch>
        </p:blipFill>
        <p:spPr>
          <a:xfrm>
            <a:off x="422569" y="6488770"/>
            <a:ext cx="5439534" cy="152421"/>
          </a:xfrm>
          <a:prstGeom prst="rect">
            <a:avLst/>
          </a:prstGeom>
        </p:spPr>
      </p:pic>
    </p:spTree>
    <p:extLst>
      <p:ext uri="{BB962C8B-B14F-4D97-AF65-F5344CB8AC3E}">
        <p14:creationId xmlns:p14="http://schemas.microsoft.com/office/powerpoint/2010/main" val="22351123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DD211-AB02-E231-D6DE-EF0F49191E6B}"/>
            </a:ext>
          </a:extLst>
        </p:cNvPr>
        <p:cNvGrpSpPr/>
        <p:nvPr/>
      </p:nvGrpSpPr>
      <p:grpSpPr>
        <a:xfrm>
          <a:off x="0" y="0"/>
          <a:ext cx="0" cy="0"/>
          <a:chOff x="0" y="0"/>
          <a:chExt cx="0" cy="0"/>
        </a:xfrm>
      </p:grpSpPr>
      <p:pic>
        <p:nvPicPr>
          <p:cNvPr id="38" name="Imagem 37">
            <a:extLst>
              <a:ext uri="{FF2B5EF4-FFF2-40B4-BE49-F238E27FC236}">
                <a16:creationId xmlns:a16="http://schemas.microsoft.com/office/drawing/2014/main" id="{DB89B040-E74F-516E-E372-947592BEE7E8}"/>
              </a:ext>
            </a:extLst>
          </p:cNvPr>
          <p:cNvPicPr>
            <a:picLocks noGrp="1" noRot="1" noChangeAspect="1" noMove="1" noResize="1" noEditPoints="1" noAdjustHandles="1" noChangeArrowheads="1" noChangeShapeType="1" noCrop="1"/>
          </p:cNvPicPr>
          <p:nvPr/>
        </p:nvPicPr>
        <p:blipFill>
          <a:blip r:embed="rId3"/>
          <a:stretch>
            <a:fillRect/>
          </a:stretch>
        </p:blipFill>
        <p:spPr>
          <a:xfrm>
            <a:off x="482714" y="6477000"/>
            <a:ext cx="5258534" cy="171474"/>
          </a:xfrm>
          <a:prstGeom prst="rect">
            <a:avLst/>
          </a:prstGeom>
        </p:spPr>
      </p:pic>
      <p:sp>
        <p:nvSpPr>
          <p:cNvPr id="34" name="Retângulo: Cantos Arredondados 33">
            <a:extLst>
              <a:ext uri="{FF2B5EF4-FFF2-40B4-BE49-F238E27FC236}">
                <a16:creationId xmlns:a16="http://schemas.microsoft.com/office/drawing/2014/main" id="{E7BF5419-323A-2188-7D4F-92D70830ECB2}"/>
              </a:ext>
            </a:extLst>
          </p:cNvPr>
          <p:cNvSpPr/>
          <p:nvPr/>
        </p:nvSpPr>
        <p:spPr>
          <a:xfrm>
            <a:off x="6121621" y="2918818"/>
            <a:ext cx="690562" cy="86121"/>
          </a:xfrm>
          <a:prstGeom prst="round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l"/>
            <a:r>
              <a:rPr lang="pt-BR" dirty="0">
                <a:solidFill>
                  <a:schemeClr val="bg1"/>
                </a:solidFill>
              </a:rPr>
              <a:t>,</a:t>
            </a:r>
            <a:endParaRPr lang="en-US" dirty="0">
              <a:solidFill>
                <a:schemeClr val="bg1"/>
              </a:solidFill>
            </a:endParaRPr>
          </a:p>
        </p:txBody>
      </p:sp>
      <p:sp>
        <p:nvSpPr>
          <p:cNvPr id="35" name="Retângulo: Cantos Arredondados 34">
            <a:extLst>
              <a:ext uri="{FF2B5EF4-FFF2-40B4-BE49-F238E27FC236}">
                <a16:creationId xmlns:a16="http://schemas.microsoft.com/office/drawing/2014/main" id="{25C25CDC-860C-0E26-6EF1-9C3C3DFC3BF0}"/>
              </a:ext>
            </a:extLst>
          </p:cNvPr>
          <p:cNvSpPr/>
          <p:nvPr/>
        </p:nvSpPr>
        <p:spPr>
          <a:xfrm>
            <a:off x="5378393" y="3786983"/>
            <a:ext cx="690562" cy="86121"/>
          </a:xfrm>
          <a:prstGeom prst="round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l"/>
            <a:endParaRPr lang="en-US">
              <a:solidFill>
                <a:schemeClr val="bg1"/>
              </a:solidFill>
            </a:endParaRPr>
          </a:p>
        </p:txBody>
      </p:sp>
      <p:sp>
        <p:nvSpPr>
          <p:cNvPr id="36" name="Retângulo: Cantos Arredondados 35">
            <a:extLst>
              <a:ext uri="{FF2B5EF4-FFF2-40B4-BE49-F238E27FC236}">
                <a16:creationId xmlns:a16="http://schemas.microsoft.com/office/drawing/2014/main" id="{30B8A48E-4025-702D-5C14-B1C63AF7CF99}"/>
              </a:ext>
            </a:extLst>
          </p:cNvPr>
          <p:cNvSpPr/>
          <p:nvPr/>
        </p:nvSpPr>
        <p:spPr>
          <a:xfrm>
            <a:off x="6111880" y="4655940"/>
            <a:ext cx="690562" cy="86121"/>
          </a:xfrm>
          <a:prstGeom prst="round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l"/>
            <a:endParaRPr lang="en-US">
              <a:solidFill>
                <a:schemeClr val="bg1"/>
              </a:solidFill>
            </a:endParaRPr>
          </a:p>
        </p:txBody>
      </p:sp>
      <p:sp>
        <p:nvSpPr>
          <p:cNvPr id="33" name="Retângulo: Cantos Arredondados 32">
            <a:extLst>
              <a:ext uri="{FF2B5EF4-FFF2-40B4-BE49-F238E27FC236}">
                <a16:creationId xmlns:a16="http://schemas.microsoft.com/office/drawing/2014/main" id="{5E9B7F25-18E2-177C-62B1-5430AB0D34B1}"/>
              </a:ext>
            </a:extLst>
          </p:cNvPr>
          <p:cNvSpPr/>
          <p:nvPr/>
        </p:nvSpPr>
        <p:spPr>
          <a:xfrm>
            <a:off x="5362882" y="1919434"/>
            <a:ext cx="690562" cy="86121"/>
          </a:xfrm>
          <a:prstGeom prst="round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l"/>
            <a:endParaRPr lang="en-US">
              <a:solidFill>
                <a:schemeClr val="bg1"/>
              </a:solidFill>
            </a:endParaRPr>
          </a:p>
        </p:txBody>
      </p:sp>
      <p:grpSp>
        <p:nvGrpSpPr>
          <p:cNvPr id="29" name="Agrupar 28">
            <a:extLst>
              <a:ext uri="{FF2B5EF4-FFF2-40B4-BE49-F238E27FC236}">
                <a16:creationId xmlns:a16="http://schemas.microsoft.com/office/drawing/2014/main" id="{E1D7CF50-20C4-2A11-96D2-FE977F951B1B}"/>
              </a:ext>
            </a:extLst>
          </p:cNvPr>
          <p:cNvGrpSpPr/>
          <p:nvPr/>
        </p:nvGrpSpPr>
        <p:grpSpPr>
          <a:xfrm rot="16200000">
            <a:off x="3897811" y="3573954"/>
            <a:ext cx="4406900" cy="548285"/>
            <a:chOff x="2104731" y="1481652"/>
            <a:chExt cx="6471795" cy="2516818"/>
          </a:xfrm>
          <a:solidFill>
            <a:schemeClr val="bg1">
              <a:lumMod val="75000"/>
            </a:schemeClr>
          </a:solidFill>
        </p:grpSpPr>
        <p:sp>
          <p:nvSpPr>
            <p:cNvPr id="30" name="Retângulo: Cantos Arredondados 29">
              <a:extLst>
                <a:ext uri="{FF2B5EF4-FFF2-40B4-BE49-F238E27FC236}">
                  <a16:creationId xmlns:a16="http://schemas.microsoft.com/office/drawing/2014/main" id="{3C604DEB-7B22-25E1-1DD2-3E552F99AAD1}"/>
                </a:ext>
              </a:extLst>
            </p:cNvPr>
            <p:cNvSpPr/>
            <p:nvPr/>
          </p:nvSpPr>
          <p:spPr>
            <a:xfrm>
              <a:off x="2104731" y="1481652"/>
              <a:ext cx="5245244" cy="2516818"/>
            </a:xfrm>
            <a:prstGeom prst="roundRect">
              <a:avLst>
                <a:gd name="adj" fmla="val 9403"/>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noProof="0" dirty="0"/>
            </a:p>
          </p:txBody>
        </p:sp>
        <p:sp>
          <p:nvSpPr>
            <p:cNvPr id="31" name="Retângulo: Cantos Arredondados 30">
              <a:extLst>
                <a:ext uri="{FF2B5EF4-FFF2-40B4-BE49-F238E27FC236}">
                  <a16:creationId xmlns:a16="http://schemas.microsoft.com/office/drawing/2014/main" id="{DCFFD5CA-5069-C7D8-8057-BD55D7E35EDF}"/>
                </a:ext>
              </a:extLst>
            </p:cNvPr>
            <p:cNvSpPr/>
            <p:nvPr/>
          </p:nvSpPr>
          <p:spPr>
            <a:xfrm>
              <a:off x="6060078" y="2233058"/>
              <a:ext cx="2516448" cy="1765410"/>
            </a:xfrm>
            <a:prstGeom prst="roundRect">
              <a:avLst>
                <a:gd name="adj" fmla="val 1672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noProof="0" dirty="0"/>
            </a:p>
          </p:txBody>
        </p:sp>
        <p:sp>
          <p:nvSpPr>
            <p:cNvPr id="32" name="Retângulo: Cantos Arredondados 31">
              <a:extLst>
                <a:ext uri="{FF2B5EF4-FFF2-40B4-BE49-F238E27FC236}">
                  <a16:creationId xmlns:a16="http://schemas.microsoft.com/office/drawing/2014/main" id="{F37E4BED-DC2E-71B4-A564-F3B94FC1E317}"/>
                </a:ext>
              </a:extLst>
            </p:cNvPr>
            <p:cNvSpPr/>
            <p:nvPr/>
          </p:nvSpPr>
          <p:spPr>
            <a:xfrm>
              <a:off x="5888302" y="1481652"/>
              <a:ext cx="2688224" cy="1765410"/>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noProof="0" dirty="0"/>
            </a:p>
          </p:txBody>
        </p:sp>
      </p:grpSp>
      <p:sp>
        <p:nvSpPr>
          <p:cNvPr id="11" name="Text Placeholder 4">
            <a:extLst>
              <a:ext uri="{FF2B5EF4-FFF2-40B4-BE49-F238E27FC236}">
                <a16:creationId xmlns:a16="http://schemas.microsoft.com/office/drawing/2014/main" id="{4136274F-68E9-1A38-D730-CADC8783CBD6}"/>
              </a:ext>
            </a:extLst>
          </p:cNvPr>
          <p:cNvSpPr txBox="1">
            <a:spLocks/>
          </p:cNvSpPr>
          <p:nvPr/>
        </p:nvSpPr>
        <p:spPr>
          <a:xfrm>
            <a:off x="482714" y="1053382"/>
            <a:ext cx="8404112" cy="427887"/>
          </a:xfrm>
          <a:prstGeom prst="rect">
            <a:avLst/>
          </a:prstGeom>
        </p:spPr>
        <p:txBody>
          <a:bodyPr vert="horz" wrap="square" lIns="0" tIns="0" rIns="0" bIns="0" rtlCol="0" anchor="t" anchorCtr="0">
            <a:noAutofit/>
          </a:bodyPr>
          <a:lstStyle>
            <a:lvl1pPr marL="0" indent="0" algn="l" defTabSz="1007943" rtl="0" eaLnBrk="1" latinLnBrk="0" hangingPunct="1">
              <a:lnSpc>
                <a:spcPct val="100000"/>
              </a:lnSpc>
              <a:spcBef>
                <a:spcPts val="0"/>
              </a:spcBef>
              <a:spcAft>
                <a:spcPts val="600"/>
              </a:spcAft>
              <a:buFont typeface="Arial" panose="020B0604020202020204" pitchFamily="34" charset="0"/>
              <a:buNone/>
              <a:defRPr lang="en-US" sz="1800" kern="1200" dirty="0">
                <a:solidFill>
                  <a:schemeClr val="accent1"/>
                </a:solidFill>
                <a:latin typeface="+mn-lt"/>
                <a:ea typeface="+mn-ea"/>
                <a:cs typeface="+mn-cs"/>
              </a:defRPr>
            </a:lvl1pPr>
            <a:lvl2pPr marL="0" indent="0" algn="l" defTabSz="1007943" rtl="0" eaLnBrk="1" latinLnBrk="0" hangingPunct="1">
              <a:lnSpc>
                <a:spcPct val="100000"/>
              </a:lnSpc>
              <a:spcBef>
                <a:spcPts val="0"/>
              </a:spcBef>
              <a:spcAft>
                <a:spcPts val="600"/>
              </a:spcAft>
              <a:buFont typeface="Arial" panose="020B0604020202020204" pitchFamily="34" charset="0"/>
              <a:buNone/>
              <a:defRPr lang="en-US" sz="900" b="1" kern="1200" dirty="0">
                <a:solidFill>
                  <a:schemeClr val="accent5"/>
                </a:solidFill>
                <a:latin typeface="+mn-lt"/>
                <a:ea typeface="+mn-ea"/>
                <a:cs typeface="+mn-cs"/>
              </a:defRPr>
            </a:lvl2pPr>
            <a:lvl3pPr marL="0" indent="0" algn="l" defTabSz="1007943" rtl="0" eaLnBrk="1" latinLnBrk="0" hangingPunct="1">
              <a:lnSpc>
                <a:spcPct val="100000"/>
              </a:lnSpc>
              <a:spcBef>
                <a:spcPts val="0"/>
              </a:spcBef>
              <a:spcAft>
                <a:spcPts val="600"/>
              </a:spcAft>
              <a:buFont typeface="Arial" panose="020B0604020202020204" pitchFamily="34" charset="0"/>
              <a:buNone/>
              <a:defRPr lang="en-US" sz="900" b="0" kern="1200" dirty="0">
                <a:solidFill>
                  <a:schemeClr val="accent5"/>
                </a:solidFill>
                <a:latin typeface="+mn-lt"/>
                <a:ea typeface="+mn-ea"/>
                <a:cs typeface="+mn-cs"/>
              </a:defRPr>
            </a:lvl3pPr>
            <a:lvl4pPr marL="0" indent="0" algn="l" defTabSz="1007943" rtl="0" eaLnBrk="1" latinLnBrk="0" hangingPunct="1">
              <a:lnSpc>
                <a:spcPct val="100000"/>
              </a:lnSpc>
              <a:spcBef>
                <a:spcPts val="0"/>
              </a:spcBef>
              <a:spcAft>
                <a:spcPts val="600"/>
              </a:spcAft>
              <a:buFont typeface="Arial" panose="020B0604020202020204" pitchFamily="34" charset="0"/>
              <a:buNone/>
              <a:defRPr lang="en-US" sz="900" b="0" kern="1200" dirty="0">
                <a:solidFill>
                  <a:schemeClr val="tx1"/>
                </a:solidFill>
                <a:latin typeface="+mn-lt"/>
                <a:ea typeface="+mn-ea"/>
                <a:cs typeface="+mn-cs"/>
              </a:defRPr>
            </a:lvl4pPr>
            <a:lvl5pPr marL="180000" indent="-180000" algn="l" defTabSz="1007943" rtl="0" eaLnBrk="1" latinLnBrk="0" hangingPunct="1">
              <a:lnSpc>
                <a:spcPct val="100000"/>
              </a:lnSpc>
              <a:spcBef>
                <a:spcPts val="0"/>
              </a:spcBef>
              <a:spcAft>
                <a:spcPts val="600"/>
              </a:spcAft>
              <a:buFont typeface="Arial" panose="020B0604020202020204" pitchFamily="34" charset="0"/>
              <a:buChar char="•"/>
              <a:defRPr sz="900" b="0" kern="1200">
                <a:solidFill>
                  <a:schemeClr val="tx1"/>
                </a:solidFill>
                <a:latin typeface="+mn-lt"/>
                <a:ea typeface="+mn-ea"/>
                <a:cs typeface="+mn-cs"/>
              </a:defRPr>
            </a:lvl5pPr>
            <a:lvl6pPr marL="360000" indent="-180000" algn="l" defTabSz="1007943" rtl="0" eaLnBrk="1" latinLnBrk="0" hangingPunct="1">
              <a:lnSpc>
                <a:spcPct val="100000"/>
              </a:lnSpc>
              <a:spcBef>
                <a:spcPts val="0"/>
              </a:spcBef>
              <a:spcAft>
                <a:spcPts val="600"/>
              </a:spcAft>
              <a:buFont typeface="Arial" panose="020B0604020202020204" pitchFamily="34" charset="0"/>
              <a:buChar char="–"/>
              <a:defRPr sz="900" kern="1200">
                <a:solidFill>
                  <a:schemeClr val="tx1"/>
                </a:solidFill>
                <a:latin typeface="+mn-lt"/>
                <a:ea typeface="+mn-ea"/>
                <a:cs typeface="+mn-cs"/>
              </a:defRPr>
            </a:lvl6pPr>
            <a:lvl7pPr marL="180000" indent="-180000" algn="l" defTabSz="1007943" rtl="0" eaLnBrk="1" latinLnBrk="0" hangingPunct="1">
              <a:lnSpc>
                <a:spcPct val="100000"/>
              </a:lnSpc>
              <a:spcBef>
                <a:spcPts val="0"/>
              </a:spcBef>
              <a:spcAft>
                <a:spcPts val="600"/>
              </a:spcAft>
              <a:buFont typeface="+mj-lt"/>
              <a:buAutoNum type="arabicPeriod"/>
              <a:defRPr sz="900" kern="1200">
                <a:solidFill>
                  <a:schemeClr val="tx1"/>
                </a:solidFill>
                <a:latin typeface="+mn-lt"/>
                <a:ea typeface="+mn-ea"/>
                <a:cs typeface="+mn-cs"/>
              </a:defRPr>
            </a:lvl7pPr>
            <a:lvl8pPr marL="360000" indent="-180000" algn="l" defTabSz="1007943" rtl="0" eaLnBrk="1" latinLnBrk="0" hangingPunct="1">
              <a:lnSpc>
                <a:spcPct val="100000"/>
              </a:lnSpc>
              <a:spcBef>
                <a:spcPts val="0"/>
              </a:spcBef>
              <a:spcAft>
                <a:spcPts val="600"/>
              </a:spcAft>
              <a:buFont typeface="+mj-lt"/>
              <a:buAutoNum type="alphaLcPeriod"/>
              <a:defRPr sz="900" kern="1200">
                <a:solidFill>
                  <a:schemeClr val="tx1"/>
                </a:solidFill>
                <a:latin typeface="+mn-lt"/>
                <a:ea typeface="+mn-ea"/>
                <a:cs typeface="+mn-cs"/>
              </a:defRPr>
            </a:lvl8pPr>
            <a:lvl9pPr marL="0" indent="0" algn="l" defTabSz="1007943" rtl="0" eaLnBrk="1" latinLnBrk="0" hangingPunct="1">
              <a:lnSpc>
                <a:spcPct val="90000"/>
              </a:lnSpc>
              <a:spcBef>
                <a:spcPts val="0"/>
              </a:spcBef>
              <a:spcAft>
                <a:spcPts val="600"/>
              </a:spcAft>
              <a:buFontTx/>
              <a:buNone/>
              <a:defRPr sz="1800" kern="1200">
                <a:solidFill>
                  <a:schemeClr val="accent1"/>
                </a:solidFill>
                <a:latin typeface="+mn-lt"/>
                <a:ea typeface="+mn-ea"/>
                <a:cs typeface="+mn-cs"/>
              </a:defRPr>
            </a:lvl9pPr>
          </a:lstStyle>
          <a:p>
            <a:pPr marL="0" marR="0" lvl="3" indent="0" algn="l" defTabSz="609585" rtl="0" eaLnBrk="1" fontAlgn="auto" latinLnBrk="0" hangingPunct="1">
              <a:lnSpc>
                <a:spcPct val="100000"/>
              </a:lnSpc>
              <a:spcBef>
                <a:spcPts val="0"/>
              </a:spcBef>
              <a:spcAft>
                <a:spcPts val="800"/>
              </a:spcAft>
              <a:buClrTx/>
              <a:buSzTx/>
              <a:buFont typeface="Arial" panose="020B0604020202020204" pitchFamily="34" charset="0"/>
              <a:buNone/>
              <a:tabLst/>
              <a:defRPr/>
            </a:pPr>
            <a:r>
              <a:rPr kumimoji="0" lang="pt-BR" sz="1600" b="0" i="0" u="none" strike="noStrike" kern="1200" cap="none" spc="0" normalizeH="0" baseline="0" noProof="0" dirty="0">
                <a:ln>
                  <a:noFill/>
                </a:ln>
                <a:solidFill>
                  <a:srgbClr val="00A7B5"/>
                </a:solidFill>
                <a:effectLst/>
                <a:uLnTx/>
                <a:uFillTx/>
                <a:latin typeface="GT Walsheim LC" pitchFamily="2" charset="0"/>
                <a:cs typeface="GT Walsheim LC" pitchFamily="2" charset="0"/>
              </a:rPr>
              <a:t>Identificação e expurgo de itens não operacionais para apuração do lucro Arm’s Length.</a:t>
            </a:r>
          </a:p>
        </p:txBody>
      </p:sp>
      <p:sp>
        <p:nvSpPr>
          <p:cNvPr id="2" name="Título 2">
            <a:extLst>
              <a:ext uri="{FF2B5EF4-FFF2-40B4-BE49-F238E27FC236}">
                <a16:creationId xmlns:a16="http://schemas.microsoft.com/office/drawing/2014/main" id="{7A482E2E-F7A2-2BA6-9747-B9BDC43F9A38}"/>
              </a:ext>
            </a:extLst>
          </p:cNvPr>
          <p:cNvSpPr txBox="1">
            <a:spLocks/>
          </p:cNvSpPr>
          <p:nvPr/>
        </p:nvSpPr>
        <p:spPr>
          <a:xfrm>
            <a:off x="482714" y="381000"/>
            <a:ext cx="10636250" cy="525463"/>
          </a:xfrm>
          <a:prstGeom prst="rect">
            <a:avLst/>
          </a:prstGeom>
        </p:spPr>
        <p:txBody>
          <a:bodyPr vert="horz" wrap="square" lIns="0" tIns="0" rIns="0" bIns="0" rtlCol="0" anchor="t" anchorCtr="0">
            <a:noAutofit/>
          </a:bodyPr>
          <a:lstStyle>
            <a:lvl1pPr algn="l" defTabSz="736656" rtl="0" eaLnBrk="1" latinLnBrk="0" hangingPunct="1">
              <a:lnSpc>
                <a:spcPct val="85000"/>
              </a:lnSpc>
              <a:spcBef>
                <a:spcPct val="0"/>
              </a:spcBef>
              <a:buNone/>
              <a:defRPr sz="3000" b="1" kern="1200">
                <a:solidFill>
                  <a:schemeClr val="accent1"/>
                </a:solidFill>
                <a:latin typeface="+mn-lt"/>
                <a:ea typeface="+mj-ea"/>
                <a:cs typeface="+mj-cs"/>
              </a:defRPr>
            </a:lvl1pPr>
          </a:lstStyle>
          <a:p>
            <a:pPr>
              <a:spcAft>
                <a:spcPts val="0"/>
              </a:spcAft>
              <a:buFontTx/>
            </a:pPr>
            <a:r>
              <a:rPr lang="pt-BR" sz="3600" noProof="0" dirty="0">
                <a:latin typeface="GT Walsheim LC Bold" pitchFamily="2" charset="0"/>
                <a:cs typeface="GT Walsheim LC Bold" pitchFamily="2" charset="0"/>
              </a:rPr>
              <a:t>Itens Excluídos das Demonstrações Financeiras</a:t>
            </a:r>
          </a:p>
        </p:txBody>
      </p:sp>
      <p:sp>
        <p:nvSpPr>
          <p:cNvPr id="3" name="Shape 2">
            <a:extLst>
              <a:ext uri="{FF2B5EF4-FFF2-40B4-BE49-F238E27FC236}">
                <a16:creationId xmlns:a16="http://schemas.microsoft.com/office/drawing/2014/main" id="{E19693EB-13DA-2E94-3155-1A4A2121090D}"/>
              </a:ext>
            </a:extLst>
          </p:cNvPr>
          <p:cNvSpPr/>
          <p:nvPr/>
        </p:nvSpPr>
        <p:spPr>
          <a:xfrm>
            <a:off x="6086475" y="1769567"/>
            <a:ext cx="19050" cy="4164608"/>
          </a:xfrm>
          <a:prstGeom prst="roundRect">
            <a:avLst>
              <a:gd name="adj" fmla="val 809304"/>
            </a:avLst>
          </a:prstGeom>
          <a:solidFill>
            <a:srgbClr val="6822BF"/>
          </a:solidFill>
          <a:ln/>
        </p:spPr>
        <p:txBody>
          <a:bodyPr/>
          <a:lstStyle/>
          <a:p>
            <a:endParaRPr lang="en-US" sz="1500"/>
          </a:p>
        </p:txBody>
      </p:sp>
      <p:sp>
        <p:nvSpPr>
          <p:cNvPr id="5" name="Shape 3">
            <a:extLst>
              <a:ext uri="{FF2B5EF4-FFF2-40B4-BE49-F238E27FC236}">
                <a16:creationId xmlns:a16="http://schemas.microsoft.com/office/drawing/2014/main" id="{B2C0ACC6-8AED-C16A-C481-EAE21F52BF12}"/>
              </a:ext>
            </a:extLst>
          </p:cNvPr>
          <p:cNvSpPr/>
          <p:nvPr/>
        </p:nvSpPr>
        <p:spPr>
          <a:xfrm>
            <a:off x="5408514" y="1952724"/>
            <a:ext cx="513854" cy="19050"/>
          </a:xfrm>
          <a:prstGeom prst="roundRect">
            <a:avLst>
              <a:gd name="adj" fmla="val 809304"/>
            </a:avLst>
          </a:prstGeom>
          <a:solidFill>
            <a:srgbClr val="6822BF"/>
          </a:solidFill>
          <a:ln/>
        </p:spPr>
        <p:txBody>
          <a:bodyPr/>
          <a:lstStyle/>
          <a:p>
            <a:endParaRPr lang="en-US" sz="1500"/>
          </a:p>
        </p:txBody>
      </p:sp>
      <p:sp>
        <p:nvSpPr>
          <p:cNvPr id="6" name="Shape 4">
            <a:extLst>
              <a:ext uri="{FF2B5EF4-FFF2-40B4-BE49-F238E27FC236}">
                <a16:creationId xmlns:a16="http://schemas.microsoft.com/office/drawing/2014/main" id="{710325D1-8C3C-D189-B0CC-A3154ABF2254}"/>
              </a:ext>
            </a:extLst>
          </p:cNvPr>
          <p:cNvSpPr/>
          <p:nvPr/>
        </p:nvSpPr>
        <p:spPr>
          <a:xfrm>
            <a:off x="5903318" y="1769567"/>
            <a:ext cx="385366" cy="385366"/>
          </a:xfrm>
          <a:prstGeom prst="roundRect">
            <a:avLst>
              <a:gd name="adj" fmla="val 40007"/>
            </a:avLst>
          </a:prstGeom>
          <a:solidFill>
            <a:srgbClr val="4F09A6"/>
          </a:solidFill>
          <a:ln/>
        </p:spPr>
        <p:txBody>
          <a:bodyPr/>
          <a:lstStyle/>
          <a:p>
            <a:endParaRPr lang="en-US" sz="1500"/>
          </a:p>
        </p:txBody>
      </p:sp>
      <p:pic>
        <p:nvPicPr>
          <p:cNvPr id="7" name="Image 0" descr="preencoded.png">
            <a:extLst>
              <a:ext uri="{FF2B5EF4-FFF2-40B4-BE49-F238E27FC236}">
                <a16:creationId xmlns:a16="http://schemas.microsoft.com/office/drawing/2014/main" id="{44FF762F-A68D-E17B-3C2E-E92CA8BFADA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67562" y="1833811"/>
            <a:ext cx="256878" cy="256878"/>
          </a:xfrm>
          <a:prstGeom prst="rect">
            <a:avLst/>
          </a:prstGeom>
        </p:spPr>
      </p:pic>
      <p:sp>
        <p:nvSpPr>
          <p:cNvPr id="9" name="Text 5">
            <a:extLst>
              <a:ext uri="{FF2B5EF4-FFF2-40B4-BE49-F238E27FC236}">
                <a16:creationId xmlns:a16="http://schemas.microsoft.com/office/drawing/2014/main" id="{E5C056DE-59D2-A850-E12C-DCE97D749AD8}"/>
              </a:ext>
            </a:extLst>
          </p:cNvPr>
          <p:cNvSpPr/>
          <p:nvPr/>
        </p:nvSpPr>
        <p:spPr>
          <a:xfrm>
            <a:off x="2981425" y="1828404"/>
            <a:ext cx="2258119" cy="267593"/>
          </a:xfrm>
          <a:prstGeom prst="rect">
            <a:avLst/>
          </a:prstGeom>
          <a:noFill/>
          <a:ln/>
        </p:spPr>
        <p:txBody>
          <a:bodyPr wrap="none" lIns="0" tIns="0" rIns="0" bIns="0" rtlCol="0" anchor="t"/>
          <a:lstStyle/>
          <a:p>
            <a:pPr algn="r">
              <a:lnSpc>
                <a:spcPts val="2083"/>
              </a:lnSpc>
            </a:pPr>
            <a:r>
              <a:rPr lang="en-US" sz="1667" b="1" dirty="0">
                <a:solidFill>
                  <a:srgbClr val="1E3063"/>
                </a:solidFill>
                <a:latin typeface="Instrument Sans Semi Bold" pitchFamily="34" charset="0"/>
                <a:ea typeface="Instrument Sans Semi Bold" pitchFamily="34" charset="-122"/>
                <a:cs typeface="Instrument Sans Semi Bold" pitchFamily="34" charset="-120"/>
              </a:rPr>
              <a:t>Resultado Financeiros</a:t>
            </a:r>
            <a:endParaRPr lang="en-US" sz="1667" dirty="0"/>
          </a:p>
        </p:txBody>
      </p:sp>
      <p:sp>
        <p:nvSpPr>
          <p:cNvPr id="10" name="Text 6">
            <a:extLst>
              <a:ext uri="{FF2B5EF4-FFF2-40B4-BE49-F238E27FC236}">
                <a16:creationId xmlns:a16="http://schemas.microsoft.com/office/drawing/2014/main" id="{10CD44F0-E208-5DEC-F4E4-9766E774801D}"/>
              </a:ext>
            </a:extLst>
          </p:cNvPr>
          <p:cNvSpPr/>
          <p:nvPr/>
        </p:nvSpPr>
        <p:spPr>
          <a:xfrm>
            <a:off x="599481" y="2189064"/>
            <a:ext cx="4640064" cy="783729"/>
          </a:xfrm>
          <a:prstGeom prst="rect">
            <a:avLst/>
          </a:prstGeom>
          <a:noFill/>
          <a:ln/>
        </p:spPr>
        <p:txBody>
          <a:bodyPr wrap="square" lIns="0" tIns="0" rIns="0" bIns="0" rtlCol="0" anchor="t"/>
          <a:lstStyle/>
          <a:p>
            <a:pPr algn="r">
              <a:lnSpc>
                <a:spcPts val="2042"/>
              </a:lnSpc>
            </a:pPr>
            <a:r>
              <a:rPr lang="en-US" sz="1333" dirty="0">
                <a:solidFill>
                  <a:srgbClr val="1E3063"/>
                </a:solidFill>
                <a:latin typeface="Instrument Sans Medium" pitchFamily="34" charset="0"/>
                <a:ea typeface="Instrument Sans Medium" pitchFamily="34" charset="-122"/>
                <a:cs typeface="Instrument Sans Medium" pitchFamily="34" charset="-120"/>
              </a:rPr>
              <a:t>Receitas e despesas de juros, encargos bancários e variações cambiais, isolando a eficiência operacional da estrutura de capital.</a:t>
            </a:r>
            <a:endParaRPr lang="en-US" sz="1333" dirty="0"/>
          </a:p>
        </p:txBody>
      </p:sp>
      <p:sp>
        <p:nvSpPr>
          <p:cNvPr id="14" name="Shape 7">
            <a:extLst>
              <a:ext uri="{FF2B5EF4-FFF2-40B4-BE49-F238E27FC236}">
                <a16:creationId xmlns:a16="http://schemas.microsoft.com/office/drawing/2014/main" id="{3EB29391-7028-3C04-0DE6-3870F52232D4}"/>
              </a:ext>
            </a:extLst>
          </p:cNvPr>
          <p:cNvSpPr/>
          <p:nvPr/>
        </p:nvSpPr>
        <p:spPr>
          <a:xfrm>
            <a:off x="6269633" y="2948384"/>
            <a:ext cx="513854" cy="19050"/>
          </a:xfrm>
          <a:prstGeom prst="roundRect">
            <a:avLst>
              <a:gd name="adj" fmla="val 809304"/>
            </a:avLst>
          </a:prstGeom>
          <a:solidFill>
            <a:srgbClr val="6822BF"/>
          </a:solidFill>
          <a:ln/>
        </p:spPr>
        <p:txBody>
          <a:bodyPr/>
          <a:lstStyle/>
          <a:p>
            <a:endParaRPr lang="en-US" sz="1500"/>
          </a:p>
        </p:txBody>
      </p:sp>
      <p:sp>
        <p:nvSpPr>
          <p:cNvPr id="15" name="Shape 8">
            <a:extLst>
              <a:ext uri="{FF2B5EF4-FFF2-40B4-BE49-F238E27FC236}">
                <a16:creationId xmlns:a16="http://schemas.microsoft.com/office/drawing/2014/main" id="{708AD252-B57C-C58E-B8B0-78887318746F}"/>
              </a:ext>
            </a:extLst>
          </p:cNvPr>
          <p:cNvSpPr/>
          <p:nvPr/>
        </p:nvSpPr>
        <p:spPr>
          <a:xfrm>
            <a:off x="5903318" y="2765227"/>
            <a:ext cx="385366" cy="385366"/>
          </a:xfrm>
          <a:prstGeom prst="roundRect">
            <a:avLst>
              <a:gd name="adj" fmla="val 40007"/>
            </a:avLst>
          </a:prstGeom>
          <a:solidFill>
            <a:srgbClr val="4F09A6"/>
          </a:solidFill>
          <a:ln/>
        </p:spPr>
        <p:txBody>
          <a:bodyPr/>
          <a:lstStyle/>
          <a:p>
            <a:endParaRPr lang="en-US" sz="1500"/>
          </a:p>
        </p:txBody>
      </p:sp>
      <p:pic>
        <p:nvPicPr>
          <p:cNvPr id="16" name="Image 1" descr="preencoded.png">
            <a:extLst>
              <a:ext uri="{FF2B5EF4-FFF2-40B4-BE49-F238E27FC236}">
                <a16:creationId xmlns:a16="http://schemas.microsoft.com/office/drawing/2014/main" id="{7AAD94AF-1BBA-1554-914B-5404799796A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967562" y="2829471"/>
            <a:ext cx="256878" cy="256878"/>
          </a:xfrm>
          <a:prstGeom prst="rect">
            <a:avLst/>
          </a:prstGeom>
        </p:spPr>
      </p:pic>
      <p:sp>
        <p:nvSpPr>
          <p:cNvPr id="17" name="Text 9">
            <a:extLst>
              <a:ext uri="{FF2B5EF4-FFF2-40B4-BE49-F238E27FC236}">
                <a16:creationId xmlns:a16="http://schemas.microsoft.com/office/drawing/2014/main" id="{0177AB54-28C1-EA74-F75F-26E6C6D09A43}"/>
              </a:ext>
            </a:extLst>
          </p:cNvPr>
          <p:cNvSpPr/>
          <p:nvPr/>
        </p:nvSpPr>
        <p:spPr>
          <a:xfrm>
            <a:off x="6952457" y="2824064"/>
            <a:ext cx="2324298" cy="267593"/>
          </a:xfrm>
          <a:prstGeom prst="rect">
            <a:avLst/>
          </a:prstGeom>
          <a:noFill/>
          <a:ln/>
        </p:spPr>
        <p:txBody>
          <a:bodyPr wrap="none" lIns="0" tIns="0" rIns="0" bIns="0" rtlCol="0" anchor="t"/>
          <a:lstStyle/>
          <a:p>
            <a:pPr>
              <a:lnSpc>
                <a:spcPts val="2083"/>
              </a:lnSpc>
            </a:pPr>
            <a:r>
              <a:rPr lang="en-US" sz="1667" b="1" dirty="0">
                <a:solidFill>
                  <a:srgbClr val="1E3063"/>
                </a:solidFill>
                <a:latin typeface="Instrument Sans Semi Bold" pitchFamily="34" charset="0"/>
                <a:ea typeface="Instrument Sans Semi Bold" pitchFamily="34" charset="-122"/>
                <a:cs typeface="Instrument Sans Semi Bold" pitchFamily="34" charset="-120"/>
              </a:rPr>
              <a:t>Tributos sobre a Renda</a:t>
            </a:r>
            <a:endParaRPr lang="en-US" sz="1667" dirty="0"/>
          </a:p>
        </p:txBody>
      </p:sp>
      <p:sp>
        <p:nvSpPr>
          <p:cNvPr id="18" name="Text 10">
            <a:extLst>
              <a:ext uri="{FF2B5EF4-FFF2-40B4-BE49-F238E27FC236}">
                <a16:creationId xmlns:a16="http://schemas.microsoft.com/office/drawing/2014/main" id="{57CD6D35-EC51-0149-52BC-BC0C251ABD3B}"/>
              </a:ext>
            </a:extLst>
          </p:cNvPr>
          <p:cNvSpPr/>
          <p:nvPr/>
        </p:nvSpPr>
        <p:spPr>
          <a:xfrm>
            <a:off x="6952457" y="3184724"/>
            <a:ext cx="4640064" cy="783729"/>
          </a:xfrm>
          <a:prstGeom prst="rect">
            <a:avLst/>
          </a:prstGeom>
          <a:noFill/>
          <a:ln/>
        </p:spPr>
        <p:txBody>
          <a:bodyPr wrap="square" lIns="0" tIns="0" rIns="0" bIns="0" rtlCol="0" anchor="t"/>
          <a:lstStyle/>
          <a:p>
            <a:pPr>
              <a:lnSpc>
                <a:spcPts val="2042"/>
              </a:lnSpc>
            </a:pPr>
            <a:r>
              <a:rPr lang="en-US" sz="1333" dirty="0">
                <a:solidFill>
                  <a:srgbClr val="1E3063"/>
                </a:solidFill>
                <a:latin typeface="Instrument Sans Medium" pitchFamily="34" charset="0"/>
                <a:ea typeface="Instrument Sans Medium" pitchFamily="34" charset="-122"/>
                <a:cs typeface="Instrument Sans Medium" pitchFamily="34" charset="-120"/>
              </a:rPr>
              <a:t>IRPJ e CSLL, permitindo que a comparação entre a parte testada e o benchmark ocorra sobre a margem antes dos impostos diretos.</a:t>
            </a:r>
            <a:endParaRPr lang="en-US" sz="1333" dirty="0"/>
          </a:p>
        </p:txBody>
      </p:sp>
      <p:sp>
        <p:nvSpPr>
          <p:cNvPr id="19" name="Shape 11">
            <a:extLst>
              <a:ext uri="{FF2B5EF4-FFF2-40B4-BE49-F238E27FC236}">
                <a16:creationId xmlns:a16="http://schemas.microsoft.com/office/drawing/2014/main" id="{76964AB2-358A-7CC8-78CC-BCB5258B1C58}"/>
              </a:ext>
            </a:extLst>
          </p:cNvPr>
          <p:cNvSpPr/>
          <p:nvPr/>
        </p:nvSpPr>
        <p:spPr>
          <a:xfrm>
            <a:off x="5408514" y="3818235"/>
            <a:ext cx="513854" cy="19050"/>
          </a:xfrm>
          <a:prstGeom prst="roundRect">
            <a:avLst>
              <a:gd name="adj" fmla="val 809304"/>
            </a:avLst>
          </a:prstGeom>
          <a:solidFill>
            <a:srgbClr val="6822BF"/>
          </a:solidFill>
          <a:ln/>
        </p:spPr>
        <p:txBody>
          <a:bodyPr/>
          <a:lstStyle/>
          <a:p>
            <a:endParaRPr lang="en-US" sz="1500"/>
          </a:p>
        </p:txBody>
      </p:sp>
      <p:sp>
        <p:nvSpPr>
          <p:cNvPr id="20" name="Shape 12">
            <a:extLst>
              <a:ext uri="{FF2B5EF4-FFF2-40B4-BE49-F238E27FC236}">
                <a16:creationId xmlns:a16="http://schemas.microsoft.com/office/drawing/2014/main" id="{3DD3E5F3-3D78-B34A-FC88-6A2ECF73264F}"/>
              </a:ext>
            </a:extLst>
          </p:cNvPr>
          <p:cNvSpPr/>
          <p:nvPr/>
        </p:nvSpPr>
        <p:spPr>
          <a:xfrm>
            <a:off x="5903318" y="3635078"/>
            <a:ext cx="385366" cy="385366"/>
          </a:xfrm>
          <a:prstGeom prst="roundRect">
            <a:avLst>
              <a:gd name="adj" fmla="val 40007"/>
            </a:avLst>
          </a:prstGeom>
          <a:solidFill>
            <a:srgbClr val="4F09A6"/>
          </a:solidFill>
          <a:ln/>
        </p:spPr>
        <p:txBody>
          <a:bodyPr/>
          <a:lstStyle/>
          <a:p>
            <a:endParaRPr lang="en-US" sz="1500"/>
          </a:p>
        </p:txBody>
      </p:sp>
      <p:pic>
        <p:nvPicPr>
          <p:cNvPr id="21" name="Image 2" descr="preencoded.png">
            <a:extLst>
              <a:ext uri="{FF2B5EF4-FFF2-40B4-BE49-F238E27FC236}">
                <a16:creationId xmlns:a16="http://schemas.microsoft.com/office/drawing/2014/main" id="{343DC5EB-5D6A-FED7-F10C-FACB81566C4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967562" y="3699322"/>
            <a:ext cx="256878" cy="256878"/>
          </a:xfrm>
          <a:prstGeom prst="rect">
            <a:avLst/>
          </a:prstGeom>
        </p:spPr>
      </p:pic>
      <p:sp>
        <p:nvSpPr>
          <p:cNvPr id="22" name="Text 13">
            <a:extLst>
              <a:ext uri="{FF2B5EF4-FFF2-40B4-BE49-F238E27FC236}">
                <a16:creationId xmlns:a16="http://schemas.microsoft.com/office/drawing/2014/main" id="{F43DF0B9-FF9F-697E-8A07-213FE0CCD330}"/>
              </a:ext>
            </a:extLst>
          </p:cNvPr>
          <p:cNvSpPr/>
          <p:nvPr/>
        </p:nvSpPr>
        <p:spPr>
          <a:xfrm>
            <a:off x="2799656" y="3693914"/>
            <a:ext cx="2439888" cy="267593"/>
          </a:xfrm>
          <a:prstGeom prst="rect">
            <a:avLst/>
          </a:prstGeom>
          <a:noFill/>
          <a:ln/>
        </p:spPr>
        <p:txBody>
          <a:bodyPr wrap="none" lIns="0" tIns="0" rIns="0" bIns="0" rtlCol="0" anchor="t"/>
          <a:lstStyle/>
          <a:p>
            <a:pPr algn="r">
              <a:lnSpc>
                <a:spcPts val="2083"/>
              </a:lnSpc>
            </a:pPr>
            <a:r>
              <a:rPr lang="en-US" sz="1667" b="1" dirty="0">
                <a:solidFill>
                  <a:srgbClr val="1E3063"/>
                </a:solidFill>
                <a:latin typeface="Instrument Sans Semi Bold" pitchFamily="34" charset="0"/>
                <a:ea typeface="Instrument Sans Semi Bold" pitchFamily="34" charset="-122"/>
                <a:cs typeface="Instrument Sans Semi Bold" pitchFamily="34" charset="-120"/>
              </a:rPr>
              <a:t>Eventos Extraordinários</a:t>
            </a:r>
            <a:endParaRPr lang="en-US" sz="1667" dirty="0"/>
          </a:p>
        </p:txBody>
      </p:sp>
      <p:sp>
        <p:nvSpPr>
          <p:cNvPr id="23" name="Text 14">
            <a:extLst>
              <a:ext uri="{FF2B5EF4-FFF2-40B4-BE49-F238E27FC236}">
                <a16:creationId xmlns:a16="http://schemas.microsoft.com/office/drawing/2014/main" id="{110EA201-4D25-5EF3-2C6D-E869F2ABF651}"/>
              </a:ext>
            </a:extLst>
          </p:cNvPr>
          <p:cNvSpPr/>
          <p:nvPr/>
        </p:nvSpPr>
        <p:spPr>
          <a:xfrm>
            <a:off x="599481" y="4054575"/>
            <a:ext cx="4640064" cy="783729"/>
          </a:xfrm>
          <a:prstGeom prst="rect">
            <a:avLst/>
          </a:prstGeom>
          <a:noFill/>
          <a:ln/>
        </p:spPr>
        <p:txBody>
          <a:bodyPr wrap="square" lIns="0" tIns="0" rIns="0" bIns="0" rtlCol="0" anchor="t"/>
          <a:lstStyle/>
          <a:p>
            <a:pPr algn="r">
              <a:lnSpc>
                <a:spcPts val="2042"/>
              </a:lnSpc>
            </a:pPr>
            <a:r>
              <a:rPr lang="en-US" sz="1333" dirty="0">
                <a:solidFill>
                  <a:srgbClr val="1E3063"/>
                </a:solidFill>
                <a:latin typeface="Instrument Sans Medium" pitchFamily="34" charset="0"/>
                <a:ea typeface="Instrument Sans Medium" pitchFamily="34" charset="-122"/>
                <a:cs typeface="Instrument Sans Medium" pitchFamily="34" charset="-120"/>
              </a:rPr>
              <a:t>Ganhos ou perdas não recorrentes e pontuais, como a alienação de ativos imobilizados ou indenizações excepcionais.</a:t>
            </a:r>
            <a:endParaRPr lang="en-US" sz="1333" dirty="0"/>
          </a:p>
        </p:txBody>
      </p:sp>
      <p:sp>
        <p:nvSpPr>
          <p:cNvPr id="24" name="Shape 15">
            <a:extLst>
              <a:ext uri="{FF2B5EF4-FFF2-40B4-BE49-F238E27FC236}">
                <a16:creationId xmlns:a16="http://schemas.microsoft.com/office/drawing/2014/main" id="{40771F4B-44D9-4183-FA1F-619AAB28ED15}"/>
              </a:ext>
            </a:extLst>
          </p:cNvPr>
          <p:cNvSpPr/>
          <p:nvPr/>
        </p:nvSpPr>
        <p:spPr>
          <a:xfrm>
            <a:off x="6269633" y="4688086"/>
            <a:ext cx="513854" cy="19050"/>
          </a:xfrm>
          <a:prstGeom prst="roundRect">
            <a:avLst>
              <a:gd name="adj" fmla="val 809304"/>
            </a:avLst>
          </a:prstGeom>
          <a:solidFill>
            <a:srgbClr val="6822BF"/>
          </a:solidFill>
          <a:ln/>
        </p:spPr>
        <p:txBody>
          <a:bodyPr/>
          <a:lstStyle/>
          <a:p>
            <a:endParaRPr lang="en-US" sz="1500"/>
          </a:p>
        </p:txBody>
      </p:sp>
      <p:sp>
        <p:nvSpPr>
          <p:cNvPr id="25" name="Shape 16">
            <a:extLst>
              <a:ext uri="{FF2B5EF4-FFF2-40B4-BE49-F238E27FC236}">
                <a16:creationId xmlns:a16="http://schemas.microsoft.com/office/drawing/2014/main" id="{D7C9422B-0FF7-FD9A-26FB-DB65FEC9134B}"/>
              </a:ext>
            </a:extLst>
          </p:cNvPr>
          <p:cNvSpPr/>
          <p:nvPr/>
        </p:nvSpPr>
        <p:spPr>
          <a:xfrm>
            <a:off x="5903318" y="4504929"/>
            <a:ext cx="385366" cy="385366"/>
          </a:xfrm>
          <a:prstGeom prst="roundRect">
            <a:avLst>
              <a:gd name="adj" fmla="val 40007"/>
            </a:avLst>
          </a:prstGeom>
          <a:solidFill>
            <a:srgbClr val="4F09A6"/>
          </a:solidFill>
          <a:ln/>
        </p:spPr>
        <p:txBody>
          <a:bodyPr/>
          <a:lstStyle/>
          <a:p>
            <a:endParaRPr lang="en-US" sz="1500"/>
          </a:p>
        </p:txBody>
      </p:sp>
      <p:pic>
        <p:nvPicPr>
          <p:cNvPr id="26" name="Image 3" descr="preencoded.png">
            <a:extLst>
              <a:ext uri="{FF2B5EF4-FFF2-40B4-BE49-F238E27FC236}">
                <a16:creationId xmlns:a16="http://schemas.microsoft.com/office/drawing/2014/main" id="{79A300B9-1CC4-B029-FF3A-75AD806B4EC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967562" y="4569173"/>
            <a:ext cx="256878" cy="256878"/>
          </a:xfrm>
          <a:prstGeom prst="rect">
            <a:avLst/>
          </a:prstGeom>
        </p:spPr>
      </p:pic>
      <p:sp>
        <p:nvSpPr>
          <p:cNvPr id="27" name="Text 17">
            <a:extLst>
              <a:ext uri="{FF2B5EF4-FFF2-40B4-BE49-F238E27FC236}">
                <a16:creationId xmlns:a16="http://schemas.microsoft.com/office/drawing/2014/main" id="{29F9C13C-47A9-534A-7286-645161DC07F0}"/>
              </a:ext>
            </a:extLst>
          </p:cNvPr>
          <p:cNvSpPr/>
          <p:nvPr/>
        </p:nvSpPr>
        <p:spPr>
          <a:xfrm>
            <a:off x="6952457" y="4563765"/>
            <a:ext cx="2141240" cy="267593"/>
          </a:xfrm>
          <a:prstGeom prst="rect">
            <a:avLst/>
          </a:prstGeom>
          <a:noFill/>
          <a:ln/>
        </p:spPr>
        <p:txBody>
          <a:bodyPr wrap="none" lIns="0" tIns="0" rIns="0" bIns="0" rtlCol="0" anchor="t"/>
          <a:lstStyle/>
          <a:p>
            <a:pPr>
              <a:lnSpc>
                <a:spcPts val="2083"/>
              </a:lnSpc>
            </a:pPr>
            <a:r>
              <a:rPr lang="en-US" sz="1667" b="1" dirty="0">
                <a:solidFill>
                  <a:srgbClr val="1E3063"/>
                </a:solidFill>
                <a:latin typeface="Instrument Sans Semi Bold" pitchFamily="34" charset="0"/>
                <a:ea typeface="Instrument Sans Semi Bold" pitchFamily="34" charset="-122"/>
                <a:cs typeface="Instrument Sans Semi Bold" pitchFamily="34" charset="-120"/>
              </a:rPr>
              <a:t>Itens Indedutíveis</a:t>
            </a:r>
            <a:endParaRPr lang="en-US" sz="1667" dirty="0"/>
          </a:p>
        </p:txBody>
      </p:sp>
      <p:sp>
        <p:nvSpPr>
          <p:cNvPr id="28" name="Text 18">
            <a:extLst>
              <a:ext uri="{FF2B5EF4-FFF2-40B4-BE49-F238E27FC236}">
                <a16:creationId xmlns:a16="http://schemas.microsoft.com/office/drawing/2014/main" id="{22D3F905-B5D8-7274-D793-94235C159795}"/>
              </a:ext>
            </a:extLst>
          </p:cNvPr>
          <p:cNvSpPr/>
          <p:nvPr/>
        </p:nvSpPr>
        <p:spPr>
          <a:xfrm>
            <a:off x="6952457" y="4924426"/>
            <a:ext cx="4640064" cy="783729"/>
          </a:xfrm>
          <a:prstGeom prst="rect">
            <a:avLst/>
          </a:prstGeom>
          <a:noFill/>
          <a:ln/>
        </p:spPr>
        <p:txBody>
          <a:bodyPr wrap="square" lIns="0" tIns="0" rIns="0" bIns="0" rtlCol="0" anchor="t"/>
          <a:lstStyle/>
          <a:p>
            <a:pPr>
              <a:lnSpc>
                <a:spcPts val="2042"/>
              </a:lnSpc>
            </a:pPr>
            <a:r>
              <a:rPr lang="en-US" sz="1333" dirty="0">
                <a:solidFill>
                  <a:srgbClr val="1E3063"/>
                </a:solidFill>
                <a:latin typeface="Instrument Sans Medium" pitchFamily="34" charset="0"/>
                <a:ea typeface="Instrument Sans Medium" pitchFamily="34" charset="-122"/>
                <a:cs typeface="Instrument Sans Medium" pitchFamily="34" charset="-120"/>
              </a:rPr>
              <a:t>Despesas que não guardam relação com a manutenção da fonte produtora, como multas punitivas e doações voluntárias.</a:t>
            </a:r>
            <a:endParaRPr lang="en-US" sz="1333" dirty="0"/>
          </a:p>
        </p:txBody>
      </p:sp>
    </p:spTree>
    <p:extLst>
      <p:ext uri="{BB962C8B-B14F-4D97-AF65-F5344CB8AC3E}">
        <p14:creationId xmlns:p14="http://schemas.microsoft.com/office/powerpoint/2010/main" val="17053141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59198-97D3-14AE-3512-502404919A4F}"/>
            </a:ext>
          </a:extLst>
        </p:cNvPr>
        <p:cNvGrpSpPr/>
        <p:nvPr/>
      </p:nvGrpSpPr>
      <p:grpSpPr>
        <a:xfrm>
          <a:off x="0" y="0"/>
          <a:ext cx="0" cy="0"/>
          <a:chOff x="0" y="0"/>
          <a:chExt cx="0" cy="0"/>
        </a:xfrm>
      </p:grpSpPr>
      <p:sp>
        <p:nvSpPr>
          <p:cNvPr id="2" name="Retângulo 1">
            <a:extLst>
              <a:ext uri="{FF2B5EF4-FFF2-40B4-BE49-F238E27FC236}">
                <a16:creationId xmlns:a16="http://schemas.microsoft.com/office/drawing/2014/main" id="{B7247C77-71E2-4FFC-EDFC-AF72A595440C}"/>
              </a:ext>
            </a:extLst>
          </p:cNvPr>
          <p:cNvSpPr/>
          <p:nvPr/>
        </p:nvSpPr>
        <p:spPr>
          <a:xfrm>
            <a:off x="0" y="3022600"/>
            <a:ext cx="12192000" cy="38354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sz="1200" noProof="0" dirty="0"/>
          </a:p>
        </p:txBody>
      </p:sp>
      <p:pic>
        <p:nvPicPr>
          <p:cNvPr id="6" name="Picture 6">
            <a:extLst>
              <a:ext uri="{FF2B5EF4-FFF2-40B4-BE49-F238E27FC236}">
                <a16:creationId xmlns:a16="http://schemas.microsoft.com/office/drawing/2014/main" id="{890A8BAA-9232-5880-C046-122287D25654}"/>
              </a:ext>
            </a:extLst>
          </p:cNvPr>
          <p:cNvPicPr>
            <a:picLocks noGrp="1" noRot="1" noChangeAspect="1" noMove="1" noResize="1" noEditPoints="1" noAdjustHandles="1" noChangeArrowheads="1" noChangeShapeType="1" noCrop="1"/>
          </p:cNvPicPr>
          <p:nvPr/>
        </p:nvPicPr>
        <p:blipFill>
          <a:blip r:embed="rId2">
            <a:alphaModFix/>
            <a:duotone>
              <a:schemeClr val="accent5">
                <a:shade val="45000"/>
                <a:satMod val="135000"/>
              </a:schemeClr>
              <a:prstClr val="white"/>
            </a:duotone>
          </a:blip>
          <a:srcRect/>
          <a:stretch/>
        </p:blipFill>
        <p:spPr>
          <a:xfrm>
            <a:off x="953" y="535"/>
            <a:ext cx="12224001" cy="6876000"/>
          </a:xfrm>
          <a:prstGeom prst="rect">
            <a:avLst/>
          </a:prstGeom>
        </p:spPr>
      </p:pic>
      <p:sp>
        <p:nvSpPr>
          <p:cNvPr id="19" name="Título 1">
            <a:extLst>
              <a:ext uri="{FF2B5EF4-FFF2-40B4-BE49-F238E27FC236}">
                <a16:creationId xmlns:a16="http://schemas.microsoft.com/office/drawing/2014/main" id="{7FBE7624-08F2-395C-A5E7-C9611AB8F165}"/>
              </a:ext>
            </a:extLst>
          </p:cNvPr>
          <p:cNvSpPr txBox="1">
            <a:spLocks/>
          </p:cNvSpPr>
          <p:nvPr/>
        </p:nvSpPr>
        <p:spPr>
          <a:xfrm>
            <a:off x="529073" y="336796"/>
            <a:ext cx="7497327" cy="482783"/>
          </a:xfrm>
          <a:prstGeom prst="rect">
            <a:avLst/>
          </a:prstGeom>
        </p:spPr>
        <p:txBody>
          <a:bodyPr vert="horz" wrap="square" lIns="0" tIns="0" rIns="0" bIns="0" rtlCol="0" anchor="t" anchorCtr="0">
            <a:noAutofit/>
          </a:bodyPr>
          <a:lstStyle>
            <a:lvl1pPr algn="l" defTabSz="736656" rtl="0" eaLnBrk="1" latinLnBrk="0" hangingPunct="1">
              <a:lnSpc>
                <a:spcPct val="85000"/>
              </a:lnSpc>
              <a:spcBef>
                <a:spcPct val="0"/>
              </a:spcBef>
              <a:buNone/>
              <a:defRPr sz="3000" b="1" kern="1200">
                <a:solidFill>
                  <a:schemeClr val="accent1"/>
                </a:solidFill>
                <a:latin typeface="+mj-lt"/>
                <a:ea typeface="+mj-ea"/>
                <a:cs typeface="+mj-cs"/>
              </a:defRPr>
            </a:lvl1pPr>
          </a:lstStyle>
          <a:p>
            <a:pPr marL="0" marR="0" lvl="0" indent="0" algn="l" defTabSz="736656" rtl="0" eaLnBrk="1" fontAlgn="auto" latinLnBrk="0" hangingPunct="1">
              <a:lnSpc>
                <a:spcPct val="85000"/>
              </a:lnSpc>
              <a:spcBef>
                <a:spcPct val="0"/>
              </a:spcBef>
              <a:spcAft>
                <a:spcPts val="0"/>
              </a:spcAft>
              <a:buClrTx/>
              <a:buSzTx/>
              <a:buFontTx/>
              <a:buNone/>
              <a:tabLst/>
              <a:defRPr/>
            </a:pPr>
            <a:r>
              <a:rPr lang="pt-BR" sz="4000" b="0" spc="-50" noProof="0" dirty="0">
                <a:latin typeface="GT Walsheim LC Bold" pitchFamily="2" charset="0"/>
                <a:cs typeface="GT Walsheim LC Bold" pitchFamily="2" charset="0"/>
              </a:rPr>
              <a:t>HANDS-ON</a:t>
            </a:r>
          </a:p>
        </p:txBody>
      </p:sp>
      <p:sp>
        <p:nvSpPr>
          <p:cNvPr id="20" name="TextBox 15">
            <a:extLst>
              <a:ext uri="{FF2B5EF4-FFF2-40B4-BE49-F238E27FC236}">
                <a16:creationId xmlns:a16="http://schemas.microsoft.com/office/drawing/2014/main" id="{AE5445CE-B121-1B06-668F-28980A71CA9B}"/>
              </a:ext>
            </a:extLst>
          </p:cNvPr>
          <p:cNvSpPr txBox="1">
            <a:spLocks/>
          </p:cNvSpPr>
          <p:nvPr/>
        </p:nvSpPr>
        <p:spPr>
          <a:xfrm>
            <a:off x="421359" y="1219086"/>
            <a:ext cx="5239211" cy="400110"/>
          </a:xfrm>
          <a:prstGeom prst="rect">
            <a:avLst/>
          </a:prstGeom>
          <a:noFill/>
        </p:spPr>
        <p:txBody>
          <a:bodyPr wrap="square">
            <a:spAutoFit/>
          </a:bodyPr>
          <a:lstStyle/>
          <a:p>
            <a:pPr marL="0" marR="0" lvl="0" indent="0" algn="l" defTabSz="736656" rtl="0" eaLnBrk="1" fontAlgn="auto" latinLnBrk="0" hangingPunct="1">
              <a:lnSpc>
                <a:spcPct val="100000"/>
              </a:lnSpc>
              <a:spcBef>
                <a:spcPts val="0"/>
              </a:spcBef>
              <a:spcAft>
                <a:spcPts val="600"/>
              </a:spcAft>
              <a:buClrTx/>
              <a:buSzTx/>
              <a:buFont typeface="GT Walsheim LC Light" pitchFamily="2" charset="0"/>
              <a:buNone/>
              <a:tabLst/>
              <a:defRPr/>
            </a:pPr>
            <a:r>
              <a:rPr kumimoji="0" lang="pt-BR" sz="2000" b="0" i="0" u="none" strike="noStrike" kern="1200" cap="none" spc="0" normalizeH="0" baseline="0" noProof="0" dirty="0">
                <a:ln>
                  <a:noFill/>
                </a:ln>
                <a:solidFill>
                  <a:schemeClr val="accent2"/>
                </a:solidFill>
                <a:effectLst/>
                <a:uLnTx/>
                <a:uFillTx/>
                <a:latin typeface="GT Walsheim LC Light"/>
                <a:ea typeface="+mn-ea"/>
                <a:cs typeface="+mn-cs"/>
              </a:rPr>
              <a:t>Exemplo prático</a:t>
            </a:r>
          </a:p>
        </p:txBody>
      </p:sp>
      <p:sp>
        <p:nvSpPr>
          <p:cNvPr id="21" name="Content Placeholder 32">
            <a:extLst>
              <a:ext uri="{FF2B5EF4-FFF2-40B4-BE49-F238E27FC236}">
                <a16:creationId xmlns:a16="http://schemas.microsoft.com/office/drawing/2014/main" id="{EE1B49E8-5BAC-4817-F728-C0AAC7C0B332}"/>
              </a:ext>
            </a:extLst>
          </p:cNvPr>
          <p:cNvSpPr txBox="1">
            <a:spLocks/>
          </p:cNvSpPr>
          <p:nvPr/>
        </p:nvSpPr>
        <p:spPr>
          <a:xfrm>
            <a:off x="529073" y="1692419"/>
            <a:ext cx="4763247" cy="435139"/>
          </a:xfrm>
          <a:custGeom>
            <a:avLst/>
            <a:gdLst>
              <a:gd name="connsiteX0" fmla="*/ 0 w 8382000"/>
              <a:gd name="connsiteY0" fmla="*/ 0 h 4530292"/>
              <a:gd name="connsiteX1" fmla="*/ 8382000 w 8382000"/>
              <a:gd name="connsiteY1" fmla="*/ 0 h 4530292"/>
              <a:gd name="connsiteX2" fmla="*/ 8382000 w 8382000"/>
              <a:gd name="connsiteY2" fmla="*/ 4530292 h 4530292"/>
              <a:gd name="connsiteX3" fmla="*/ 0 w 8382000"/>
              <a:gd name="connsiteY3" fmla="*/ 4530292 h 4530292"/>
            </a:gdLst>
            <a:ahLst/>
            <a:cxnLst>
              <a:cxn ang="0">
                <a:pos x="connsiteX0" y="connsiteY0"/>
              </a:cxn>
              <a:cxn ang="0">
                <a:pos x="connsiteX1" y="connsiteY1"/>
              </a:cxn>
              <a:cxn ang="0">
                <a:pos x="connsiteX2" y="connsiteY2"/>
              </a:cxn>
              <a:cxn ang="0">
                <a:pos x="connsiteX3" y="connsiteY3"/>
              </a:cxn>
            </a:cxnLst>
            <a:rect l="l" t="t" r="r" b="b"/>
            <a:pathLst>
              <a:path w="8382000" h="4530292">
                <a:moveTo>
                  <a:pt x="0" y="0"/>
                </a:moveTo>
                <a:lnTo>
                  <a:pt x="8382000" y="0"/>
                </a:lnTo>
                <a:lnTo>
                  <a:pt x="8382000" y="4530292"/>
                </a:lnTo>
                <a:lnTo>
                  <a:pt x="0" y="4530292"/>
                </a:lnTo>
                <a:close/>
              </a:path>
            </a:pathLst>
          </a:custGeom>
        </p:spPr>
        <p:txBody>
          <a:bodyPr lIns="0" tIns="0" rIns="0" bIns="0"/>
          <a:lstStyle>
            <a:lvl1pPr marL="288000" indent="-288000" algn="l" defTabSz="736656" rtl="0" eaLnBrk="1" latinLnBrk="0" hangingPunct="1">
              <a:lnSpc>
                <a:spcPct val="100000"/>
              </a:lnSpc>
              <a:spcBef>
                <a:spcPts val="0"/>
              </a:spcBef>
              <a:spcAft>
                <a:spcPts val="600"/>
              </a:spcAft>
              <a:buFont typeface="GT Walsheim LC Light" pitchFamily="2" charset="0"/>
              <a:buChar char="•"/>
              <a:defRPr sz="2400" b="0" kern="1200">
                <a:solidFill>
                  <a:schemeClr val="tx1"/>
                </a:solidFill>
                <a:latin typeface="+mn-lt"/>
                <a:ea typeface="+mn-ea"/>
                <a:cs typeface="+mn-cs"/>
              </a:defRPr>
            </a:lvl1pPr>
            <a:lvl2pPr marL="576000" indent="-288000" algn="l" defTabSz="736656" rtl="0" eaLnBrk="1" latinLnBrk="0" hangingPunct="1">
              <a:lnSpc>
                <a:spcPct val="100000"/>
              </a:lnSpc>
              <a:spcBef>
                <a:spcPts val="0"/>
              </a:spcBef>
              <a:spcAft>
                <a:spcPts val="600"/>
              </a:spcAft>
              <a:buFont typeface="GT Walsheim LC Light" pitchFamily="2" charset="0"/>
              <a:buChar char="–"/>
              <a:tabLst/>
              <a:defRPr sz="2000" kern="1200">
                <a:solidFill>
                  <a:schemeClr val="tx1"/>
                </a:solidFill>
                <a:latin typeface="+mn-lt"/>
                <a:ea typeface="+mn-ea"/>
                <a:cs typeface="+mn-cs"/>
              </a:defRPr>
            </a:lvl2pPr>
            <a:lvl3pPr marL="864000" indent="-288000" algn="l" defTabSz="901700" rtl="0" eaLnBrk="1" latinLnBrk="0" hangingPunct="1">
              <a:lnSpc>
                <a:spcPct val="100000"/>
              </a:lnSpc>
              <a:spcBef>
                <a:spcPts val="0"/>
              </a:spcBef>
              <a:spcAft>
                <a:spcPts val="600"/>
              </a:spcAft>
              <a:buFont typeface="GT Walsheim LC Light" pitchFamily="2" charset="0"/>
              <a:buChar char="–"/>
              <a:defRPr sz="2000" kern="1200">
                <a:solidFill>
                  <a:schemeClr val="tx1"/>
                </a:solidFill>
                <a:latin typeface="+mn-lt"/>
                <a:ea typeface="+mn-ea"/>
                <a:cs typeface="+mn-cs"/>
              </a:defRPr>
            </a:lvl3pPr>
            <a:lvl4pPr marL="0" indent="0" algn="l" defTabSz="736656" rtl="0" eaLnBrk="1" latinLnBrk="0" hangingPunct="1">
              <a:lnSpc>
                <a:spcPct val="100000"/>
              </a:lnSpc>
              <a:spcBef>
                <a:spcPts val="0"/>
              </a:spcBef>
              <a:spcAft>
                <a:spcPts val="600"/>
              </a:spcAft>
              <a:buFont typeface="GT Walsheim LC Light" pitchFamily="2" charset="0"/>
              <a:buNone/>
              <a:defRPr lang="en-GB" sz="2400" b="0" kern="1200" dirty="0">
                <a:solidFill>
                  <a:schemeClr val="tx1"/>
                </a:solidFill>
                <a:latin typeface="+mn-lt"/>
                <a:ea typeface="+mn-ea"/>
                <a:cs typeface="+mn-cs"/>
              </a:defRPr>
            </a:lvl4pPr>
            <a:lvl5pPr marL="0" indent="0" algn="l" defTabSz="736656" rtl="0" eaLnBrk="1" latinLnBrk="0" hangingPunct="1">
              <a:lnSpc>
                <a:spcPct val="100000"/>
              </a:lnSpc>
              <a:spcBef>
                <a:spcPts val="0"/>
              </a:spcBef>
              <a:spcAft>
                <a:spcPts val="600"/>
              </a:spcAft>
              <a:buFont typeface="GT Walsheim LC Light" pitchFamily="2" charset="0"/>
              <a:buNone/>
              <a:defRPr lang="en-GB" sz="3200" b="1" kern="1200" dirty="0">
                <a:solidFill>
                  <a:schemeClr val="tx1"/>
                </a:solidFill>
                <a:latin typeface="+mn-lt"/>
                <a:ea typeface="+mn-ea"/>
                <a:cs typeface="+mn-cs"/>
              </a:defRPr>
            </a:lvl5pPr>
            <a:lvl6pPr marL="0" indent="0" algn="l" defTabSz="736656" rtl="0" eaLnBrk="1" latinLnBrk="0" hangingPunct="1">
              <a:lnSpc>
                <a:spcPct val="100000"/>
              </a:lnSpc>
              <a:spcBef>
                <a:spcPts val="0"/>
              </a:spcBef>
              <a:spcAft>
                <a:spcPts val="600"/>
              </a:spcAft>
              <a:buFont typeface="GT Walsheim LC Light" pitchFamily="2" charset="0"/>
              <a:buNone/>
              <a:defRPr lang="en-GB" sz="2400" b="1" kern="1200" dirty="0">
                <a:solidFill>
                  <a:schemeClr val="accent1"/>
                </a:solidFill>
                <a:latin typeface="+mn-lt"/>
                <a:ea typeface="+mn-ea"/>
                <a:cs typeface="+mn-cs"/>
              </a:defRPr>
            </a:lvl6pPr>
            <a:lvl7pPr marL="0" indent="0" algn="l" defTabSz="736656" rtl="0" eaLnBrk="1" latinLnBrk="0" hangingPunct="1">
              <a:lnSpc>
                <a:spcPct val="100000"/>
              </a:lnSpc>
              <a:spcBef>
                <a:spcPts val="0"/>
              </a:spcBef>
              <a:spcAft>
                <a:spcPts val="600"/>
              </a:spcAft>
              <a:buFont typeface="GT Walsheim LC Light" pitchFamily="2" charset="0"/>
              <a:buNone/>
              <a:defRPr lang="en-GB" sz="2400" b="1" kern="1200" dirty="0">
                <a:solidFill>
                  <a:schemeClr val="tx1"/>
                </a:solidFill>
                <a:latin typeface="+mn-lt"/>
                <a:ea typeface="+mn-ea"/>
                <a:cs typeface="+mn-cs"/>
              </a:defRPr>
            </a:lvl7pPr>
            <a:lvl8pPr marL="360000" indent="-360000" algn="l" defTabSz="736656" rtl="0" eaLnBrk="1" latinLnBrk="0" hangingPunct="1">
              <a:lnSpc>
                <a:spcPct val="100000"/>
              </a:lnSpc>
              <a:spcBef>
                <a:spcPts val="0"/>
              </a:spcBef>
              <a:spcAft>
                <a:spcPts val="600"/>
              </a:spcAft>
              <a:buFont typeface="+mj-lt"/>
              <a:buAutoNum type="arabicPeriod"/>
              <a:defRPr sz="2400" kern="1200">
                <a:solidFill>
                  <a:schemeClr val="tx1"/>
                </a:solidFill>
                <a:latin typeface="+mn-lt"/>
                <a:ea typeface="+mn-ea"/>
                <a:cs typeface="+mn-cs"/>
              </a:defRPr>
            </a:lvl8pPr>
            <a:lvl9pPr marL="720000" indent="-360000" algn="l" defTabSz="736656" rtl="0" eaLnBrk="1" latinLnBrk="0" hangingPunct="1">
              <a:lnSpc>
                <a:spcPct val="100000"/>
              </a:lnSpc>
              <a:spcBef>
                <a:spcPts val="0"/>
              </a:spcBef>
              <a:spcAft>
                <a:spcPts val="600"/>
              </a:spcAft>
              <a:buFont typeface="+mj-lt"/>
              <a:buAutoNum type="alphaLcPeriod"/>
              <a:tabLst/>
              <a:defRPr sz="2000" b="0" kern="1200">
                <a:solidFill>
                  <a:schemeClr val="tx1"/>
                </a:solidFill>
                <a:latin typeface="+mn-lt"/>
                <a:ea typeface="+mn-ea"/>
                <a:cs typeface="+mn-cs"/>
              </a:defRPr>
            </a:lvl9pPr>
          </a:lstStyle>
          <a:p>
            <a:pPr marL="0" indent="0">
              <a:buNone/>
              <a:defRPr/>
            </a:pPr>
            <a:r>
              <a:rPr kumimoji="0" lang="pt-BR" sz="1200" b="0" i="0" u="none" strike="noStrike" kern="1200" cap="none" spc="0" normalizeH="0" baseline="0" noProof="0" dirty="0">
                <a:ln>
                  <a:noFill/>
                </a:ln>
                <a:effectLst/>
                <a:uLnTx/>
                <a:uFillTx/>
                <a:latin typeface="GT Walsheim LC Light"/>
                <a:ea typeface="+mn-ea"/>
                <a:cs typeface="+mn-cs"/>
              </a:rPr>
              <a:t>Navegação prática pela plataforma — filtros, </a:t>
            </a:r>
            <a:r>
              <a:rPr kumimoji="0" lang="pt-BR" sz="1200" b="0" i="0" u="none" strike="noStrike" kern="1200" cap="none" spc="0" normalizeH="0" baseline="0" noProof="0" dirty="0" err="1">
                <a:ln>
                  <a:noFill/>
                </a:ln>
                <a:effectLst/>
                <a:uLnTx/>
                <a:uFillTx/>
                <a:latin typeface="GT Walsheim LC Light"/>
                <a:ea typeface="+mn-ea"/>
                <a:cs typeface="+mn-cs"/>
              </a:rPr>
              <a:t>screening</a:t>
            </a:r>
            <a:r>
              <a:rPr kumimoji="0" lang="pt-BR" sz="1200" b="0" i="0" u="none" strike="noStrike" kern="1200" cap="none" spc="0" normalizeH="0" baseline="0" noProof="0" dirty="0">
                <a:ln>
                  <a:noFill/>
                </a:ln>
                <a:effectLst/>
                <a:uLnTx/>
                <a:uFillTx/>
                <a:latin typeface="GT Walsheim LC Light"/>
                <a:ea typeface="+mn-ea"/>
                <a:cs typeface="+mn-cs"/>
              </a:rPr>
              <a:t> e construção da lista de comparáveis.</a:t>
            </a:r>
          </a:p>
        </p:txBody>
      </p:sp>
      <p:sp>
        <p:nvSpPr>
          <p:cNvPr id="10" name="Retângulo: Cantos Arredondados 9">
            <a:extLst>
              <a:ext uri="{FF2B5EF4-FFF2-40B4-BE49-F238E27FC236}">
                <a16:creationId xmlns:a16="http://schemas.microsoft.com/office/drawing/2014/main" id="{4C57CB3D-C1E9-148B-B4DC-6C244FBF228C}"/>
              </a:ext>
            </a:extLst>
          </p:cNvPr>
          <p:cNvSpPr/>
          <p:nvPr/>
        </p:nvSpPr>
        <p:spPr>
          <a:xfrm>
            <a:off x="0" y="2837747"/>
            <a:ext cx="8858250" cy="837579"/>
          </a:xfrm>
          <a:prstGeom prst="roundRect">
            <a:avLst>
              <a:gd name="adj" fmla="val 37137"/>
            </a:avLst>
          </a:prstGeom>
          <a:solidFill>
            <a:srgbClr val="4F2D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l"/>
            <a:endParaRPr lang="en-US">
              <a:solidFill>
                <a:schemeClr val="bg1"/>
              </a:solidFill>
            </a:endParaRPr>
          </a:p>
        </p:txBody>
      </p:sp>
      <p:sp>
        <p:nvSpPr>
          <p:cNvPr id="9" name="Text 5">
            <a:extLst>
              <a:ext uri="{FF2B5EF4-FFF2-40B4-BE49-F238E27FC236}">
                <a16:creationId xmlns:a16="http://schemas.microsoft.com/office/drawing/2014/main" id="{CD5B367A-26D3-8AB0-4B2D-334158926A05}"/>
              </a:ext>
            </a:extLst>
          </p:cNvPr>
          <p:cNvSpPr/>
          <p:nvPr/>
        </p:nvSpPr>
        <p:spPr>
          <a:xfrm>
            <a:off x="630217" y="3105326"/>
            <a:ext cx="6896696" cy="302419"/>
          </a:xfrm>
          <a:prstGeom prst="rect">
            <a:avLst/>
          </a:prstGeom>
          <a:noFill/>
          <a:ln/>
        </p:spPr>
        <p:txBody>
          <a:bodyPr wrap="none" lIns="0" tIns="0" rIns="0" bIns="0" rtlCol="0" anchor="t"/>
          <a:lstStyle/>
          <a:p>
            <a:pPr>
              <a:lnSpc>
                <a:spcPts val="2375"/>
              </a:lnSpc>
            </a:pPr>
            <a:r>
              <a:rPr lang="en-US" sz="3600" dirty="0">
                <a:solidFill>
                  <a:srgbClr val="000000"/>
                </a:solidFill>
                <a:latin typeface="Instrument Sans Medium" pitchFamily="34" charset="0"/>
                <a:ea typeface="Instrument Sans Medium" pitchFamily="34" charset="-122"/>
                <a:cs typeface="Instrument Sans Medium" pitchFamily="34" charset="-120"/>
              </a:rPr>
              <a:t>📹</a:t>
            </a:r>
            <a:r>
              <a:rPr lang="en-US" sz="1600" dirty="0">
                <a:solidFill>
                  <a:srgbClr val="000000"/>
                </a:solidFill>
                <a:latin typeface="Instrument Sans Medium" pitchFamily="34" charset="0"/>
                <a:ea typeface="Instrument Sans Medium" pitchFamily="34" charset="-122"/>
                <a:cs typeface="Instrument Sans Medium" pitchFamily="34" charset="-120"/>
              </a:rPr>
              <a:t> </a:t>
            </a:r>
            <a:r>
              <a:rPr lang="en-US" sz="1800" b="1" dirty="0">
                <a:solidFill>
                  <a:schemeClr val="bg1">
                    <a:lumMod val="95000"/>
                  </a:schemeClr>
                </a:solidFill>
                <a:latin typeface="Instrument Sans Medium" pitchFamily="34" charset="0"/>
                <a:ea typeface="Instrument Sans Medium" pitchFamily="34" charset="-122"/>
                <a:cs typeface="Instrument Sans Medium" pitchFamily="34" charset="-120"/>
              </a:rPr>
              <a:t>[Exemplo prático das filtragens e seleção de comparáveis]</a:t>
            </a:r>
            <a:endParaRPr lang="en-US" sz="1600" dirty="0">
              <a:solidFill>
                <a:schemeClr val="bg1">
                  <a:lumMod val="95000"/>
                </a:schemeClr>
              </a:solidFill>
            </a:endParaRPr>
          </a:p>
        </p:txBody>
      </p:sp>
      <p:sp>
        <p:nvSpPr>
          <p:cNvPr id="12" name="Retângulo: Cantos Arredondados 11">
            <a:extLst>
              <a:ext uri="{FF2B5EF4-FFF2-40B4-BE49-F238E27FC236}">
                <a16:creationId xmlns:a16="http://schemas.microsoft.com/office/drawing/2014/main" id="{B0B8D214-FD60-2A7A-C147-7E124F45DD87}"/>
              </a:ext>
            </a:extLst>
          </p:cNvPr>
          <p:cNvSpPr/>
          <p:nvPr/>
        </p:nvSpPr>
        <p:spPr>
          <a:xfrm>
            <a:off x="-32955" y="2840246"/>
            <a:ext cx="832129" cy="837579"/>
          </a:xfrm>
          <a:prstGeom prst="roundRect">
            <a:avLst>
              <a:gd name="adj" fmla="val 0"/>
            </a:avLst>
          </a:prstGeom>
          <a:solidFill>
            <a:srgbClr val="4F2D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l"/>
            <a:endParaRPr lang="en-US">
              <a:solidFill>
                <a:schemeClr val="bg1"/>
              </a:solidFill>
            </a:endParaRPr>
          </a:p>
        </p:txBody>
      </p:sp>
    </p:spTree>
    <p:extLst>
      <p:ext uri="{BB962C8B-B14F-4D97-AF65-F5344CB8AC3E}">
        <p14:creationId xmlns:p14="http://schemas.microsoft.com/office/powerpoint/2010/main" val="596364172"/>
      </p:ext>
    </p:extLst>
  </p:cSld>
  <p:clrMapOvr>
    <a:masterClrMapping/>
  </p:clrMapOvr>
</p:sld>
</file>

<file path=ppt/theme/theme1.xml><?xml version="1.0" encoding="utf-8"?>
<a:theme xmlns:a="http://schemas.openxmlformats.org/drawingml/2006/main" name="Grant Thornton Proposal 16x9">
  <a:themeElements>
    <a:clrScheme name="GT">
      <a:dk1>
        <a:sysClr val="windowText" lastClr="000000"/>
      </a:dk1>
      <a:lt1>
        <a:sysClr val="window" lastClr="FFFFFF"/>
      </a:lt1>
      <a:dk2>
        <a:srgbClr val="CCC4BD"/>
      </a:dk2>
      <a:lt2>
        <a:srgbClr val="F2F0EE"/>
      </a:lt2>
      <a:accent1>
        <a:srgbClr val="4F2D7F"/>
      </a:accent1>
      <a:accent2>
        <a:srgbClr val="00A4B3"/>
      </a:accent2>
      <a:accent3>
        <a:srgbClr val="FF5149"/>
      </a:accent3>
      <a:accent4>
        <a:srgbClr val="FFC23D"/>
      </a:accent4>
      <a:accent5>
        <a:srgbClr val="A06DFF"/>
      </a:accent5>
      <a:accent6>
        <a:srgbClr val="2B144C"/>
      </a:accent6>
      <a:hlink>
        <a:srgbClr val="2B144C"/>
      </a:hlink>
      <a:folHlink>
        <a:srgbClr val="2B144C"/>
      </a:folHlink>
    </a:clrScheme>
    <a:fontScheme name="GT Walsheim LC Bold Heading">
      <a:majorFont>
        <a:latin typeface="GT Walsheim LC Bold"/>
        <a:ea typeface=""/>
        <a:cs typeface=""/>
      </a:majorFont>
      <a:minorFont>
        <a:latin typeface="GT Walsheim LC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4F2D7F"/>
        </a:solidFill>
        <a:ln>
          <a:noFill/>
        </a:ln>
        <a:effectLst/>
      </a:spPr>
      <a:bodyPr rtlCol="0" anchor="ctr"/>
      <a:lstStyle>
        <a:defPPr algn="l">
          <a:defRPr>
            <a:solidFill>
              <a:schemeClr val="bg1"/>
            </a:solidFill>
          </a:defRPr>
        </a:defPPr>
      </a:lstStyle>
      <a:style>
        <a:lnRef idx="1">
          <a:schemeClr val="accent1"/>
        </a:lnRef>
        <a:fillRef idx="3">
          <a:schemeClr val="accent1"/>
        </a:fillRef>
        <a:effectRef idx="2">
          <a:schemeClr val="accent1"/>
        </a:effectRef>
        <a:fontRef idx="minor">
          <a:schemeClr val="lt1"/>
        </a:fontRef>
      </a:style>
    </a:spDef>
    <a:lnDef>
      <a:spPr>
        <a:ln w="1270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defRPr dirty="0"/>
        </a:defPPr>
      </a:lstStyle>
    </a:txDef>
  </a:objectDefaults>
  <a:extraClrSchemeLst/>
  <a:custClrLst>
    <a:custClr name="Core Purple 80%">
      <a:srgbClr val="725799"/>
    </a:custClr>
    <a:custClr name="Core Purple 80%">
      <a:srgbClr val="9581B2"/>
    </a:custClr>
    <a:custClr name="Core Purple 40%">
      <a:srgbClr val="B9ABCC"/>
    </a:custClr>
    <a:custClr name="Core Purple 20%">
      <a:srgbClr val="DCD5E5"/>
    </a:custClr>
    <a:custClr name="Bright Purple 80%">
      <a:srgbClr val="B38AFF"/>
    </a:custClr>
    <a:custClr name="Bright Purple 60%">
      <a:srgbClr val="C6A7FF"/>
    </a:custClr>
    <a:custClr name="Bright Purple 40%">
      <a:srgbClr val="D9C5FF"/>
    </a:custClr>
    <a:custClr name="Bright Purple 20%">
      <a:srgbClr val="ECE2FF"/>
    </a:custClr>
    <a:custClr>
      <a:srgbClr val="FFFFFF"/>
    </a:custClr>
    <a:custClr>
      <a:srgbClr val="FFFFFF"/>
    </a:custClr>
    <a:custClr name="Dark Purple 80%">
      <a:srgbClr val="554370"/>
    </a:custClr>
    <a:custClr name="Dark Purple 60%">
      <a:srgbClr val="807294"/>
    </a:custClr>
    <a:custClr name="Dark Purple 40%">
      <a:srgbClr val="AAA1B7"/>
    </a:custClr>
    <a:custClr name="Dark Purple 20%">
      <a:srgbClr val="D5D0DB"/>
    </a:custClr>
    <a:custClr name="Teal 80%">
      <a:srgbClr val="33B6C2"/>
    </a:custClr>
    <a:custClr name="Teal 60%">
      <a:srgbClr val="66C8D1"/>
    </a:custClr>
    <a:custClr name="Teal 40%">
      <a:srgbClr val="99DBE1"/>
    </a:custClr>
    <a:custClr name="Teal 20%">
      <a:srgbClr val="CCEDF0"/>
    </a:custClr>
    <a:custClr>
      <a:srgbClr val="FFFFFF"/>
    </a:custClr>
    <a:custClr>
      <a:srgbClr val="FFFFFF"/>
    </a:custClr>
    <a:custClr name="Coral 80%">
      <a:srgbClr val="FF746D"/>
    </a:custClr>
    <a:custClr name="Coral 60%">
      <a:srgbClr val="FF9792"/>
    </a:custClr>
    <a:custClr name="Coral 40%">
      <a:srgbClr val="FFB9B6"/>
    </a:custClr>
    <a:custClr name="Coral 20%">
      <a:srgbClr val="FFDCDB"/>
    </a:custClr>
    <a:custClr name="Yellow 80%">
      <a:srgbClr val="FFCE64"/>
    </a:custClr>
    <a:custClr name="Yellow 60%">
      <a:srgbClr val="FFDA8B"/>
    </a:custClr>
    <a:custClr name="Yellow 40%">
      <a:srgbClr val="FFE7B1"/>
    </a:custClr>
    <a:custClr name="Yellow 20%">
      <a:srgbClr val="FFF3D8"/>
    </a:custClr>
    <a:custClr>
      <a:srgbClr val="FFFFFF"/>
    </a:custClr>
    <a:custClr>
      <a:srgbClr val="FFFFFF"/>
    </a:custClr>
    <a:custClr name="Dark Grey">
      <a:srgbClr val="CCC4BD"/>
    </a:custClr>
    <a:custClr name="Mid Grey">
      <a:srgbClr val="E0DCD7"/>
    </a:custClr>
    <a:custClr name="Light Grey">
      <a:srgbClr val="F2F0EE"/>
    </a:custClr>
    <a:custClr>
      <a:srgbClr val="FFFFFF"/>
    </a:custClr>
    <a:custClr>
      <a:srgbClr val="FFFFFF"/>
    </a:custClr>
    <a:custClr>
      <a:srgbClr val="FFFFFF"/>
    </a:custClr>
    <a:custClr>
      <a:srgbClr val="FFFFFF"/>
    </a:custClr>
    <a:custClr>
      <a:srgbClr val="FFFFFF"/>
    </a:custClr>
    <a:custClr>
      <a:srgbClr val="FFFFFF"/>
    </a:custClr>
    <a:custClr>
      <a:srgbClr val="FFFFFF"/>
    </a:custClr>
  </a:custClrLst>
  <a:extLst>
    <a:ext uri="{05A4C25C-085E-4340-85A3-A5531E510DB2}">
      <thm15:themeFamily xmlns:thm15="http://schemas.microsoft.com/office/thememl/2012/main" name="Presentation8" id="{E04EC642-1C55-4A8D-AF14-78E1752CD70E}" vid="{B49A3A13-D34A-4E10-91FA-81CD1093022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9FA27094D6C6104BBD3065CBECBECF3E" ma:contentTypeVersion="19" ma:contentTypeDescription="Crie um novo documento." ma:contentTypeScope="" ma:versionID="087b135a2fb72f5638e57d79e804d7c9">
  <xsd:schema xmlns:xsd="http://www.w3.org/2001/XMLSchema" xmlns:xs="http://www.w3.org/2001/XMLSchema" xmlns:p="http://schemas.microsoft.com/office/2006/metadata/properties" xmlns:ns2="2b7a2be5-bded-43c6-9a06-3440a84152dd" xmlns:ns3="2f2ab68a-38b6-4fb2-91e5-6db230568efe" xmlns:ns4="1cd685e6-70a9-4495-922d-332b4ca7cf41" targetNamespace="http://schemas.microsoft.com/office/2006/metadata/properties" ma:root="true" ma:fieldsID="11e7de0b08438f3fe2d76bde65146ca4" ns2:_="" ns3:_="" ns4:_="">
    <xsd:import namespace="2b7a2be5-bded-43c6-9a06-3440a84152dd"/>
    <xsd:import namespace="2f2ab68a-38b6-4fb2-91e5-6db230568efe"/>
    <xsd:import namespace="1cd685e6-70a9-4495-922d-332b4ca7cf41"/>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Tags" minOccurs="0"/>
                <xsd:element ref="ns2:MediaServiceGenerationTime" minOccurs="0"/>
                <xsd:element ref="ns2:MediaServiceEventHashCode" minOccurs="0"/>
                <xsd:element ref="ns2:MediaServiceOCR" minOccurs="0"/>
                <xsd:element ref="ns2:MediaServiceLocation" minOccurs="0"/>
                <xsd:element ref="ns2:MediaServiceAutoKeyPoints" minOccurs="0"/>
                <xsd:element ref="ns2:MediaServiceKeyPoints" minOccurs="0"/>
                <xsd:element ref="ns2:lcf76f155ced4ddcb4097134ff3c332f" minOccurs="0"/>
                <xsd:element ref="ns3:TaxCatchAll" minOccurs="0"/>
                <xsd:element ref="ns4:SharedWithUsers" minOccurs="0"/>
                <xsd:element ref="ns4:SharedWithDetails"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b7a2be5-bded-43c6-9a06-3440a84152d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Location" ma:index="16" nillable="true" ma:displayName="Location" ma:internalName="MediaServiceLocation"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lcf76f155ced4ddcb4097134ff3c332f" ma:index="20" nillable="true" ma:taxonomy="true" ma:internalName="lcf76f155ced4ddcb4097134ff3c332f" ma:taxonomyFieldName="MediaServiceImageTags" ma:displayName="Marcações de imagem" ma:readOnly="false" ma:fieldId="{5cf76f15-5ced-4ddc-b409-7134ff3c332f}" ma:taxonomyMulti="true" ma:sspId="673954d7-d75e-411f-98be-cd217068caa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f2ab68a-38b6-4fb2-91e5-6db230568efe" elementFormDefault="qualified">
    <xsd:import namespace="http://schemas.microsoft.com/office/2006/documentManagement/types"/>
    <xsd:import namespace="http://schemas.microsoft.com/office/infopath/2007/PartnerControls"/>
    <xsd:element name="TaxCatchAll" ma:index="21" nillable="true" ma:displayName="Taxonomy Catch All Column" ma:hidden="true" ma:list="{288ec0b8-4e78-4e4a-8afd-e758ca0f1ed1}" ma:internalName="TaxCatchAll" ma:showField="CatchAllData" ma:web="2f2ab68a-38b6-4fb2-91e5-6db230568efe">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1cd685e6-70a9-4495-922d-332b4ca7cf41" elementFormDefault="qualified">
    <xsd:import namespace="http://schemas.microsoft.com/office/2006/documentManagement/types"/>
    <xsd:import namespace="http://schemas.microsoft.com/office/infopath/2007/PartnerControls"/>
    <xsd:element name="SharedWithUsers" ma:index="22" nillable="true" ma:displayName="Compartilhado com"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3" nillable="true" ma:displayName="Detalhes de Compartilhado Com"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2f2ab68a-38b6-4fb2-91e5-6db230568efe" xsi:nil="true"/>
    <lcf76f155ced4ddcb4097134ff3c332f xmlns="2b7a2be5-bded-43c6-9a06-3440a84152dd">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770726BF-940D-464A-8B70-865529A6FEA8}">
  <ds:schemaRefs>
    <ds:schemaRef ds:uri="1cd685e6-70a9-4495-922d-332b4ca7cf41"/>
    <ds:schemaRef ds:uri="2b7a2be5-bded-43c6-9a06-3440a84152dd"/>
    <ds:schemaRef ds:uri="2f2ab68a-38b6-4fb2-91e5-6db230568ef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C291D257-92C0-4374-A2A1-436DEED050AF}">
  <ds:schemaRefs>
    <ds:schemaRef ds:uri="http://schemas.microsoft.com/sharepoint/v3/contenttype/forms"/>
  </ds:schemaRefs>
</ds:datastoreItem>
</file>

<file path=customXml/itemProps3.xml><?xml version="1.0" encoding="utf-8"?>
<ds:datastoreItem xmlns:ds="http://schemas.openxmlformats.org/officeDocument/2006/customXml" ds:itemID="{5550964D-E39E-419E-B95B-DD0E72272778}">
  <ds:schemaRefs>
    <ds:schemaRef ds:uri="http://purl.org/dc/dcmitype/"/>
    <ds:schemaRef ds:uri="http://www.w3.org/XML/1998/namespace"/>
    <ds:schemaRef ds:uri="http://purl.org/dc/elements/1.1/"/>
    <ds:schemaRef ds:uri="1cd685e6-70a9-4495-922d-332b4ca7cf41"/>
    <ds:schemaRef ds:uri="http://purl.org/dc/terms/"/>
    <ds:schemaRef ds:uri="2b7a2be5-bded-43c6-9a06-3440a84152dd"/>
    <ds:schemaRef ds:uri="http://schemas.microsoft.com/office/2006/documentManagement/types"/>
    <ds:schemaRef ds:uri="http://schemas.microsoft.com/office/infopath/2007/PartnerControls"/>
    <ds:schemaRef ds:uri="http://schemas.openxmlformats.org/package/2006/metadata/core-properties"/>
    <ds:schemaRef ds:uri="2f2ab68a-38b6-4fb2-91e5-6db230568efe"/>
    <ds:schemaRef ds:uri="http://schemas.microsoft.com/office/2006/metadata/properties"/>
  </ds:schemaRefs>
</ds:datastoreItem>
</file>

<file path=docMetadata/LabelInfo.xml><?xml version="1.0" encoding="utf-8"?>
<clbl:labelList xmlns:clbl="http://schemas.microsoft.com/office/2020/mipLabelMetadata">
  <clbl:label id="{6e2a3354-fb8a-453c-9511-6917bc9a8d4f}" enabled="0" method="" siteId="{6e2a3354-fb8a-453c-9511-6917bc9a8d4f}" removed="1"/>
</clbl:labelList>
</file>

<file path=docProps/app.xml><?xml version="1.0" encoding="utf-8"?>
<Properties xmlns="http://schemas.openxmlformats.org/officeDocument/2006/extended-properties" xmlns:vt="http://schemas.openxmlformats.org/officeDocument/2006/docPropsVTypes">
  <Template>Global Proposal Template 2024 - GT Walsheim</Template>
  <TotalTime>1264</TotalTime>
  <Words>4441</Words>
  <Application>Microsoft Office PowerPoint</Application>
  <PresentationFormat>Widescreen</PresentationFormat>
  <Paragraphs>316</Paragraphs>
  <Slides>31</Slides>
  <Notes>26</Notes>
  <HiddenSlides>0</HiddenSlides>
  <MMClips>0</MMClips>
  <ScaleCrop>false</ScaleCrop>
  <HeadingPairs>
    <vt:vector size="6" baseType="variant">
      <vt:variant>
        <vt:lpstr>Fontes usadas</vt:lpstr>
      </vt:variant>
      <vt:variant>
        <vt:i4>10</vt:i4>
      </vt:variant>
      <vt:variant>
        <vt:lpstr>Tema</vt:lpstr>
      </vt:variant>
      <vt:variant>
        <vt:i4>1</vt:i4>
      </vt:variant>
      <vt:variant>
        <vt:lpstr>Títulos de slides</vt:lpstr>
      </vt:variant>
      <vt:variant>
        <vt:i4>31</vt:i4>
      </vt:variant>
    </vt:vector>
  </HeadingPairs>
  <TitlesOfParts>
    <vt:vector size="42" baseType="lpstr">
      <vt:lpstr>GT Walsheim LC</vt:lpstr>
      <vt:lpstr>Instrument Sans Semi Bold</vt:lpstr>
      <vt:lpstr>GT Walsheim LC Black</vt:lpstr>
      <vt:lpstr>Poppins</vt:lpstr>
      <vt:lpstr>Aptos</vt:lpstr>
      <vt:lpstr>Arial</vt:lpstr>
      <vt:lpstr>GT Walsheim LC Light</vt:lpstr>
      <vt:lpstr>Instrument Sans Medium</vt:lpstr>
      <vt:lpstr>GT Walsheim LC Bold</vt:lpstr>
      <vt:lpstr>GT Walsheim LC Light (Corpo)</vt:lpstr>
      <vt:lpstr>Grant Thornton Proposal 16x9</vt:lpstr>
      <vt:lpstr>MLT e Pesquisa de Comparáveis</vt:lpstr>
      <vt:lpstr>Contexto</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Critérios que usamos no Capital IQ </vt:lpstr>
      <vt:lpstr>Critérios que usamos no Capital IQ </vt:lpstr>
      <vt:lpstr>Critérios que usamos no Capital IQ </vt:lpstr>
      <vt:lpstr>Critérios que usamos no Capital IQ </vt:lpstr>
      <vt:lpstr>Critérios que usamos no Capital IQ </vt:lpstr>
      <vt:lpstr>Critérios que usamos no Capital IQ </vt:lpstr>
      <vt:lpstr>Próxima etapa de filtragem na base do excel</vt:lpstr>
      <vt:lpstr>Próxima etapa de filtragem na base do excel</vt:lpstr>
      <vt:lpstr>Fundamentos Legais: Os 4 Critérios de Filtragem na IN RFB nº 2.161/2023</vt:lpstr>
      <vt:lpstr>Fundamentos Legais: Os 4 Critérios de Filtragem na IN RFB nº 2.161/2023</vt:lpstr>
      <vt:lpstr>Análises Complementares: Muito Além dos Números</vt:lpstr>
      <vt:lpstr>Apresentação do PowerPoint</vt:lpstr>
      <vt:lpstr>Apresentação do PowerPoint</vt:lpstr>
      <vt:lpstr>A Raiz de Tudo: As Informações Financeiras do Cliente</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Fernanda Silva Souza</dc:creator>
  <cp:lastModifiedBy>Kaik Xavier Marques de Oliveira</cp:lastModifiedBy>
  <cp:revision>16</cp:revision>
  <cp:lastPrinted>2017-03-31T13:01:56Z</cp:lastPrinted>
  <dcterms:created xsi:type="dcterms:W3CDTF">2025-10-13T17:49:42Z</dcterms:created>
  <dcterms:modified xsi:type="dcterms:W3CDTF">2026-05-05T23:20:08Z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0x0101009FA27094D6C6104BBD3065CBECBECF3E</vt:lpwstr>
  </property>
  <property fmtid="{D5CDD505-2E9C-101B-9397-08002B2CF9AE}" pid="3" name="MediaServiceImageTags">
    <vt:lpwstr/>
  </property>
  <property fmtid="{D5CDD505-2E9C-101B-9397-08002B2CF9AE}" pid="4" name="_dlc_DocIdItemGuid">
    <vt:lpwstr>7166c791-a9d6-470b-962f-7da188ef14f2</vt:lpwstr>
  </property>
  <property fmtid="{D5CDD505-2E9C-101B-9397-08002B2CF9AE}" pid="5" name="MSIP_Label_f354fe13-e683-4cbd-a446-16d2527d934b_Enabled">
    <vt:lpwstr>true</vt:lpwstr>
  </property>
  <property fmtid="{D5CDD505-2E9C-101B-9397-08002B2CF9AE}" pid="6" name="MSIP_Label_f354fe13-e683-4cbd-a446-16d2527d934b_SetDate">
    <vt:lpwstr>2023-09-22T10:15:49Z</vt:lpwstr>
  </property>
  <property fmtid="{D5CDD505-2E9C-101B-9397-08002B2CF9AE}" pid="7" name="MSIP_Label_f354fe13-e683-4cbd-a446-16d2527d934b_Method">
    <vt:lpwstr>Standard</vt:lpwstr>
  </property>
  <property fmtid="{D5CDD505-2E9C-101B-9397-08002B2CF9AE}" pid="8" name="MSIP_Label_f354fe13-e683-4cbd-a446-16d2527d934b_Name">
    <vt:lpwstr>defa4170-0d19-0005-0004-bc88714345d2</vt:lpwstr>
  </property>
  <property fmtid="{D5CDD505-2E9C-101B-9397-08002B2CF9AE}" pid="9" name="MSIP_Label_f354fe13-e683-4cbd-a446-16d2527d934b_SiteId">
    <vt:lpwstr>0abb4e3d-5a28-4194-ba96-a1f071ec1e8b</vt:lpwstr>
  </property>
  <property fmtid="{D5CDD505-2E9C-101B-9397-08002B2CF9AE}" pid="10" name="MSIP_Label_f354fe13-e683-4cbd-a446-16d2527d934b_ActionId">
    <vt:lpwstr>f7d04894-9e44-4a41-b543-66dc234f0da8</vt:lpwstr>
  </property>
  <property fmtid="{D5CDD505-2E9C-101B-9397-08002B2CF9AE}" pid="11" name="MSIP_Label_f354fe13-e683-4cbd-a446-16d2527d934b_ContentBits">
    <vt:lpwstr>0</vt:lpwstr>
  </property>
</Properties>
</file>